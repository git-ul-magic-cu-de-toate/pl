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  <p:sldMasterId id="214748371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Aldrich"/>
      <p:regular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Amatic SC"/>
      <p:regular r:id="rId32"/>
      <p:bold r:id="rId33"/>
    </p:embeddedFont>
    <p:embeddedFont>
      <p:font typeface="Lobster"/>
      <p:regular r:id="rId34"/>
    </p:embeddedFont>
    <p:embeddedFont>
      <p:font typeface="Source Code Pro"/>
      <p:regular r:id="rId35"/>
      <p:bold r:id="rId36"/>
      <p:italic r:id="rId37"/>
      <p:boldItalic r:id="rId38"/>
    </p:embeddedFont>
    <p:embeddedFont>
      <p:font typeface="Permanent Marker"/>
      <p:regular r:id="rId39"/>
    </p:embeddedFont>
    <p:embeddedFont>
      <p:font typeface="Didact Gothic"/>
      <p:regular r:id="rId40"/>
    </p:embeddedFont>
    <p:embeddedFont>
      <p:font typeface="PT Sans"/>
      <p:regular r:id="rId41"/>
      <p:bold r:id="rId42"/>
      <p:italic r:id="rId43"/>
      <p:boldItalic r:id="rId44"/>
    </p:embeddedFont>
    <p:embeddedFont>
      <p:font typeface="Comfortaa"/>
      <p:regular r:id="rId45"/>
      <p:bold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idactGothic-regular.fntdata"/><Relationship Id="rId42" Type="http://schemas.openxmlformats.org/officeDocument/2006/relationships/font" Target="fonts/PTSans-bold.fntdata"/><Relationship Id="rId41" Type="http://schemas.openxmlformats.org/officeDocument/2006/relationships/font" Target="fonts/PTSans-regular.fntdata"/><Relationship Id="rId44" Type="http://schemas.openxmlformats.org/officeDocument/2006/relationships/font" Target="fonts/PTSans-boldItalic.fntdata"/><Relationship Id="rId43" Type="http://schemas.openxmlformats.org/officeDocument/2006/relationships/font" Target="fonts/PTSans-italic.fntdata"/><Relationship Id="rId46" Type="http://schemas.openxmlformats.org/officeDocument/2006/relationships/font" Target="fonts/Comfortaa-bold.fntdata"/><Relationship Id="rId45" Type="http://schemas.openxmlformats.org/officeDocument/2006/relationships/font" Target="fonts/Comfortaa-regular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AmaticSC-bold.fntdata"/><Relationship Id="rId32" Type="http://schemas.openxmlformats.org/officeDocument/2006/relationships/font" Target="fonts/AmaticSC-regular.fntdata"/><Relationship Id="rId35" Type="http://schemas.openxmlformats.org/officeDocument/2006/relationships/font" Target="fonts/SourceCodePro-regular.fntdata"/><Relationship Id="rId34" Type="http://schemas.openxmlformats.org/officeDocument/2006/relationships/font" Target="fonts/Lobster-regular.fntdata"/><Relationship Id="rId37" Type="http://schemas.openxmlformats.org/officeDocument/2006/relationships/font" Target="fonts/SourceCodePro-italic.fntdata"/><Relationship Id="rId36" Type="http://schemas.openxmlformats.org/officeDocument/2006/relationships/font" Target="fonts/SourceCodePro-bold.fntdata"/><Relationship Id="rId39" Type="http://schemas.openxmlformats.org/officeDocument/2006/relationships/font" Target="fonts/PermanentMarker-regular.fntdata"/><Relationship Id="rId38" Type="http://schemas.openxmlformats.org/officeDocument/2006/relationships/font" Target="fonts/SourceCodePr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font" Target="fonts/Aldrich-regular.fntdata"/><Relationship Id="rId29" Type="http://schemas.openxmlformats.org/officeDocument/2006/relationships/font" Target="fonts/Roboto-bold.fntdata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b6715bc4cc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b6715bc4cc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b6715bc4cc_0_4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b6715bc4cc_0_4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b6715bc4cc_0_3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b6715bc4cc_0_3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b6715bc4cc_0_8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b6715bc4cc_0_8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b6715bc4cc_0_6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b6715bc4cc_0_6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b6715bc4cc_0_7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b6715bc4cc_0_7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b7c88a87c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b7c88a87c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78c94c3f9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78c94c3f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b6715bc4cc_0_10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b6715bc4cc_0_10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b7beea8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b7beea8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b7706e7a3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b7706e7a3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b7706e7a3d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b7706e7a3d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b41e6bd201_1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b41e6bd201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b8f17a534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b8f17a53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b8f17a5347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b8f17a5347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b8f17a5347_1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b8f17a5347_1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b8815ce61c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b8815ce61c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b8815ce61c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b8815ce61c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78cc7c419b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78cc7c419b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54" name="Google Shape;54;p1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" name="Google Shape;66;p13"/>
          <p:cNvSpPr txBox="1"/>
          <p:nvPr>
            <p:ph hasCustomPrompt="1" type="title"/>
          </p:nvPr>
        </p:nvSpPr>
        <p:spPr>
          <a:xfrm>
            <a:off x="1421338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2" type="title"/>
          </p:nvPr>
        </p:nvSpPr>
        <p:spPr>
          <a:xfrm>
            <a:off x="3210379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3" type="title"/>
          </p:nvPr>
        </p:nvSpPr>
        <p:spPr>
          <a:xfrm>
            <a:off x="4999421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4" type="title"/>
          </p:nvPr>
        </p:nvSpPr>
        <p:spPr>
          <a:xfrm>
            <a:off x="6788463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5" type="ctrTitle"/>
          </p:nvPr>
        </p:nvSpPr>
        <p:spPr>
          <a:xfrm>
            <a:off x="311700" y="618575"/>
            <a:ext cx="85206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Permanent Marker"/>
              <a:buNone/>
              <a:defRPr sz="1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114145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2" name="Google Shape;72;p13"/>
          <p:cNvSpPr txBox="1"/>
          <p:nvPr>
            <p:ph idx="6" type="subTitle"/>
          </p:nvPr>
        </p:nvSpPr>
        <p:spPr>
          <a:xfrm>
            <a:off x="293047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3" name="Google Shape;73;p13"/>
          <p:cNvSpPr txBox="1"/>
          <p:nvPr>
            <p:ph idx="7" type="subTitle"/>
          </p:nvPr>
        </p:nvSpPr>
        <p:spPr>
          <a:xfrm>
            <a:off x="471950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" name="Google Shape;74;p13"/>
          <p:cNvSpPr txBox="1"/>
          <p:nvPr>
            <p:ph idx="8" type="subTitle"/>
          </p:nvPr>
        </p:nvSpPr>
        <p:spPr>
          <a:xfrm>
            <a:off x="6508575" y="36826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5" name="Google Shape;75;p13"/>
          <p:cNvSpPr txBox="1"/>
          <p:nvPr>
            <p:ph idx="9" type="subTitle"/>
          </p:nvPr>
        </p:nvSpPr>
        <p:spPr>
          <a:xfrm>
            <a:off x="471952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BIG_NUMBER_1_1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8" name="Google Shape;78;p1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1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" name="Google Shape;87;p1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1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" name="Google Shape;90;p14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114000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94" name="Google Shape;94;p1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1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1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1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1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1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1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1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124892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2" type="subTitle"/>
          </p:nvPr>
        </p:nvSpPr>
        <p:spPr>
          <a:xfrm>
            <a:off x="3723750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3" type="subTitle"/>
          </p:nvPr>
        </p:nvSpPr>
        <p:spPr>
          <a:xfrm>
            <a:off x="619857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type="ctrTitle"/>
          </p:nvPr>
        </p:nvSpPr>
        <p:spPr>
          <a:xfrm>
            <a:off x="1350163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4" type="ctrTitle"/>
          </p:nvPr>
        </p:nvSpPr>
        <p:spPr>
          <a:xfrm>
            <a:off x="382498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5" type="ctrTitle"/>
          </p:nvPr>
        </p:nvSpPr>
        <p:spPr>
          <a:xfrm>
            <a:off x="629983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6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tetul secțiunii 1">
  <p:cSld name="SECTION_HEADER_1">
    <p:bg>
      <p:bgPr>
        <a:solidFill>
          <a:schemeClr val="accen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6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115" name="Google Shape;115;p16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120" name="Google Shape;120;p16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16"/>
          <p:cNvSpPr txBox="1"/>
          <p:nvPr>
            <p:ph type="ctrTitle"/>
          </p:nvPr>
        </p:nvSpPr>
        <p:spPr>
          <a:xfrm>
            <a:off x="2492100" y="2123475"/>
            <a:ext cx="4159800" cy="112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5" name="Google Shape;125;p16"/>
          <p:cNvSpPr txBox="1"/>
          <p:nvPr>
            <p:ph idx="1" type="subTitle"/>
          </p:nvPr>
        </p:nvSpPr>
        <p:spPr>
          <a:xfrm>
            <a:off x="2492100" y="3323814"/>
            <a:ext cx="41598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6" name="Google Shape;126;p16"/>
          <p:cNvSpPr txBox="1"/>
          <p:nvPr>
            <p:ph hasCustomPrompt="1" idx="2" type="title"/>
          </p:nvPr>
        </p:nvSpPr>
        <p:spPr>
          <a:xfrm>
            <a:off x="2492100" y="1483386"/>
            <a:ext cx="4159800" cy="70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55151" y="2785291"/>
            <a:ext cx="2526614" cy="874564"/>
            <a:chOff x="3457434" y="4469778"/>
            <a:chExt cx="1572451" cy="544289"/>
          </a:xfrm>
        </p:grpSpPr>
        <p:sp>
          <p:nvSpPr>
            <p:cNvPr id="132" name="Google Shape;132;p18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102751" y="3680641"/>
            <a:ext cx="2526614" cy="874564"/>
            <a:chOff x="3457434" y="4469778"/>
            <a:chExt cx="1572451" cy="544289"/>
          </a:xfrm>
        </p:grpSpPr>
        <p:sp>
          <p:nvSpPr>
            <p:cNvPr id="153" name="Google Shape;153;p18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3531662" y="4536065"/>
              <a:ext cx="477978" cy="102941"/>
            </a:xfrm>
            <a:custGeom>
              <a:rect b="b" l="l" r="r" t="t"/>
              <a:pathLst>
                <a:path extrusionOk="0" h="4252" w="19743">
                  <a:moveTo>
                    <a:pt x="859" y="1"/>
                  </a:moveTo>
                  <a:cubicBezTo>
                    <a:pt x="327" y="328"/>
                    <a:pt x="0" y="859"/>
                    <a:pt x="0" y="1350"/>
                  </a:cubicBezTo>
                  <a:cubicBezTo>
                    <a:pt x="0" y="3066"/>
                    <a:pt x="3393" y="4252"/>
                    <a:pt x="7480" y="4252"/>
                  </a:cubicBezTo>
                  <a:lnTo>
                    <a:pt x="19742" y="4252"/>
                  </a:lnTo>
                  <a:cubicBezTo>
                    <a:pt x="12753" y="3761"/>
                    <a:pt x="4946" y="2739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18"/>
          <p:cNvGrpSpPr/>
          <p:nvPr/>
        </p:nvGrpSpPr>
        <p:grpSpPr>
          <a:xfrm>
            <a:off x="7228313" y="-114309"/>
            <a:ext cx="1915697" cy="4616272"/>
            <a:chOff x="7899913" y="-114309"/>
            <a:chExt cx="1915697" cy="4616272"/>
          </a:xfrm>
        </p:grpSpPr>
        <p:sp>
          <p:nvSpPr>
            <p:cNvPr id="175" name="Google Shape;175;p18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7899913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FFB0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-400231" y="71459"/>
            <a:ext cx="9944461" cy="5619869"/>
            <a:chOff x="-1009131" y="114298"/>
            <a:chExt cx="11162264" cy="5619869"/>
          </a:xfrm>
        </p:grpSpPr>
        <p:grpSp>
          <p:nvGrpSpPr>
            <p:cNvPr id="192" name="Google Shape;192;p18"/>
            <p:cNvGrpSpPr/>
            <p:nvPr/>
          </p:nvGrpSpPr>
          <p:grpSpPr>
            <a:xfrm>
              <a:off x="-1009131" y="114298"/>
              <a:ext cx="11162264" cy="5619869"/>
              <a:chOff x="-852900" y="114300"/>
              <a:chExt cx="10849790" cy="6172288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-845014" y="129282"/>
                <a:ext cx="10826179" cy="6147915"/>
              </a:xfrm>
              <a:custGeom>
                <a:rect b="b" l="l" r="r" t="t"/>
                <a:pathLst>
                  <a:path extrusionOk="0" h="134190" w="225135">
                    <a:moveTo>
                      <a:pt x="41896" y="1"/>
                    </a:moveTo>
                    <a:cubicBezTo>
                      <a:pt x="37114" y="1"/>
                      <a:pt x="33190" y="3924"/>
                      <a:pt x="33190" y="8707"/>
                    </a:cubicBezTo>
                    <a:lnTo>
                      <a:pt x="33190" y="102349"/>
                    </a:lnTo>
                    <a:lnTo>
                      <a:pt x="1676" y="125197"/>
                    </a:lnTo>
                    <a:lnTo>
                      <a:pt x="2044" y="125197"/>
                    </a:lnTo>
                    <a:cubicBezTo>
                      <a:pt x="859" y="126015"/>
                      <a:pt x="0" y="127568"/>
                      <a:pt x="0" y="129081"/>
                    </a:cubicBezTo>
                    <a:cubicBezTo>
                      <a:pt x="0" y="131819"/>
                      <a:pt x="2371" y="134190"/>
                      <a:pt x="5109" y="134190"/>
                    </a:cubicBezTo>
                    <a:lnTo>
                      <a:pt x="220188" y="134190"/>
                    </a:lnTo>
                    <a:cubicBezTo>
                      <a:pt x="222927" y="134190"/>
                      <a:pt x="225134" y="131819"/>
                      <a:pt x="225134" y="129081"/>
                    </a:cubicBezTo>
                    <a:cubicBezTo>
                      <a:pt x="225134" y="127732"/>
                      <a:pt x="224644" y="126383"/>
                      <a:pt x="223622" y="125524"/>
                    </a:cubicBezTo>
                    <a:lnTo>
                      <a:pt x="223785" y="125524"/>
                    </a:lnTo>
                    <a:lnTo>
                      <a:pt x="192762" y="102349"/>
                    </a:lnTo>
                    <a:lnTo>
                      <a:pt x="192762" y="8707"/>
                    </a:lnTo>
                    <a:cubicBezTo>
                      <a:pt x="192762" y="3924"/>
                      <a:pt x="188879" y="1"/>
                      <a:pt x="184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-852900" y="114300"/>
                <a:ext cx="10849790" cy="6172288"/>
              </a:xfrm>
              <a:custGeom>
                <a:rect b="b" l="l" r="r" t="t"/>
                <a:pathLst>
                  <a:path extrusionOk="0" h="134722" w="225626">
                    <a:moveTo>
                      <a:pt x="184261" y="491"/>
                    </a:moveTo>
                    <a:cubicBezTo>
                      <a:pt x="186468" y="491"/>
                      <a:pt x="188675" y="1513"/>
                      <a:pt x="190228" y="3066"/>
                    </a:cubicBezTo>
                    <a:cubicBezTo>
                      <a:pt x="191577" y="4578"/>
                      <a:pt x="192599" y="6622"/>
                      <a:pt x="192599" y="9034"/>
                    </a:cubicBezTo>
                    <a:lnTo>
                      <a:pt x="192599" y="102839"/>
                    </a:lnTo>
                    <a:lnTo>
                      <a:pt x="223381" y="125714"/>
                    </a:lnTo>
                    <a:lnTo>
                      <a:pt x="223581" y="126015"/>
                    </a:lnTo>
                    <a:cubicBezTo>
                      <a:pt x="224440" y="126873"/>
                      <a:pt x="225135" y="128059"/>
                      <a:pt x="225135" y="129408"/>
                    </a:cubicBezTo>
                    <a:cubicBezTo>
                      <a:pt x="225135" y="130797"/>
                      <a:pt x="224603" y="131983"/>
                      <a:pt x="223581" y="132841"/>
                    </a:cubicBezTo>
                    <a:cubicBezTo>
                      <a:pt x="222764" y="133699"/>
                      <a:pt x="221538" y="134190"/>
                      <a:pt x="220352" y="134190"/>
                    </a:cubicBezTo>
                    <a:lnTo>
                      <a:pt x="5273" y="134190"/>
                    </a:lnTo>
                    <a:cubicBezTo>
                      <a:pt x="3884" y="134190"/>
                      <a:pt x="2698" y="133699"/>
                      <a:pt x="1840" y="132841"/>
                    </a:cubicBezTo>
                    <a:cubicBezTo>
                      <a:pt x="1023" y="131983"/>
                      <a:pt x="491" y="130797"/>
                      <a:pt x="491" y="129408"/>
                    </a:cubicBezTo>
                    <a:cubicBezTo>
                      <a:pt x="491" y="127895"/>
                      <a:pt x="1186" y="126546"/>
                      <a:pt x="2371" y="125688"/>
                    </a:cubicBezTo>
                    <a:lnTo>
                      <a:pt x="2862" y="125157"/>
                    </a:lnTo>
                    <a:lnTo>
                      <a:pt x="2698" y="125157"/>
                    </a:lnTo>
                    <a:lnTo>
                      <a:pt x="33722" y="102839"/>
                    </a:lnTo>
                    <a:lnTo>
                      <a:pt x="33722" y="9034"/>
                    </a:lnTo>
                    <a:cubicBezTo>
                      <a:pt x="33722" y="6622"/>
                      <a:pt x="34539" y="4578"/>
                      <a:pt x="36092" y="3066"/>
                    </a:cubicBezTo>
                    <a:cubicBezTo>
                      <a:pt x="37605" y="1513"/>
                      <a:pt x="39853" y="491"/>
                      <a:pt x="42060" y="491"/>
                    </a:cubicBezTo>
                    <a:close/>
                    <a:moveTo>
                      <a:pt x="42060" y="1"/>
                    </a:moveTo>
                    <a:cubicBezTo>
                      <a:pt x="37114" y="1"/>
                      <a:pt x="33190" y="4088"/>
                      <a:pt x="33190" y="9034"/>
                    </a:cubicBezTo>
                    <a:lnTo>
                      <a:pt x="33190" y="102676"/>
                    </a:lnTo>
                    <a:lnTo>
                      <a:pt x="1023" y="125688"/>
                    </a:lnTo>
                    <a:lnTo>
                      <a:pt x="1589" y="125688"/>
                    </a:lnTo>
                    <a:cubicBezTo>
                      <a:pt x="620" y="126584"/>
                      <a:pt x="1" y="127949"/>
                      <a:pt x="1" y="129408"/>
                    </a:cubicBezTo>
                    <a:cubicBezTo>
                      <a:pt x="1" y="132310"/>
                      <a:pt x="2371" y="134721"/>
                      <a:pt x="5273" y="134721"/>
                    </a:cubicBezTo>
                    <a:lnTo>
                      <a:pt x="220352" y="134721"/>
                    </a:lnTo>
                    <a:cubicBezTo>
                      <a:pt x="223254" y="134721"/>
                      <a:pt x="225625" y="132310"/>
                      <a:pt x="225625" y="129408"/>
                    </a:cubicBezTo>
                    <a:cubicBezTo>
                      <a:pt x="225625" y="128054"/>
                      <a:pt x="225101" y="126962"/>
                      <a:pt x="224258" y="126015"/>
                    </a:cubicBezTo>
                    <a:lnTo>
                      <a:pt x="224603" y="126015"/>
                    </a:lnTo>
                    <a:lnTo>
                      <a:pt x="223949" y="125530"/>
                    </a:lnTo>
                    <a:lnTo>
                      <a:pt x="223949" y="125530"/>
                    </a:lnTo>
                    <a:lnTo>
                      <a:pt x="223949" y="125524"/>
                    </a:lnTo>
                    <a:lnTo>
                      <a:pt x="223942" y="125524"/>
                    </a:lnTo>
                    <a:lnTo>
                      <a:pt x="193130" y="102676"/>
                    </a:lnTo>
                    <a:lnTo>
                      <a:pt x="193130" y="9034"/>
                    </a:lnTo>
                    <a:cubicBezTo>
                      <a:pt x="193130" y="4088"/>
                      <a:pt x="189043" y="1"/>
                      <a:pt x="1842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-27366" y="4975819"/>
                <a:ext cx="9247851" cy="702298"/>
              </a:xfrm>
              <a:custGeom>
                <a:rect b="b" l="l" r="r" t="t"/>
                <a:pathLst>
                  <a:path extrusionOk="0" h="15329" w="192313">
                    <a:moveTo>
                      <a:pt x="20806" y="164"/>
                    </a:moveTo>
                    <a:lnTo>
                      <a:pt x="44043" y="327"/>
                    </a:lnTo>
                    <a:lnTo>
                      <a:pt x="43777" y="327"/>
                    </a:lnTo>
                    <a:lnTo>
                      <a:pt x="42428" y="1840"/>
                    </a:lnTo>
                    <a:lnTo>
                      <a:pt x="30329" y="1676"/>
                    </a:lnTo>
                    <a:lnTo>
                      <a:pt x="32046" y="327"/>
                    </a:lnTo>
                    <a:lnTo>
                      <a:pt x="31188" y="327"/>
                    </a:lnTo>
                    <a:lnTo>
                      <a:pt x="29471" y="1676"/>
                    </a:lnTo>
                    <a:lnTo>
                      <a:pt x="18925" y="1676"/>
                    </a:lnTo>
                    <a:lnTo>
                      <a:pt x="20806" y="164"/>
                    </a:lnTo>
                    <a:close/>
                    <a:moveTo>
                      <a:pt x="44632" y="332"/>
                    </a:moveTo>
                    <a:lnTo>
                      <a:pt x="67279" y="491"/>
                    </a:lnTo>
                    <a:lnTo>
                      <a:pt x="66625" y="2044"/>
                    </a:lnTo>
                    <a:lnTo>
                      <a:pt x="55876" y="2044"/>
                    </a:lnTo>
                    <a:lnTo>
                      <a:pt x="56897" y="491"/>
                    </a:lnTo>
                    <a:lnTo>
                      <a:pt x="56039" y="491"/>
                    </a:lnTo>
                    <a:lnTo>
                      <a:pt x="55017" y="1840"/>
                    </a:lnTo>
                    <a:lnTo>
                      <a:pt x="43286" y="1840"/>
                    </a:lnTo>
                    <a:lnTo>
                      <a:pt x="44632" y="332"/>
                    </a:lnTo>
                    <a:close/>
                    <a:moveTo>
                      <a:pt x="68138" y="491"/>
                    </a:moveTo>
                    <a:lnTo>
                      <a:pt x="80073" y="654"/>
                    </a:lnTo>
                    <a:lnTo>
                      <a:pt x="79542" y="2208"/>
                    </a:lnTo>
                    <a:lnTo>
                      <a:pt x="67443" y="2044"/>
                    </a:lnTo>
                    <a:lnTo>
                      <a:pt x="68138" y="491"/>
                    </a:lnTo>
                    <a:close/>
                    <a:moveTo>
                      <a:pt x="80727" y="654"/>
                    </a:moveTo>
                    <a:lnTo>
                      <a:pt x="92335" y="818"/>
                    </a:lnTo>
                    <a:lnTo>
                      <a:pt x="92335" y="2208"/>
                    </a:lnTo>
                    <a:lnTo>
                      <a:pt x="80400" y="2208"/>
                    </a:lnTo>
                    <a:lnTo>
                      <a:pt x="80727" y="654"/>
                    </a:lnTo>
                    <a:close/>
                    <a:moveTo>
                      <a:pt x="104597" y="818"/>
                    </a:moveTo>
                    <a:lnTo>
                      <a:pt x="104761" y="2371"/>
                    </a:lnTo>
                    <a:lnTo>
                      <a:pt x="93194" y="2208"/>
                    </a:lnTo>
                    <a:lnTo>
                      <a:pt x="93194" y="818"/>
                    </a:lnTo>
                    <a:close/>
                    <a:moveTo>
                      <a:pt x="105456" y="818"/>
                    </a:moveTo>
                    <a:lnTo>
                      <a:pt x="116492" y="1022"/>
                    </a:lnTo>
                    <a:lnTo>
                      <a:pt x="116860" y="2371"/>
                    </a:lnTo>
                    <a:lnTo>
                      <a:pt x="105619" y="2371"/>
                    </a:lnTo>
                    <a:lnTo>
                      <a:pt x="105456" y="818"/>
                    </a:lnTo>
                    <a:close/>
                    <a:moveTo>
                      <a:pt x="128100" y="1022"/>
                    </a:moveTo>
                    <a:lnTo>
                      <a:pt x="128754" y="2535"/>
                    </a:lnTo>
                    <a:lnTo>
                      <a:pt x="117718" y="2371"/>
                    </a:lnTo>
                    <a:lnTo>
                      <a:pt x="117187" y="1022"/>
                    </a:lnTo>
                    <a:close/>
                    <a:moveTo>
                      <a:pt x="128958" y="1022"/>
                    </a:moveTo>
                    <a:lnTo>
                      <a:pt x="139504" y="1186"/>
                    </a:lnTo>
                    <a:lnTo>
                      <a:pt x="140526" y="2535"/>
                    </a:lnTo>
                    <a:lnTo>
                      <a:pt x="129612" y="2535"/>
                    </a:lnTo>
                    <a:lnTo>
                      <a:pt x="128958" y="1022"/>
                    </a:lnTo>
                    <a:close/>
                    <a:moveTo>
                      <a:pt x="150744" y="1186"/>
                    </a:moveTo>
                    <a:lnTo>
                      <a:pt x="151929" y="2698"/>
                    </a:lnTo>
                    <a:lnTo>
                      <a:pt x="141220" y="2535"/>
                    </a:lnTo>
                    <a:lnTo>
                      <a:pt x="140362" y="1186"/>
                    </a:lnTo>
                    <a:close/>
                    <a:moveTo>
                      <a:pt x="151439" y="1186"/>
                    </a:moveTo>
                    <a:lnTo>
                      <a:pt x="162843" y="1349"/>
                    </a:lnTo>
                    <a:lnTo>
                      <a:pt x="164355" y="2698"/>
                    </a:lnTo>
                    <a:lnTo>
                      <a:pt x="152624" y="2698"/>
                    </a:lnTo>
                    <a:lnTo>
                      <a:pt x="151439" y="1186"/>
                    </a:lnTo>
                    <a:close/>
                    <a:moveTo>
                      <a:pt x="163701" y="1349"/>
                    </a:moveTo>
                    <a:lnTo>
                      <a:pt x="174574" y="1513"/>
                    </a:lnTo>
                    <a:lnTo>
                      <a:pt x="176290" y="2862"/>
                    </a:lnTo>
                    <a:lnTo>
                      <a:pt x="165050" y="2698"/>
                    </a:lnTo>
                    <a:lnTo>
                      <a:pt x="163701" y="1349"/>
                    </a:lnTo>
                    <a:close/>
                    <a:moveTo>
                      <a:pt x="18598" y="1840"/>
                    </a:moveTo>
                    <a:lnTo>
                      <a:pt x="29307" y="2044"/>
                    </a:lnTo>
                    <a:lnTo>
                      <a:pt x="27427" y="3556"/>
                    </a:lnTo>
                    <a:lnTo>
                      <a:pt x="16350" y="3556"/>
                    </a:lnTo>
                    <a:lnTo>
                      <a:pt x="18598" y="1840"/>
                    </a:lnTo>
                    <a:close/>
                    <a:moveTo>
                      <a:pt x="42265" y="2044"/>
                    </a:moveTo>
                    <a:lnTo>
                      <a:pt x="40711" y="3720"/>
                    </a:lnTo>
                    <a:lnTo>
                      <a:pt x="28286" y="3556"/>
                    </a:lnTo>
                    <a:lnTo>
                      <a:pt x="30166" y="2044"/>
                    </a:lnTo>
                    <a:close/>
                    <a:moveTo>
                      <a:pt x="43123" y="2044"/>
                    </a:moveTo>
                    <a:lnTo>
                      <a:pt x="54854" y="2208"/>
                    </a:lnTo>
                    <a:lnTo>
                      <a:pt x="53832" y="3720"/>
                    </a:lnTo>
                    <a:lnTo>
                      <a:pt x="41733" y="3720"/>
                    </a:lnTo>
                    <a:lnTo>
                      <a:pt x="43123" y="2044"/>
                    </a:lnTo>
                    <a:close/>
                    <a:moveTo>
                      <a:pt x="66421" y="2208"/>
                    </a:moveTo>
                    <a:lnTo>
                      <a:pt x="65604" y="3883"/>
                    </a:lnTo>
                    <a:lnTo>
                      <a:pt x="54690" y="3720"/>
                    </a:lnTo>
                    <a:lnTo>
                      <a:pt x="55876" y="2208"/>
                    </a:lnTo>
                    <a:close/>
                    <a:moveTo>
                      <a:pt x="67279" y="2208"/>
                    </a:moveTo>
                    <a:lnTo>
                      <a:pt x="79542" y="2371"/>
                    </a:lnTo>
                    <a:lnTo>
                      <a:pt x="79051" y="3883"/>
                    </a:lnTo>
                    <a:lnTo>
                      <a:pt x="66625" y="3883"/>
                    </a:lnTo>
                    <a:lnTo>
                      <a:pt x="67279" y="2208"/>
                    </a:lnTo>
                    <a:close/>
                    <a:moveTo>
                      <a:pt x="92335" y="2371"/>
                    </a:moveTo>
                    <a:lnTo>
                      <a:pt x="92172" y="4088"/>
                    </a:lnTo>
                    <a:lnTo>
                      <a:pt x="79909" y="3883"/>
                    </a:lnTo>
                    <a:lnTo>
                      <a:pt x="80400" y="2371"/>
                    </a:lnTo>
                    <a:close/>
                    <a:moveTo>
                      <a:pt x="93194" y="2371"/>
                    </a:moveTo>
                    <a:lnTo>
                      <a:pt x="104761" y="2535"/>
                    </a:lnTo>
                    <a:lnTo>
                      <a:pt x="104924" y="4088"/>
                    </a:lnTo>
                    <a:lnTo>
                      <a:pt x="92989" y="4088"/>
                    </a:lnTo>
                    <a:lnTo>
                      <a:pt x="93194" y="2371"/>
                    </a:lnTo>
                    <a:close/>
                    <a:moveTo>
                      <a:pt x="117023" y="2535"/>
                    </a:moveTo>
                    <a:lnTo>
                      <a:pt x="117514" y="4088"/>
                    </a:lnTo>
                    <a:lnTo>
                      <a:pt x="105783" y="4088"/>
                    </a:lnTo>
                    <a:lnTo>
                      <a:pt x="105619" y="2535"/>
                    </a:lnTo>
                    <a:close/>
                    <a:moveTo>
                      <a:pt x="117718" y="2535"/>
                    </a:moveTo>
                    <a:lnTo>
                      <a:pt x="128958" y="2698"/>
                    </a:lnTo>
                    <a:lnTo>
                      <a:pt x="129776" y="4251"/>
                    </a:lnTo>
                    <a:lnTo>
                      <a:pt x="118372" y="4088"/>
                    </a:lnTo>
                    <a:lnTo>
                      <a:pt x="117718" y="2535"/>
                    </a:lnTo>
                    <a:close/>
                    <a:moveTo>
                      <a:pt x="140689" y="2698"/>
                    </a:moveTo>
                    <a:lnTo>
                      <a:pt x="141711" y="4251"/>
                    </a:lnTo>
                    <a:lnTo>
                      <a:pt x="130471" y="4251"/>
                    </a:lnTo>
                    <a:lnTo>
                      <a:pt x="129776" y="2698"/>
                    </a:lnTo>
                    <a:close/>
                    <a:moveTo>
                      <a:pt x="141384" y="2698"/>
                    </a:moveTo>
                    <a:lnTo>
                      <a:pt x="152093" y="2862"/>
                    </a:lnTo>
                    <a:lnTo>
                      <a:pt x="153483" y="4415"/>
                    </a:lnTo>
                    <a:lnTo>
                      <a:pt x="153483" y="4415"/>
                    </a:lnTo>
                    <a:lnTo>
                      <a:pt x="142569" y="4251"/>
                    </a:lnTo>
                    <a:lnTo>
                      <a:pt x="141384" y="2698"/>
                    </a:lnTo>
                    <a:close/>
                    <a:moveTo>
                      <a:pt x="164519" y="2862"/>
                    </a:moveTo>
                    <a:lnTo>
                      <a:pt x="166235" y="4415"/>
                    </a:lnTo>
                    <a:lnTo>
                      <a:pt x="154137" y="4415"/>
                    </a:lnTo>
                    <a:lnTo>
                      <a:pt x="152788" y="2862"/>
                    </a:lnTo>
                    <a:close/>
                    <a:moveTo>
                      <a:pt x="165377" y="2862"/>
                    </a:moveTo>
                    <a:lnTo>
                      <a:pt x="176617" y="3066"/>
                    </a:lnTo>
                    <a:lnTo>
                      <a:pt x="178498" y="4415"/>
                    </a:lnTo>
                    <a:lnTo>
                      <a:pt x="166930" y="4415"/>
                    </a:lnTo>
                    <a:lnTo>
                      <a:pt x="165377" y="2862"/>
                    </a:lnTo>
                    <a:close/>
                    <a:moveTo>
                      <a:pt x="16187" y="3720"/>
                    </a:moveTo>
                    <a:lnTo>
                      <a:pt x="27100" y="3883"/>
                    </a:lnTo>
                    <a:lnTo>
                      <a:pt x="25220" y="5600"/>
                    </a:lnTo>
                    <a:lnTo>
                      <a:pt x="13816" y="5600"/>
                    </a:lnTo>
                    <a:lnTo>
                      <a:pt x="16187" y="3720"/>
                    </a:lnTo>
                    <a:close/>
                    <a:moveTo>
                      <a:pt x="40548" y="3883"/>
                    </a:moveTo>
                    <a:lnTo>
                      <a:pt x="39035" y="5600"/>
                    </a:lnTo>
                    <a:lnTo>
                      <a:pt x="26242" y="5600"/>
                    </a:lnTo>
                    <a:lnTo>
                      <a:pt x="28122" y="3883"/>
                    </a:lnTo>
                    <a:close/>
                    <a:moveTo>
                      <a:pt x="53668" y="3883"/>
                    </a:moveTo>
                    <a:lnTo>
                      <a:pt x="52483" y="5764"/>
                    </a:lnTo>
                    <a:lnTo>
                      <a:pt x="40057" y="5600"/>
                    </a:lnTo>
                    <a:lnTo>
                      <a:pt x="41570" y="3883"/>
                    </a:lnTo>
                    <a:close/>
                    <a:moveTo>
                      <a:pt x="54527" y="3883"/>
                    </a:moveTo>
                    <a:lnTo>
                      <a:pt x="65604" y="4088"/>
                    </a:lnTo>
                    <a:lnTo>
                      <a:pt x="64745" y="5764"/>
                    </a:lnTo>
                    <a:lnTo>
                      <a:pt x="53341" y="5764"/>
                    </a:lnTo>
                    <a:lnTo>
                      <a:pt x="54527" y="3883"/>
                    </a:lnTo>
                    <a:close/>
                    <a:moveTo>
                      <a:pt x="79051" y="4088"/>
                    </a:moveTo>
                    <a:lnTo>
                      <a:pt x="78520" y="5764"/>
                    </a:lnTo>
                    <a:lnTo>
                      <a:pt x="65604" y="5764"/>
                    </a:lnTo>
                    <a:lnTo>
                      <a:pt x="66421" y="4088"/>
                    </a:lnTo>
                    <a:close/>
                    <a:moveTo>
                      <a:pt x="79909" y="4088"/>
                    </a:moveTo>
                    <a:lnTo>
                      <a:pt x="92172" y="4251"/>
                    </a:lnTo>
                    <a:lnTo>
                      <a:pt x="91967" y="5927"/>
                    </a:lnTo>
                    <a:lnTo>
                      <a:pt x="79378" y="5764"/>
                    </a:lnTo>
                    <a:lnTo>
                      <a:pt x="79909" y="4088"/>
                    </a:lnTo>
                    <a:close/>
                    <a:moveTo>
                      <a:pt x="104924" y="4251"/>
                    </a:moveTo>
                    <a:lnTo>
                      <a:pt x="105088" y="5927"/>
                    </a:lnTo>
                    <a:lnTo>
                      <a:pt x="92826" y="5927"/>
                    </a:lnTo>
                    <a:lnTo>
                      <a:pt x="92989" y="4251"/>
                    </a:lnTo>
                    <a:close/>
                    <a:moveTo>
                      <a:pt x="105783" y="4251"/>
                    </a:moveTo>
                    <a:lnTo>
                      <a:pt x="117514" y="4415"/>
                    </a:lnTo>
                    <a:lnTo>
                      <a:pt x="118045" y="5927"/>
                    </a:lnTo>
                    <a:lnTo>
                      <a:pt x="106110" y="5927"/>
                    </a:lnTo>
                    <a:lnTo>
                      <a:pt x="105783" y="4251"/>
                    </a:lnTo>
                    <a:close/>
                    <a:moveTo>
                      <a:pt x="129776" y="4415"/>
                    </a:moveTo>
                    <a:lnTo>
                      <a:pt x="130634" y="5927"/>
                    </a:lnTo>
                    <a:lnTo>
                      <a:pt x="118903" y="5927"/>
                    </a:lnTo>
                    <a:lnTo>
                      <a:pt x="118372" y="4415"/>
                    </a:lnTo>
                    <a:close/>
                    <a:moveTo>
                      <a:pt x="141874" y="4415"/>
                    </a:moveTo>
                    <a:lnTo>
                      <a:pt x="142896" y="6131"/>
                    </a:lnTo>
                    <a:lnTo>
                      <a:pt x="131492" y="6131"/>
                    </a:lnTo>
                    <a:lnTo>
                      <a:pt x="130634" y="4415"/>
                    </a:lnTo>
                    <a:close/>
                    <a:moveTo>
                      <a:pt x="142569" y="4415"/>
                    </a:moveTo>
                    <a:lnTo>
                      <a:pt x="153646" y="4578"/>
                    </a:lnTo>
                    <a:lnTo>
                      <a:pt x="154995" y="6131"/>
                    </a:lnTo>
                    <a:lnTo>
                      <a:pt x="143755" y="6131"/>
                    </a:lnTo>
                    <a:lnTo>
                      <a:pt x="142569" y="4415"/>
                    </a:lnTo>
                    <a:close/>
                    <a:moveTo>
                      <a:pt x="166399" y="4578"/>
                    </a:moveTo>
                    <a:lnTo>
                      <a:pt x="168116" y="6131"/>
                    </a:lnTo>
                    <a:lnTo>
                      <a:pt x="155853" y="6131"/>
                    </a:lnTo>
                    <a:lnTo>
                      <a:pt x="154300" y="4578"/>
                    </a:lnTo>
                    <a:close/>
                    <a:moveTo>
                      <a:pt x="167094" y="4578"/>
                    </a:moveTo>
                    <a:lnTo>
                      <a:pt x="178661" y="4742"/>
                    </a:lnTo>
                    <a:lnTo>
                      <a:pt x="180705" y="6295"/>
                    </a:lnTo>
                    <a:lnTo>
                      <a:pt x="168974" y="6131"/>
                    </a:lnTo>
                    <a:lnTo>
                      <a:pt x="167094" y="4578"/>
                    </a:lnTo>
                    <a:close/>
                    <a:moveTo>
                      <a:pt x="24893" y="5764"/>
                    </a:moveTo>
                    <a:lnTo>
                      <a:pt x="22849" y="7644"/>
                    </a:lnTo>
                    <a:lnTo>
                      <a:pt x="11078" y="7644"/>
                    </a:lnTo>
                    <a:lnTo>
                      <a:pt x="13653" y="5764"/>
                    </a:lnTo>
                    <a:close/>
                    <a:moveTo>
                      <a:pt x="25915" y="5764"/>
                    </a:moveTo>
                    <a:lnTo>
                      <a:pt x="38831" y="5927"/>
                    </a:lnTo>
                    <a:lnTo>
                      <a:pt x="37155" y="7807"/>
                    </a:lnTo>
                    <a:lnTo>
                      <a:pt x="23871" y="7644"/>
                    </a:lnTo>
                    <a:lnTo>
                      <a:pt x="25915" y="5764"/>
                    </a:lnTo>
                    <a:close/>
                    <a:moveTo>
                      <a:pt x="52320" y="5927"/>
                    </a:moveTo>
                    <a:lnTo>
                      <a:pt x="51093" y="7807"/>
                    </a:lnTo>
                    <a:lnTo>
                      <a:pt x="38177" y="7807"/>
                    </a:lnTo>
                    <a:lnTo>
                      <a:pt x="39689" y="5927"/>
                    </a:lnTo>
                    <a:close/>
                    <a:moveTo>
                      <a:pt x="64582" y="5927"/>
                    </a:moveTo>
                    <a:lnTo>
                      <a:pt x="63723" y="7807"/>
                    </a:lnTo>
                    <a:lnTo>
                      <a:pt x="51952" y="7807"/>
                    </a:lnTo>
                    <a:lnTo>
                      <a:pt x="53341" y="5927"/>
                    </a:lnTo>
                    <a:close/>
                    <a:moveTo>
                      <a:pt x="65604" y="5927"/>
                    </a:moveTo>
                    <a:lnTo>
                      <a:pt x="78356" y="6131"/>
                    </a:lnTo>
                    <a:lnTo>
                      <a:pt x="77866" y="7807"/>
                    </a:lnTo>
                    <a:lnTo>
                      <a:pt x="64582" y="7807"/>
                    </a:lnTo>
                    <a:lnTo>
                      <a:pt x="65604" y="5927"/>
                    </a:lnTo>
                    <a:close/>
                    <a:moveTo>
                      <a:pt x="91967" y="6131"/>
                    </a:moveTo>
                    <a:lnTo>
                      <a:pt x="91804" y="7807"/>
                    </a:lnTo>
                    <a:lnTo>
                      <a:pt x="78888" y="7807"/>
                    </a:lnTo>
                    <a:lnTo>
                      <a:pt x="79378" y="6131"/>
                    </a:lnTo>
                    <a:close/>
                    <a:moveTo>
                      <a:pt x="105251" y="6131"/>
                    </a:moveTo>
                    <a:lnTo>
                      <a:pt x="105456" y="7971"/>
                    </a:lnTo>
                    <a:lnTo>
                      <a:pt x="105456" y="7971"/>
                    </a:lnTo>
                    <a:lnTo>
                      <a:pt x="92826" y="7807"/>
                    </a:lnTo>
                    <a:lnTo>
                      <a:pt x="92826" y="6131"/>
                    </a:lnTo>
                    <a:close/>
                    <a:moveTo>
                      <a:pt x="118208" y="6131"/>
                    </a:moveTo>
                    <a:lnTo>
                      <a:pt x="118740" y="7971"/>
                    </a:lnTo>
                    <a:lnTo>
                      <a:pt x="106273" y="7971"/>
                    </a:lnTo>
                    <a:lnTo>
                      <a:pt x="106110" y="6131"/>
                    </a:lnTo>
                    <a:close/>
                    <a:moveTo>
                      <a:pt x="119067" y="6131"/>
                    </a:moveTo>
                    <a:lnTo>
                      <a:pt x="130798" y="6295"/>
                    </a:lnTo>
                    <a:lnTo>
                      <a:pt x="131656" y="7971"/>
                    </a:lnTo>
                    <a:lnTo>
                      <a:pt x="119557" y="7971"/>
                    </a:lnTo>
                    <a:lnTo>
                      <a:pt x="119067" y="6131"/>
                    </a:lnTo>
                    <a:close/>
                    <a:moveTo>
                      <a:pt x="143060" y="6295"/>
                    </a:moveTo>
                    <a:lnTo>
                      <a:pt x="144286" y="7971"/>
                    </a:lnTo>
                    <a:lnTo>
                      <a:pt x="132514" y="7971"/>
                    </a:lnTo>
                    <a:lnTo>
                      <a:pt x="131656" y="6295"/>
                    </a:lnTo>
                    <a:close/>
                    <a:moveTo>
                      <a:pt x="155158" y="6295"/>
                    </a:moveTo>
                    <a:lnTo>
                      <a:pt x="156712" y="7971"/>
                    </a:lnTo>
                    <a:lnTo>
                      <a:pt x="145103" y="7971"/>
                    </a:lnTo>
                    <a:lnTo>
                      <a:pt x="143918" y="6295"/>
                    </a:lnTo>
                    <a:close/>
                    <a:moveTo>
                      <a:pt x="156017" y="6295"/>
                    </a:moveTo>
                    <a:lnTo>
                      <a:pt x="168279" y="6458"/>
                    </a:lnTo>
                    <a:lnTo>
                      <a:pt x="170159" y="7971"/>
                    </a:lnTo>
                    <a:lnTo>
                      <a:pt x="157570" y="7971"/>
                    </a:lnTo>
                    <a:lnTo>
                      <a:pt x="156017" y="6295"/>
                    </a:lnTo>
                    <a:close/>
                    <a:moveTo>
                      <a:pt x="180868" y="6458"/>
                    </a:moveTo>
                    <a:lnTo>
                      <a:pt x="183116" y="8175"/>
                    </a:lnTo>
                    <a:lnTo>
                      <a:pt x="171018" y="7971"/>
                    </a:lnTo>
                    <a:lnTo>
                      <a:pt x="169137" y="6458"/>
                    </a:lnTo>
                    <a:close/>
                    <a:moveTo>
                      <a:pt x="22686" y="7971"/>
                    </a:moveTo>
                    <a:lnTo>
                      <a:pt x="20274" y="10014"/>
                    </a:lnTo>
                    <a:lnTo>
                      <a:pt x="8176" y="10014"/>
                    </a:lnTo>
                    <a:lnTo>
                      <a:pt x="10751" y="7971"/>
                    </a:lnTo>
                    <a:close/>
                    <a:moveTo>
                      <a:pt x="36992" y="7971"/>
                    </a:moveTo>
                    <a:lnTo>
                      <a:pt x="35112" y="10014"/>
                    </a:lnTo>
                    <a:lnTo>
                      <a:pt x="21460" y="10014"/>
                    </a:lnTo>
                    <a:lnTo>
                      <a:pt x="23708" y="7971"/>
                    </a:lnTo>
                    <a:close/>
                    <a:moveTo>
                      <a:pt x="50930" y="7971"/>
                    </a:moveTo>
                    <a:lnTo>
                      <a:pt x="49581" y="10014"/>
                    </a:lnTo>
                    <a:lnTo>
                      <a:pt x="36133" y="10014"/>
                    </a:lnTo>
                    <a:lnTo>
                      <a:pt x="37809" y="7971"/>
                    </a:lnTo>
                    <a:close/>
                    <a:moveTo>
                      <a:pt x="63560" y="7971"/>
                    </a:moveTo>
                    <a:lnTo>
                      <a:pt x="62538" y="10014"/>
                    </a:lnTo>
                    <a:lnTo>
                      <a:pt x="50603" y="10014"/>
                    </a:lnTo>
                    <a:lnTo>
                      <a:pt x="51788" y="7971"/>
                    </a:lnTo>
                    <a:close/>
                    <a:moveTo>
                      <a:pt x="64582" y="7971"/>
                    </a:moveTo>
                    <a:lnTo>
                      <a:pt x="77866" y="8175"/>
                    </a:lnTo>
                    <a:lnTo>
                      <a:pt x="77334" y="10014"/>
                    </a:lnTo>
                    <a:lnTo>
                      <a:pt x="63560" y="10014"/>
                    </a:lnTo>
                    <a:lnTo>
                      <a:pt x="64582" y="7971"/>
                    </a:lnTo>
                    <a:close/>
                    <a:moveTo>
                      <a:pt x="91804" y="8175"/>
                    </a:moveTo>
                    <a:lnTo>
                      <a:pt x="91640" y="10014"/>
                    </a:lnTo>
                    <a:lnTo>
                      <a:pt x="78356" y="10014"/>
                    </a:lnTo>
                    <a:lnTo>
                      <a:pt x="78888" y="8175"/>
                    </a:lnTo>
                    <a:close/>
                    <a:moveTo>
                      <a:pt x="105456" y="8175"/>
                    </a:moveTo>
                    <a:lnTo>
                      <a:pt x="105619" y="10014"/>
                    </a:lnTo>
                    <a:lnTo>
                      <a:pt x="92662" y="10014"/>
                    </a:lnTo>
                    <a:lnTo>
                      <a:pt x="92662" y="8175"/>
                    </a:lnTo>
                    <a:close/>
                    <a:moveTo>
                      <a:pt x="118740" y="8175"/>
                    </a:moveTo>
                    <a:lnTo>
                      <a:pt x="119394" y="10014"/>
                    </a:lnTo>
                    <a:lnTo>
                      <a:pt x="106641" y="10014"/>
                    </a:lnTo>
                    <a:lnTo>
                      <a:pt x="106273" y="8175"/>
                    </a:lnTo>
                    <a:close/>
                    <a:moveTo>
                      <a:pt x="131819" y="8175"/>
                    </a:moveTo>
                    <a:lnTo>
                      <a:pt x="132678" y="10014"/>
                    </a:lnTo>
                    <a:lnTo>
                      <a:pt x="120252" y="10014"/>
                    </a:lnTo>
                    <a:lnTo>
                      <a:pt x="119557" y="8175"/>
                    </a:lnTo>
                    <a:close/>
                    <a:moveTo>
                      <a:pt x="144449" y="8175"/>
                    </a:moveTo>
                    <a:lnTo>
                      <a:pt x="145798" y="10014"/>
                    </a:lnTo>
                    <a:lnTo>
                      <a:pt x="133536" y="10014"/>
                    </a:lnTo>
                    <a:lnTo>
                      <a:pt x="132678" y="8175"/>
                    </a:lnTo>
                    <a:close/>
                    <a:moveTo>
                      <a:pt x="156875" y="8175"/>
                    </a:moveTo>
                    <a:lnTo>
                      <a:pt x="158388" y="10014"/>
                    </a:lnTo>
                    <a:lnTo>
                      <a:pt x="146657" y="10014"/>
                    </a:lnTo>
                    <a:lnTo>
                      <a:pt x="145308" y="8175"/>
                    </a:lnTo>
                    <a:close/>
                    <a:moveTo>
                      <a:pt x="157734" y="8175"/>
                    </a:moveTo>
                    <a:lnTo>
                      <a:pt x="170323" y="8339"/>
                    </a:lnTo>
                    <a:lnTo>
                      <a:pt x="172366" y="10014"/>
                    </a:lnTo>
                    <a:lnTo>
                      <a:pt x="159246" y="10014"/>
                    </a:lnTo>
                    <a:lnTo>
                      <a:pt x="157734" y="8175"/>
                    </a:lnTo>
                    <a:close/>
                    <a:moveTo>
                      <a:pt x="183280" y="8339"/>
                    </a:moveTo>
                    <a:lnTo>
                      <a:pt x="185487" y="10014"/>
                    </a:lnTo>
                    <a:lnTo>
                      <a:pt x="173061" y="10014"/>
                    </a:lnTo>
                    <a:lnTo>
                      <a:pt x="171181" y="8339"/>
                    </a:lnTo>
                    <a:close/>
                    <a:moveTo>
                      <a:pt x="172530" y="10219"/>
                    </a:moveTo>
                    <a:lnTo>
                      <a:pt x="174574" y="12058"/>
                    </a:lnTo>
                    <a:lnTo>
                      <a:pt x="161126" y="12058"/>
                    </a:lnTo>
                    <a:lnTo>
                      <a:pt x="159409" y="10219"/>
                    </a:lnTo>
                    <a:close/>
                    <a:moveTo>
                      <a:pt x="185814" y="10219"/>
                    </a:moveTo>
                    <a:lnTo>
                      <a:pt x="188226" y="12058"/>
                    </a:lnTo>
                    <a:lnTo>
                      <a:pt x="175432" y="12058"/>
                    </a:lnTo>
                    <a:lnTo>
                      <a:pt x="173388" y="10219"/>
                    </a:lnTo>
                    <a:close/>
                    <a:moveTo>
                      <a:pt x="77171" y="10219"/>
                    </a:moveTo>
                    <a:lnTo>
                      <a:pt x="76640" y="12263"/>
                    </a:lnTo>
                    <a:lnTo>
                      <a:pt x="62538" y="12263"/>
                    </a:lnTo>
                    <a:lnTo>
                      <a:pt x="63355" y="10219"/>
                    </a:lnTo>
                    <a:close/>
                    <a:moveTo>
                      <a:pt x="91640" y="10219"/>
                    </a:moveTo>
                    <a:lnTo>
                      <a:pt x="91477" y="12263"/>
                    </a:lnTo>
                    <a:lnTo>
                      <a:pt x="77661" y="12263"/>
                    </a:lnTo>
                    <a:lnTo>
                      <a:pt x="78193" y="10219"/>
                    </a:lnTo>
                    <a:close/>
                    <a:moveTo>
                      <a:pt x="105783" y="10219"/>
                    </a:moveTo>
                    <a:lnTo>
                      <a:pt x="105946" y="12263"/>
                    </a:lnTo>
                    <a:lnTo>
                      <a:pt x="92499" y="12263"/>
                    </a:lnTo>
                    <a:lnTo>
                      <a:pt x="92662" y="10219"/>
                    </a:lnTo>
                    <a:close/>
                    <a:moveTo>
                      <a:pt x="119394" y="10219"/>
                    </a:moveTo>
                    <a:lnTo>
                      <a:pt x="120089" y="12263"/>
                    </a:lnTo>
                    <a:lnTo>
                      <a:pt x="106968" y="12263"/>
                    </a:lnTo>
                    <a:lnTo>
                      <a:pt x="106641" y="10219"/>
                    </a:lnTo>
                    <a:close/>
                    <a:moveTo>
                      <a:pt x="132841" y="10219"/>
                    </a:moveTo>
                    <a:lnTo>
                      <a:pt x="133863" y="12263"/>
                    </a:lnTo>
                    <a:lnTo>
                      <a:pt x="120947" y="12263"/>
                    </a:lnTo>
                    <a:lnTo>
                      <a:pt x="120252" y="10219"/>
                    </a:lnTo>
                    <a:close/>
                    <a:moveTo>
                      <a:pt x="145962" y="10219"/>
                    </a:moveTo>
                    <a:lnTo>
                      <a:pt x="147147" y="12263"/>
                    </a:lnTo>
                    <a:lnTo>
                      <a:pt x="134721" y="12263"/>
                    </a:lnTo>
                    <a:lnTo>
                      <a:pt x="133700" y="10219"/>
                    </a:lnTo>
                    <a:close/>
                    <a:moveTo>
                      <a:pt x="158755" y="10219"/>
                    </a:moveTo>
                    <a:lnTo>
                      <a:pt x="160268" y="12058"/>
                    </a:lnTo>
                    <a:lnTo>
                      <a:pt x="148169" y="12263"/>
                    </a:lnTo>
                    <a:lnTo>
                      <a:pt x="146820" y="10219"/>
                    </a:lnTo>
                    <a:close/>
                    <a:moveTo>
                      <a:pt x="20111" y="10219"/>
                    </a:moveTo>
                    <a:lnTo>
                      <a:pt x="17740" y="12426"/>
                    </a:lnTo>
                    <a:lnTo>
                      <a:pt x="5110" y="12426"/>
                    </a:lnTo>
                    <a:lnTo>
                      <a:pt x="7849" y="10219"/>
                    </a:lnTo>
                    <a:close/>
                    <a:moveTo>
                      <a:pt x="34948" y="10219"/>
                    </a:moveTo>
                    <a:lnTo>
                      <a:pt x="33068" y="12426"/>
                    </a:lnTo>
                    <a:lnTo>
                      <a:pt x="18762" y="12426"/>
                    </a:lnTo>
                    <a:lnTo>
                      <a:pt x="21133" y="10219"/>
                    </a:lnTo>
                    <a:close/>
                    <a:moveTo>
                      <a:pt x="49417" y="10219"/>
                    </a:moveTo>
                    <a:lnTo>
                      <a:pt x="47864" y="12426"/>
                    </a:lnTo>
                    <a:lnTo>
                      <a:pt x="34090" y="12426"/>
                    </a:lnTo>
                    <a:lnTo>
                      <a:pt x="35970" y="10219"/>
                    </a:lnTo>
                    <a:close/>
                    <a:moveTo>
                      <a:pt x="62538" y="10219"/>
                    </a:moveTo>
                    <a:lnTo>
                      <a:pt x="61516" y="12263"/>
                    </a:lnTo>
                    <a:lnTo>
                      <a:pt x="48886" y="12426"/>
                    </a:lnTo>
                    <a:lnTo>
                      <a:pt x="50439" y="10219"/>
                    </a:lnTo>
                    <a:close/>
                    <a:moveTo>
                      <a:pt x="174737" y="12426"/>
                    </a:moveTo>
                    <a:lnTo>
                      <a:pt x="177149" y="14470"/>
                    </a:lnTo>
                    <a:lnTo>
                      <a:pt x="163333" y="14470"/>
                    </a:lnTo>
                    <a:lnTo>
                      <a:pt x="161453" y="12426"/>
                    </a:lnTo>
                    <a:close/>
                    <a:moveTo>
                      <a:pt x="188553" y="12426"/>
                    </a:moveTo>
                    <a:lnTo>
                      <a:pt x="191087" y="14470"/>
                    </a:lnTo>
                    <a:lnTo>
                      <a:pt x="178007" y="14470"/>
                    </a:lnTo>
                    <a:lnTo>
                      <a:pt x="175595" y="12426"/>
                    </a:lnTo>
                    <a:close/>
                    <a:moveTo>
                      <a:pt x="32700" y="12590"/>
                    </a:moveTo>
                    <a:lnTo>
                      <a:pt x="30656" y="14960"/>
                    </a:lnTo>
                    <a:lnTo>
                      <a:pt x="15860" y="14960"/>
                    </a:lnTo>
                    <a:lnTo>
                      <a:pt x="18394" y="12590"/>
                    </a:lnTo>
                    <a:close/>
                    <a:moveTo>
                      <a:pt x="47701" y="12590"/>
                    </a:moveTo>
                    <a:lnTo>
                      <a:pt x="46188" y="14960"/>
                    </a:lnTo>
                    <a:lnTo>
                      <a:pt x="31678" y="14960"/>
                    </a:lnTo>
                    <a:lnTo>
                      <a:pt x="33722" y="12590"/>
                    </a:lnTo>
                    <a:close/>
                    <a:moveTo>
                      <a:pt x="160636" y="12426"/>
                    </a:moveTo>
                    <a:lnTo>
                      <a:pt x="162311" y="14470"/>
                    </a:lnTo>
                    <a:lnTo>
                      <a:pt x="47210" y="14960"/>
                    </a:lnTo>
                    <a:lnTo>
                      <a:pt x="48723" y="12590"/>
                    </a:lnTo>
                    <a:lnTo>
                      <a:pt x="106968" y="12590"/>
                    </a:lnTo>
                    <a:lnTo>
                      <a:pt x="106968" y="12426"/>
                    </a:lnTo>
                    <a:lnTo>
                      <a:pt x="120089" y="12426"/>
                    </a:lnTo>
                    <a:lnTo>
                      <a:pt x="120089" y="12590"/>
                    </a:lnTo>
                    <a:lnTo>
                      <a:pt x="121110" y="12590"/>
                    </a:lnTo>
                    <a:lnTo>
                      <a:pt x="121110" y="12426"/>
                    </a:lnTo>
                    <a:lnTo>
                      <a:pt x="133863" y="12426"/>
                    </a:lnTo>
                    <a:lnTo>
                      <a:pt x="134067" y="12590"/>
                    </a:lnTo>
                    <a:lnTo>
                      <a:pt x="134885" y="12590"/>
                    </a:lnTo>
                    <a:lnTo>
                      <a:pt x="134885" y="12426"/>
                    </a:lnTo>
                    <a:lnTo>
                      <a:pt x="147352" y="12426"/>
                    </a:lnTo>
                    <a:lnTo>
                      <a:pt x="147515" y="12590"/>
                    </a:lnTo>
                    <a:lnTo>
                      <a:pt x="148373" y="12590"/>
                    </a:lnTo>
                    <a:lnTo>
                      <a:pt x="148373" y="12426"/>
                    </a:lnTo>
                    <a:close/>
                    <a:moveTo>
                      <a:pt x="17372" y="12590"/>
                    </a:moveTo>
                    <a:lnTo>
                      <a:pt x="14675" y="14960"/>
                    </a:lnTo>
                    <a:lnTo>
                      <a:pt x="1554" y="15124"/>
                    </a:lnTo>
                    <a:lnTo>
                      <a:pt x="4783" y="12753"/>
                    </a:lnTo>
                    <a:lnTo>
                      <a:pt x="17372" y="12590"/>
                    </a:lnTo>
                    <a:close/>
                    <a:moveTo>
                      <a:pt x="20111" y="0"/>
                    </a:moveTo>
                    <a:lnTo>
                      <a:pt x="1" y="15328"/>
                    </a:lnTo>
                    <a:lnTo>
                      <a:pt x="31515" y="15328"/>
                    </a:lnTo>
                    <a:lnTo>
                      <a:pt x="45984" y="15124"/>
                    </a:lnTo>
                    <a:lnTo>
                      <a:pt x="45821" y="15328"/>
                    </a:lnTo>
                    <a:lnTo>
                      <a:pt x="47006" y="15328"/>
                    </a:lnTo>
                    <a:lnTo>
                      <a:pt x="47006" y="15124"/>
                    </a:lnTo>
                    <a:lnTo>
                      <a:pt x="192313" y="14633"/>
                    </a:lnTo>
                    <a:lnTo>
                      <a:pt x="175105" y="1349"/>
                    </a:lnTo>
                    <a:lnTo>
                      <a:pt x="163333" y="1186"/>
                    </a:lnTo>
                    <a:lnTo>
                      <a:pt x="162679" y="1186"/>
                    </a:lnTo>
                    <a:lnTo>
                      <a:pt x="151235" y="1022"/>
                    </a:lnTo>
                    <a:lnTo>
                      <a:pt x="139340" y="1022"/>
                    </a:lnTo>
                    <a:lnTo>
                      <a:pt x="128754" y="818"/>
                    </a:lnTo>
                    <a:lnTo>
                      <a:pt x="116328" y="818"/>
                    </a:lnTo>
                    <a:lnTo>
                      <a:pt x="105251" y="654"/>
                    </a:lnTo>
                    <a:lnTo>
                      <a:pt x="104597" y="654"/>
                    </a:lnTo>
                    <a:lnTo>
                      <a:pt x="93194" y="491"/>
                    </a:lnTo>
                    <a:lnTo>
                      <a:pt x="80073" y="491"/>
                    </a:lnTo>
                    <a:lnTo>
                      <a:pt x="68301" y="327"/>
                    </a:lnTo>
                    <a:lnTo>
                      <a:pt x="67443" y="327"/>
                    </a:lnTo>
                    <a:lnTo>
                      <a:pt x="2011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18"/>
            <p:cNvGrpSpPr/>
            <p:nvPr/>
          </p:nvGrpSpPr>
          <p:grpSpPr>
            <a:xfrm>
              <a:off x="904874" y="328675"/>
              <a:ext cx="7315554" cy="4024396"/>
              <a:chOff x="992433" y="538196"/>
              <a:chExt cx="7139913" cy="402117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992433" y="538196"/>
                <a:ext cx="7139815" cy="4021171"/>
              </a:xfrm>
              <a:custGeom>
                <a:rect b="b" l="l" r="r" t="t"/>
                <a:pathLst>
                  <a:path extrusionOk="0" h="82566" w="139504">
                    <a:moveTo>
                      <a:pt x="8871" y="0"/>
                    </a:moveTo>
                    <a:cubicBezTo>
                      <a:pt x="3925" y="0"/>
                      <a:pt x="1" y="4088"/>
                      <a:pt x="1" y="8829"/>
                    </a:cubicBezTo>
                    <a:lnTo>
                      <a:pt x="1" y="73573"/>
                    </a:lnTo>
                    <a:cubicBezTo>
                      <a:pt x="1" y="78478"/>
                      <a:pt x="3925" y="82566"/>
                      <a:pt x="8871" y="82566"/>
                    </a:cubicBezTo>
                    <a:lnTo>
                      <a:pt x="130471" y="82566"/>
                    </a:lnTo>
                    <a:cubicBezTo>
                      <a:pt x="135416" y="82566"/>
                      <a:pt x="139504" y="78478"/>
                      <a:pt x="139504" y="73573"/>
                    </a:cubicBezTo>
                    <a:lnTo>
                      <a:pt x="139504" y="8829"/>
                    </a:lnTo>
                    <a:cubicBezTo>
                      <a:pt x="139504" y="4088"/>
                      <a:pt x="135416" y="0"/>
                      <a:pt x="1304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1237231" y="669547"/>
                <a:ext cx="6641936" cy="3758421"/>
              </a:xfrm>
              <a:custGeom>
                <a:rect b="b" l="l" r="r" t="t"/>
                <a:pathLst>
                  <a:path extrusionOk="0" h="77171" w="129776">
                    <a:moveTo>
                      <a:pt x="121232" y="696"/>
                    </a:moveTo>
                    <a:cubicBezTo>
                      <a:pt x="123480" y="696"/>
                      <a:pt x="125320" y="1554"/>
                      <a:pt x="126873" y="3066"/>
                    </a:cubicBezTo>
                    <a:cubicBezTo>
                      <a:pt x="128222" y="4456"/>
                      <a:pt x="129080" y="6500"/>
                      <a:pt x="129080" y="8543"/>
                    </a:cubicBezTo>
                    <a:lnTo>
                      <a:pt x="129080" y="68465"/>
                    </a:lnTo>
                    <a:cubicBezTo>
                      <a:pt x="129080" y="70672"/>
                      <a:pt x="128222" y="72716"/>
                      <a:pt x="126873" y="74105"/>
                    </a:cubicBezTo>
                    <a:cubicBezTo>
                      <a:pt x="125320" y="75454"/>
                      <a:pt x="123480" y="76476"/>
                      <a:pt x="121232" y="76476"/>
                    </a:cubicBezTo>
                    <a:lnTo>
                      <a:pt x="8665" y="76476"/>
                    </a:lnTo>
                    <a:cubicBezTo>
                      <a:pt x="6458" y="76476"/>
                      <a:pt x="4415" y="75454"/>
                      <a:pt x="3066" y="74105"/>
                    </a:cubicBezTo>
                    <a:cubicBezTo>
                      <a:pt x="1676" y="72716"/>
                      <a:pt x="654" y="70672"/>
                      <a:pt x="654" y="68465"/>
                    </a:cubicBezTo>
                    <a:lnTo>
                      <a:pt x="654" y="8543"/>
                    </a:lnTo>
                    <a:cubicBezTo>
                      <a:pt x="654" y="6500"/>
                      <a:pt x="1676" y="4456"/>
                      <a:pt x="3066" y="3066"/>
                    </a:cubicBezTo>
                    <a:cubicBezTo>
                      <a:pt x="4415" y="1554"/>
                      <a:pt x="6458" y="696"/>
                      <a:pt x="8665" y="696"/>
                    </a:cubicBezTo>
                    <a:close/>
                    <a:moveTo>
                      <a:pt x="8665" y="1"/>
                    </a:moveTo>
                    <a:cubicBezTo>
                      <a:pt x="3924" y="1"/>
                      <a:pt x="0" y="3925"/>
                      <a:pt x="0" y="8543"/>
                    </a:cubicBezTo>
                    <a:lnTo>
                      <a:pt x="0" y="68465"/>
                    </a:lnTo>
                    <a:cubicBezTo>
                      <a:pt x="0" y="73247"/>
                      <a:pt x="3924" y="77171"/>
                      <a:pt x="8665" y="77171"/>
                    </a:cubicBezTo>
                    <a:lnTo>
                      <a:pt x="121232" y="77171"/>
                    </a:lnTo>
                    <a:cubicBezTo>
                      <a:pt x="126015" y="77171"/>
                      <a:pt x="129775" y="73247"/>
                      <a:pt x="129775" y="68465"/>
                    </a:cubicBezTo>
                    <a:lnTo>
                      <a:pt x="129775" y="8543"/>
                    </a:lnTo>
                    <a:cubicBezTo>
                      <a:pt x="129775" y="3925"/>
                      <a:pt x="126015" y="1"/>
                      <a:pt x="1212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992433" y="2437258"/>
                <a:ext cx="1255241" cy="1293977"/>
              </a:xfrm>
              <a:custGeom>
                <a:rect b="b" l="l" r="r" t="t"/>
                <a:pathLst>
                  <a:path extrusionOk="0" h="26569" w="24526">
                    <a:moveTo>
                      <a:pt x="1" y="1"/>
                    </a:moveTo>
                    <a:lnTo>
                      <a:pt x="1" y="4252"/>
                    </a:lnTo>
                    <a:lnTo>
                      <a:pt x="4783" y="9034"/>
                    </a:lnTo>
                    <a:lnTo>
                      <a:pt x="4783" y="4947"/>
                    </a:lnTo>
                    <a:lnTo>
                      <a:pt x="1" y="1"/>
                    </a:lnTo>
                    <a:close/>
                    <a:moveTo>
                      <a:pt x="5437" y="5601"/>
                    </a:moveTo>
                    <a:lnTo>
                      <a:pt x="5437" y="9688"/>
                    </a:lnTo>
                    <a:lnTo>
                      <a:pt x="21787" y="26038"/>
                    </a:lnTo>
                    <a:cubicBezTo>
                      <a:pt x="22155" y="26405"/>
                      <a:pt x="22482" y="26569"/>
                      <a:pt x="22809" y="26569"/>
                    </a:cubicBezTo>
                    <a:cubicBezTo>
                      <a:pt x="23340" y="26569"/>
                      <a:pt x="23667" y="26405"/>
                      <a:pt x="24035" y="26038"/>
                    </a:cubicBezTo>
                    <a:cubicBezTo>
                      <a:pt x="24525" y="25547"/>
                      <a:pt x="24525" y="24525"/>
                      <a:pt x="24035" y="23994"/>
                    </a:cubicBezTo>
                    <a:lnTo>
                      <a:pt x="5437" y="560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992433" y="2080949"/>
                <a:ext cx="872414" cy="927685"/>
              </a:xfrm>
              <a:custGeom>
                <a:rect b="b" l="l" r="r" t="t"/>
                <a:pathLst>
                  <a:path extrusionOk="0" h="19048" w="17046">
                    <a:moveTo>
                      <a:pt x="1" y="0"/>
                    </a:moveTo>
                    <a:lnTo>
                      <a:pt x="1" y="4088"/>
                    </a:lnTo>
                    <a:lnTo>
                      <a:pt x="4783" y="8993"/>
                    </a:lnTo>
                    <a:lnTo>
                      <a:pt x="4783" y="4742"/>
                    </a:lnTo>
                    <a:lnTo>
                      <a:pt x="1" y="0"/>
                    </a:lnTo>
                    <a:close/>
                    <a:moveTo>
                      <a:pt x="5437" y="5437"/>
                    </a:moveTo>
                    <a:lnTo>
                      <a:pt x="5437" y="9688"/>
                    </a:lnTo>
                    <a:lnTo>
                      <a:pt x="14470" y="18557"/>
                    </a:lnTo>
                    <a:cubicBezTo>
                      <a:pt x="14634" y="18884"/>
                      <a:pt x="15165" y="19048"/>
                      <a:pt x="15492" y="19048"/>
                    </a:cubicBezTo>
                    <a:cubicBezTo>
                      <a:pt x="15860" y="19048"/>
                      <a:pt x="16187" y="18884"/>
                      <a:pt x="16514" y="18557"/>
                    </a:cubicBezTo>
                    <a:cubicBezTo>
                      <a:pt x="17045" y="18026"/>
                      <a:pt x="17045" y="17004"/>
                      <a:pt x="16514" y="16514"/>
                    </a:cubicBezTo>
                    <a:lnTo>
                      <a:pt x="5437" y="5437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5795597" y="538196"/>
                <a:ext cx="1018840" cy="770425"/>
              </a:xfrm>
              <a:custGeom>
                <a:rect b="b" l="l" r="r" t="t"/>
                <a:pathLst>
                  <a:path extrusionOk="0" h="15819" w="19907">
                    <a:moveTo>
                      <a:pt x="1" y="0"/>
                    </a:moveTo>
                    <a:lnTo>
                      <a:pt x="3066" y="2698"/>
                    </a:lnTo>
                    <a:lnTo>
                      <a:pt x="7481" y="2698"/>
                    </a:lnTo>
                    <a:lnTo>
                      <a:pt x="4415" y="0"/>
                    </a:lnTo>
                    <a:close/>
                    <a:moveTo>
                      <a:pt x="3924" y="3393"/>
                    </a:moveTo>
                    <a:lnTo>
                      <a:pt x="17209" y="15491"/>
                    </a:lnTo>
                    <a:cubicBezTo>
                      <a:pt x="17536" y="15655"/>
                      <a:pt x="17863" y="15818"/>
                      <a:pt x="18230" y="15818"/>
                    </a:cubicBezTo>
                    <a:cubicBezTo>
                      <a:pt x="18557" y="15818"/>
                      <a:pt x="19089" y="15655"/>
                      <a:pt x="19252" y="15328"/>
                    </a:cubicBezTo>
                    <a:cubicBezTo>
                      <a:pt x="19906" y="14633"/>
                      <a:pt x="19743" y="13775"/>
                      <a:pt x="19252" y="13284"/>
                    </a:cubicBezTo>
                    <a:lnTo>
                      <a:pt x="8339" y="3393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8"/>
              <p:cNvSpPr/>
              <p:nvPr/>
            </p:nvSpPr>
            <p:spPr>
              <a:xfrm>
                <a:off x="2387775" y="3862589"/>
                <a:ext cx="922622" cy="696787"/>
              </a:xfrm>
              <a:custGeom>
                <a:rect b="b" l="l" r="r" t="t"/>
                <a:pathLst>
                  <a:path extrusionOk="0" h="14307" w="18027">
                    <a:moveTo>
                      <a:pt x="1677" y="1"/>
                    </a:moveTo>
                    <a:cubicBezTo>
                      <a:pt x="1186" y="1"/>
                      <a:pt x="859" y="205"/>
                      <a:pt x="491" y="532"/>
                    </a:cubicBezTo>
                    <a:cubicBezTo>
                      <a:pt x="1" y="1227"/>
                      <a:pt x="1" y="2044"/>
                      <a:pt x="655" y="2576"/>
                    </a:cubicBezTo>
                    <a:lnTo>
                      <a:pt x="9688" y="10914"/>
                    </a:lnTo>
                    <a:lnTo>
                      <a:pt x="14143" y="10914"/>
                    </a:lnTo>
                    <a:lnTo>
                      <a:pt x="2535" y="368"/>
                    </a:lnTo>
                    <a:cubicBezTo>
                      <a:pt x="2372" y="205"/>
                      <a:pt x="2045" y="1"/>
                      <a:pt x="1677" y="1"/>
                    </a:cubicBezTo>
                    <a:close/>
                    <a:moveTo>
                      <a:pt x="10546" y="11609"/>
                    </a:moveTo>
                    <a:lnTo>
                      <a:pt x="13612" y="14307"/>
                    </a:lnTo>
                    <a:lnTo>
                      <a:pt x="18026" y="14307"/>
                    </a:lnTo>
                    <a:lnTo>
                      <a:pt x="14961" y="11609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2919134" y="3972072"/>
                <a:ext cx="792932" cy="587303"/>
              </a:xfrm>
              <a:custGeom>
                <a:rect b="b" l="l" r="r" t="t"/>
                <a:pathLst>
                  <a:path extrusionOk="0" h="12059" w="15493">
                    <a:moveTo>
                      <a:pt x="1718" y="1"/>
                    </a:moveTo>
                    <a:cubicBezTo>
                      <a:pt x="1186" y="1"/>
                      <a:pt x="859" y="164"/>
                      <a:pt x="491" y="491"/>
                    </a:cubicBezTo>
                    <a:cubicBezTo>
                      <a:pt x="1" y="1186"/>
                      <a:pt x="1" y="2044"/>
                      <a:pt x="696" y="2535"/>
                    </a:cubicBezTo>
                    <a:lnTo>
                      <a:pt x="7317" y="8666"/>
                    </a:lnTo>
                    <a:lnTo>
                      <a:pt x="11732" y="8666"/>
                    </a:lnTo>
                    <a:lnTo>
                      <a:pt x="2535" y="328"/>
                    </a:lnTo>
                    <a:cubicBezTo>
                      <a:pt x="2372" y="164"/>
                      <a:pt x="2045" y="1"/>
                      <a:pt x="1718" y="1"/>
                    </a:cubicBezTo>
                    <a:close/>
                    <a:moveTo>
                      <a:pt x="8012" y="9361"/>
                    </a:moveTo>
                    <a:lnTo>
                      <a:pt x="11078" y="12059"/>
                    </a:lnTo>
                    <a:lnTo>
                      <a:pt x="15492" y="12059"/>
                    </a:lnTo>
                    <a:lnTo>
                      <a:pt x="12427" y="936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5402324" y="538196"/>
                <a:ext cx="803321" cy="587255"/>
              </a:xfrm>
              <a:custGeom>
                <a:rect b="b" l="l" r="r" t="t"/>
                <a:pathLst>
                  <a:path extrusionOk="0" h="12058" w="15696">
                    <a:moveTo>
                      <a:pt x="0" y="0"/>
                    </a:moveTo>
                    <a:lnTo>
                      <a:pt x="3066" y="2698"/>
                    </a:lnTo>
                    <a:lnTo>
                      <a:pt x="7521" y="2698"/>
                    </a:lnTo>
                    <a:lnTo>
                      <a:pt x="4456" y="0"/>
                    </a:lnTo>
                    <a:close/>
                    <a:moveTo>
                      <a:pt x="3761" y="3393"/>
                    </a:moveTo>
                    <a:lnTo>
                      <a:pt x="12957" y="11731"/>
                    </a:lnTo>
                    <a:cubicBezTo>
                      <a:pt x="13284" y="11894"/>
                      <a:pt x="13652" y="12058"/>
                      <a:pt x="13979" y="12058"/>
                    </a:cubicBezTo>
                    <a:cubicBezTo>
                      <a:pt x="14511" y="12058"/>
                      <a:pt x="14838" y="11894"/>
                      <a:pt x="15165" y="11567"/>
                    </a:cubicBezTo>
                    <a:cubicBezTo>
                      <a:pt x="15696" y="11036"/>
                      <a:pt x="15696" y="10014"/>
                      <a:pt x="15001" y="9524"/>
                    </a:cubicBezTo>
                    <a:lnTo>
                      <a:pt x="8175" y="3393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>
                <a:off x="6519396" y="538196"/>
                <a:ext cx="1167365" cy="895834"/>
              </a:xfrm>
              <a:custGeom>
                <a:rect b="b" l="l" r="r" t="t"/>
                <a:pathLst>
                  <a:path extrusionOk="0" h="18394" w="22809">
                    <a:moveTo>
                      <a:pt x="1" y="0"/>
                    </a:moveTo>
                    <a:lnTo>
                      <a:pt x="20070" y="18026"/>
                    </a:lnTo>
                    <a:cubicBezTo>
                      <a:pt x="20438" y="18393"/>
                      <a:pt x="20765" y="18393"/>
                      <a:pt x="21092" y="18393"/>
                    </a:cubicBezTo>
                    <a:cubicBezTo>
                      <a:pt x="21460" y="18393"/>
                      <a:pt x="21950" y="18189"/>
                      <a:pt x="22114" y="17862"/>
                    </a:cubicBezTo>
                    <a:cubicBezTo>
                      <a:pt x="22809" y="17372"/>
                      <a:pt x="22645" y="16350"/>
                      <a:pt x="22114" y="15818"/>
                    </a:cubicBezTo>
                    <a:lnTo>
                      <a:pt x="4415" y="0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>
                <a:off x="7320631" y="777083"/>
                <a:ext cx="811715" cy="788347"/>
              </a:xfrm>
              <a:custGeom>
                <a:rect b="b" l="l" r="r" t="t"/>
                <a:pathLst>
                  <a:path extrusionOk="0" h="16187" w="15860">
                    <a:moveTo>
                      <a:pt x="1717" y="0"/>
                    </a:moveTo>
                    <a:cubicBezTo>
                      <a:pt x="1186" y="0"/>
                      <a:pt x="859" y="204"/>
                      <a:pt x="532" y="531"/>
                    </a:cubicBezTo>
                    <a:cubicBezTo>
                      <a:pt x="1" y="1022"/>
                      <a:pt x="1" y="2044"/>
                      <a:pt x="696" y="2575"/>
                    </a:cubicBezTo>
                    <a:lnTo>
                      <a:pt x="15860" y="16186"/>
                    </a:lnTo>
                    <a:lnTo>
                      <a:pt x="15860" y="12467"/>
                    </a:lnTo>
                    <a:lnTo>
                      <a:pt x="15860" y="12262"/>
                    </a:lnTo>
                    <a:lnTo>
                      <a:pt x="2576" y="368"/>
                    </a:lnTo>
                    <a:cubicBezTo>
                      <a:pt x="2371" y="204"/>
                      <a:pt x="2044" y="0"/>
                      <a:pt x="1717" y="0"/>
                    </a:cubicBez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992433" y="3464445"/>
                <a:ext cx="811766" cy="788347"/>
              </a:xfrm>
              <a:custGeom>
                <a:rect b="b" l="l" r="r" t="t"/>
                <a:pathLst>
                  <a:path extrusionOk="0" h="16187" w="15861">
                    <a:moveTo>
                      <a:pt x="1" y="1"/>
                    </a:moveTo>
                    <a:lnTo>
                      <a:pt x="1" y="3925"/>
                    </a:lnTo>
                    <a:lnTo>
                      <a:pt x="13121" y="15860"/>
                    </a:lnTo>
                    <a:cubicBezTo>
                      <a:pt x="13448" y="16023"/>
                      <a:pt x="13816" y="16187"/>
                      <a:pt x="14143" y="16187"/>
                    </a:cubicBezTo>
                    <a:cubicBezTo>
                      <a:pt x="14470" y="16187"/>
                      <a:pt x="15002" y="16023"/>
                      <a:pt x="15165" y="15696"/>
                    </a:cubicBezTo>
                    <a:cubicBezTo>
                      <a:pt x="15860" y="15165"/>
                      <a:pt x="15656" y="14143"/>
                      <a:pt x="15165" y="1365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>
                <a:off x="1438064" y="3597841"/>
                <a:ext cx="1236355" cy="961533"/>
              </a:xfrm>
              <a:custGeom>
                <a:rect b="b" l="l" r="r" t="t"/>
                <a:pathLst>
                  <a:path extrusionOk="0" h="19743" w="24157">
                    <a:moveTo>
                      <a:pt x="1676" y="0"/>
                    </a:moveTo>
                    <a:cubicBezTo>
                      <a:pt x="1185" y="0"/>
                      <a:pt x="818" y="164"/>
                      <a:pt x="491" y="532"/>
                    </a:cubicBezTo>
                    <a:cubicBezTo>
                      <a:pt x="0" y="1022"/>
                      <a:pt x="0" y="2044"/>
                      <a:pt x="654" y="2575"/>
                    </a:cubicBezTo>
                    <a:lnTo>
                      <a:pt x="19742" y="19743"/>
                    </a:lnTo>
                    <a:lnTo>
                      <a:pt x="24157" y="19743"/>
                    </a:lnTo>
                    <a:lnTo>
                      <a:pt x="2534" y="327"/>
                    </a:lnTo>
                    <a:cubicBezTo>
                      <a:pt x="2371" y="0"/>
                      <a:pt x="2044" y="0"/>
                      <a:pt x="1676" y="0"/>
                    </a:cubicBezTo>
                    <a:close/>
                  </a:path>
                </a:pathLst>
              </a:custGeom>
              <a:solidFill>
                <a:srgbClr val="E9F3FF">
                  <a:alpha val="502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" name="Google Shape;209;p18"/>
          <p:cNvGrpSpPr/>
          <p:nvPr/>
        </p:nvGrpSpPr>
        <p:grpSpPr>
          <a:xfrm>
            <a:off x="4385190" y="148199"/>
            <a:ext cx="373622" cy="90485"/>
            <a:chOff x="4685288" y="186288"/>
            <a:chExt cx="419375" cy="90485"/>
          </a:xfrm>
        </p:grpSpPr>
        <p:sp>
          <p:nvSpPr>
            <p:cNvPr id="210" name="Google Shape;210;p18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rgbClr val="FF9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1" name="Google Shape;211;p18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4" name="Google Shape;214;p18"/>
          <p:cNvSpPr txBox="1"/>
          <p:nvPr>
            <p:ph type="ctrTitle"/>
          </p:nvPr>
        </p:nvSpPr>
        <p:spPr>
          <a:xfrm>
            <a:off x="1593150" y="849350"/>
            <a:ext cx="5957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45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1" type="subTitle"/>
          </p:nvPr>
        </p:nvSpPr>
        <p:spPr>
          <a:xfrm>
            <a:off x="2254050" y="2862700"/>
            <a:ext cx="4635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16" name="Google Shape;216;p18"/>
          <p:cNvGrpSpPr/>
          <p:nvPr/>
        </p:nvGrpSpPr>
        <p:grpSpPr>
          <a:xfrm rot="-230834">
            <a:off x="414418" y="301686"/>
            <a:ext cx="1386005" cy="2705399"/>
            <a:chOff x="409722" y="228600"/>
            <a:chExt cx="1385931" cy="2705253"/>
          </a:xfrm>
        </p:grpSpPr>
        <p:grpSp>
          <p:nvGrpSpPr>
            <p:cNvPr id="217" name="Google Shape;217;p18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18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9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223" name="Google Shape;223;p19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228" name="Google Shape;228;p1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30" name="Google Shape;230;p1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2" name="Google Shape;232;p19"/>
          <p:cNvSpPr txBox="1"/>
          <p:nvPr>
            <p:ph type="ctrTitle"/>
          </p:nvPr>
        </p:nvSpPr>
        <p:spPr>
          <a:xfrm>
            <a:off x="2492100" y="2123475"/>
            <a:ext cx="4159800" cy="112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33" name="Google Shape;233;p19"/>
          <p:cNvSpPr txBox="1"/>
          <p:nvPr>
            <p:ph idx="1" type="subTitle"/>
          </p:nvPr>
        </p:nvSpPr>
        <p:spPr>
          <a:xfrm>
            <a:off x="2492100" y="3323814"/>
            <a:ext cx="41598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4" name="Google Shape;234;p19"/>
          <p:cNvSpPr txBox="1"/>
          <p:nvPr>
            <p:ph hasCustomPrompt="1" idx="2" type="title"/>
          </p:nvPr>
        </p:nvSpPr>
        <p:spPr>
          <a:xfrm>
            <a:off x="2492100" y="1483386"/>
            <a:ext cx="4159800" cy="70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722375" y="1104850"/>
            <a:ext cx="76992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0"/>
          <p:cNvGrpSpPr/>
          <p:nvPr/>
        </p:nvGrpSpPr>
        <p:grpSpPr>
          <a:xfrm>
            <a:off x="8264864" y="2136847"/>
            <a:ext cx="1179753" cy="2854241"/>
            <a:chOff x="7907551" y="-114309"/>
            <a:chExt cx="1908059" cy="4616272"/>
          </a:xfrm>
        </p:grpSpPr>
        <p:sp>
          <p:nvSpPr>
            <p:cNvPr id="239" name="Google Shape;239;p20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20"/>
          <p:cNvSpPr/>
          <p:nvPr/>
        </p:nvSpPr>
        <p:spPr>
          <a:xfrm>
            <a:off x="806725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20"/>
          <p:cNvCxnSpPr/>
          <p:nvPr/>
        </p:nvCxnSpPr>
        <p:spPr>
          <a:xfrm rot="10800000">
            <a:off x="7381950" y="4895850"/>
            <a:ext cx="1133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 flipH="1">
            <a:off x="319043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 flipH="1" rot="10800000">
            <a:off x="4675100" y="579312"/>
            <a:ext cx="3804000" cy="39834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flipH="1">
            <a:off x="6659628" y="3545595"/>
            <a:ext cx="1262868" cy="1002352"/>
          </a:xfrm>
          <a:custGeom>
            <a:rect b="b" l="l" r="r" t="t"/>
            <a:pathLst>
              <a:path extrusionOk="0" h="19743" w="24157">
                <a:moveTo>
                  <a:pt x="1676" y="0"/>
                </a:moveTo>
                <a:cubicBezTo>
                  <a:pt x="1185" y="0"/>
                  <a:pt x="818" y="164"/>
                  <a:pt x="491" y="532"/>
                </a:cubicBezTo>
                <a:cubicBezTo>
                  <a:pt x="0" y="1022"/>
                  <a:pt x="0" y="2044"/>
                  <a:pt x="654" y="2575"/>
                </a:cubicBezTo>
                <a:lnTo>
                  <a:pt x="19742" y="19743"/>
                </a:lnTo>
                <a:lnTo>
                  <a:pt x="24157" y="19743"/>
                </a:lnTo>
                <a:lnTo>
                  <a:pt x="2534" y="327"/>
                </a:lnTo>
                <a:cubicBezTo>
                  <a:pt x="2371" y="0"/>
                  <a:pt x="2044" y="0"/>
                  <a:pt x="1676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 flipH="1" rot="10800000">
            <a:off x="7611614" y="3464137"/>
            <a:ext cx="853189" cy="845690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 flipH="1" rot="10800000">
            <a:off x="661175" y="576012"/>
            <a:ext cx="3807600" cy="39867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 flipH="1">
            <a:off x="947000" y="591709"/>
            <a:ext cx="1028800" cy="82064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 flipH="1">
            <a:off x="1535518" y="590653"/>
            <a:ext cx="804131" cy="641399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 flipH="1">
            <a:off x="674764" y="1598807"/>
            <a:ext cx="768932" cy="729508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21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267" name="Google Shape;267;p21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21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69" name="Google Shape;269;p21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1" name="Google Shape;271;p21"/>
          <p:cNvGrpSpPr/>
          <p:nvPr/>
        </p:nvGrpSpPr>
        <p:grpSpPr>
          <a:xfrm flipH="1" rot="-10283466">
            <a:off x="223212" y="142930"/>
            <a:ext cx="541137" cy="2225321"/>
            <a:chOff x="871338" y="1945155"/>
            <a:chExt cx="247109" cy="1016148"/>
          </a:xfrm>
        </p:grpSpPr>
        <p:sp>
          <p:nvSpPr>
            <p:cNvPr id="272" name="Google Shape;272;p21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21"/>
          <p:cNvGrpSpPr/>
          <p:nvPr/>
        </p:nvGrpSpPr>
        <p:grpSpPr>
          <a:xfrm rot="-1025565">
            <a:off x="7915709" y="165251"/>
            <a:ext cx="961174" cy="1962025"/>
            <a:chOff x="3789888" y="1403830"/>
            <a:chExt cx="569113" cy="1161936"/>
          </a:xfrm>
        </p:grpSpPr>
        <p:sp>
          <p:nvSpPr>
            <p:cNvPr id="276" name="Google Shape;276;p21"/>
            <p:cNvSpPr/>
            <p:nvPr/>
          </p:nvSpPr>
          <p:spPr>
            <a:xfrm>
              <a:off x="3817855" y="1437512"/>
              <a:ext cx="541146" cy="1128254"/>
            </a:xfrm>
            <a:custGeom>
              <a:rect b="b" l="l" r="r" t="t"/>
              <a:pathLst>
                <a:path extrusionOk="0" h="59625" w="28598">
                  <a:moveTo>
                    <a:pt x="101" y="0"/>
                  </a:moveTo>
                  <a:lnTo>
                    <a:pt x="1" y="426"/>
                  </a:lnTo>
                  <a:cubicBezTo>
                    <a:pt x="16066" y="3359"/>
                    <a:pt x="28197" y="17344"/>
                    <a:pt x="28197" y="34161"/>
                  </a:cubicBezTo>
                  <a:lnTo>
                    <a:pt x="28197" y="34462"/>
                  </a:lnTo>
                  <a:cubicBezTo>
                    <a:pt x="28096" y="44286"/>
                    <a:pt x="23911" y="53058"/>
                    <a:pt x="17219" y="59324"/>
                  </a:cubicBezTo>
                  <a:lnTo>
                    <a:pt x="17545" y="59625"/>
                  </a:lnTo>
                  <a:cubicBezTo>
                    <a:pt x="24212" y="53359"/>
                    <a:pt x="28497" y="44386"/>
                    <a:pt x="28598" y="34462"/>
                  </a:cubicBezTo>
                  <a:lnTo>
                    <a:pt x="28598" y="34161"/>
                  </a:lnTo>
                  <a:cubicBezTo>
                    <a:pt x="28598" y="17143"/>
                    <a:pt x="16292" y="2933"/>
                    <a:pt x="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789888" y="1403830"/>
              <a:ext cx="81102" cy="79229"/>
            </a:xfrm>
            <a:custGeom>
              <a:rect b="b" l="l" r="r" t="t"/>
              <a:pathLst>
                <a:path extrusionOk="0" h="4187" w="4286">
                  <a:moveTo>
                    <a:pt x="2206" y="1"/>
                  </a:moveTo>
                  <a:cubicBezTo>
                    <a:pt x="1053" y="1"/>
                    <a:pt x="0" y="953"/>
                    <a:pt x="126" y="2106"/>
                  </a:cubicBezTo>
                  <a:cubicBezTo>
                    <a:pt x="126" y="3259"/>
                    <a:pt x="1053" y="4186"/>
                    <a:pt x="2206" y="4186"/>
                  </a:cubicBezTo>
                  <a:cubicBezTo>
                    <a:pt x="3258" y="4186"/>
                    <a:pt x="4286" y="3259"/>
                    <a:pt x="4286" y="2106"/>
                  </a:cubicBezTo>
                  <a:cubicBezTo>
                    <a:pt x="4186" y="953"/>
                    <a:pt x="3359" y="1"/>
                    <a:pt x="22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985754" y="1615346"/>
              <a:ext cx="39378" cy="29898"/>
            </a:xfrm>
            <a:custGeom>
              <a:rect b="b" l="l" r="r" t="t"/>
              <a:pathLst>
                <a:path extrusionOk="0" h="1580" w="2081">
                  <a:moveTo>
                    <a:pt x="1053" y="1"/>
                  </a:moveTo>
                  <a:cubicBezTo>
                    <a:pt x="0" y="1"/>
                    <a:pt x="0" y="1580"/>
                    <a:pt x="1053" y="1580"/>
                  </a:cubicBezTo>
                  <a:cubicBezTo>
                    <a:pt x="2080" y="1580"/>
                    <a:pt x="2080" y="1"/>
                    <a:pt x="1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1"/>
          <p:cNvSpPr txBox="1"/>
          <p:nvPr>
            <p:ph idx="1" type="subTitle"/>
          </p:nvPr>
        </p:nvSpPr>
        <p:spPr>
          <a:xfrm>
            <a:off x="1379075" y="3084605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0" name="Google Shape;280;p21"/>
          <p:cNvSpPr txBox="1"/>
          <p:nvPr>
            <p:ph idx="2" type="subTitle"/>
          </p:nvPr>
        </p:nvSpPr>
        <p:spPr>
          <a:xfrm>
            <a:off x="5391200" y="3084606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1" name="Google Shape;281;p21"/>
          <p:cNvSpPr/>
          <p:nvPr/>
        </p:nvSpPr>
        <p:spPr>
          <a:xfrm>
            <a:off x="3757049" y="44949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 txBox="1"/>
          <p:nvPr>
            <p:ph type="title"/>
          </p:nvPr>
        </p:nvSpPr>
        <p:spPr>
          <a:xfrm>
            <a:off x="1276350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83" name="Google Shape;283;p21"/>
          <p:cNvSpPr txBox="1"/>
          <p:nvPr>
            <p:ph idx="3" type="title"/>
          </p:nvPr>
        </p:nvSpPr>
        <p:spPr>
          <a:xfrm>
            <a:off x="5286375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/>
          <p:nvPr/>
        </p:nvSpPr>
        <p:spPr>
          <a:xfrm>
            <a:off x="319050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22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287" name="Google Shape;287;p22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22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289" name="Google Shape;289;p22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1" name="Google Shape;291;p22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2" name="Google Shape;292;p22"/>
          <p:cNvGrpSpPr/>
          <p:nvPr/>
        </p:nvGrpSpPr>
        <p:grpSpPr>
          <a:xfrm flipH="1" rot="-9602805">
            <a:off x="29343" y="129067"/>
            <a:ext cx="1386120" cy="2705624"/>
            <a:chOff x="409722" y="228600"/>
            <a:chExt cx="1385931" cy="2705253"/>
          </a:xfrm>
        </p:grpSpPr>
        <p:grpSp>
          <p:nvGrpSpPr>
            <p:cNvPr id="293" name="Google Shape;293;p22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294" name="Google Shape;294;p22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6" name="Google Shape;296;p22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22"/>
          <p:cNvGrpSpPr/>
          <p:nvPr/>
        </p:nvGrpSpPr>
        <p:grpSpPr>
          <a:xfrm>
            <a:off x="-9513" y="2"/>
            <a:ext cx="9177947" cy="4737094"/>
            <a:chOff x="-9513" y="2"/>
            <a:chExt cx="9177947" cy="4737094"/>
          </a:xfrm>
        </p:grpSpPr>
        <p:sp>
          <p:nvSpPr>
            <p:cNvPr id="298" name="Google Shape;298;p22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>
            <p:ph type="title"/>
          </p:nvPr>
        </p:nvSpPr>
        <p:spPr>
          <a:xfrm>
            <a:off x="992071" y="1521350"/>
            <a:ext cx="264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1" type="subTitle"/>
          </p:nvPr>
        </p:nvSpPr>
        <p:spPr>
          <a:xfrm>
            <a:off x="949496" y="22150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4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306" name="Google Shape;306;p24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24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311" name="Google Shape;311;p24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24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13" name="Google Shape;313;p24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4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5" name="Google Shape;315;p24"/>
          <p:cNvSpPr txBox="1"/>
          <p:nvPr>
            <p:ph type="title"/>
          </p:nvPr>
        </p:nvSpPr>
        <p:spPr>
          <a:xfrm>
            <a:off x="2046600" y="1414500"/>
            <a:ext cx="5050800" cy="23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5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318" name="Google Shape;318;p25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5"/>
          <p:cNvSpPr txBox="1"/>
          <p:nvPr>
            <p:ph type="ctrTitle"/>
          </p:nvPr>
        </p:nvSpPr>
        <p:spPr>
          <a:xfrm>
            <a:off x="4969070" y="1686150"/>
            <a:ext cx="3441000" cy="4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00004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326" name="Google Shape;326;p25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27" name="Google Shape;327;p25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25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29" name="Google Shape;329;p25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1" name="Google Shape;331;p25"/>
          <p:cNvSpPr txBox="1"/>
          <p:nvPr>
            <p:ph idx="1" type="subTitle"/>
          </p:nvPr>
        </p:nvSpPr>
        <p:spPr>
          <a:xfrm>
            <a:off x="4876800" y="2313025"/>
            <a:ext cx="30291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>
            <p:ph type="ctrTitle"/>
          </p:nvPr>
        </p:nvSpPr>
        <p:spPr>
          <a:xfrm>
            <a:off x="712850" y="539500"/>
            <a:ext cx="4278300" cy="11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7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336" name="Google Shape;336;p27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27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341" name="Google Shape;341;p27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2" name="Google Shape;342;p27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5" name="Google Shape;345;p27"/>
          <p:cNvSpPr/>
          <p:nvPr/>
        </p:nvSpPr>
        <p:spPr>
          <a:xfrm flipH="1" rot="10800000">
            <a:off x="6388800" y="3636168"/>
            <a:ext cx="1611114" cy="1209957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 flipH="1" rot="10800000">
            <a:off x="5778850" y="3842942"/>
            <a:ext cx="1348069" cy="100435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"/>
          <p:cNvSpPr txBox="1"/>
          <p:nvPr>
            <p:ph hasCustomPrompt="1" type="title"/>
          </p:nvPr>
        </p:nvSpPr>
        <p:spPr>
          <a:xfrm>
            <a:off x="1057200" y="1106125"/>
            <a:ext cx="7029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8" name="Google Shape;348;p27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9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352" name="Google Shape;352;p29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 flipH="1">
              <a:off x="109125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flipH="1">
              <a:off x="1100819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 flipH="1">
              <a:off x="6750722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 flipH="1" rot="10800000">
              <a:off x="8024650" y="24328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 flipH="1" rot="10800000">
              <a:off x="8024650" y="2598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 flipH="1">
              <a:off x="-9513" y="26003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29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60" name="Google Shape;360;p2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2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62" name="Google Shape;362;p2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4" name="Google Shape;364;p29"/>
          <p:cNvSpPr txBox="1"/>
          <p:nvPr>
            <p:ph idx="1" type="subTitle"/>
          </p:nvPr>
        </p:nvSpPr>
        <p:spPr>
          <a:xfrm>
            <a:off x="1454213" y="2117745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5" name="Google Shape;365;p29"/>
          <p:cNvSpPr txBox="1"/>
          <p:nvPr>
            <p:ph idx="2" type="subTitle"/>
          </p:nvPr>
        </p:nvSpPr>
        <p:spPr>
          <a:xfrm>
            <a:off x="5322225" y="2127834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6" name="Google Shape;366;p29"/>
          <p:cNvSpPr txBox="1"/>
          <p:nvPr>
            <p:ph hasCustomPrompt="1" type="title"/>
          </p:nvPr>
        </p:nvSpPr>
        <p:spPr>
          <a:xfrm>
            <a:off x="2270363" y="1392503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7" name="Google Shape;367;p29"/>
          <p:cNvSpPr txBox="1"/>
          <p:nvPr>
            <p:ph hasCustomPrompt="1" idx="3" type="title"/>
          </p:nvPr>
        </p:nvSpPr>
        <p:spPr>
          <a:xfrm>
            <a:off x="6130262" y="1393328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29"/>
          <p:cNvSpPr txBox="1"/>
          <p:nvPr>
            <p:ph idx="4" type="subTitle"/>
          </p:nvPr>
        </p:nvSpPr>
        <p:spPr>
          <a:xfrm>
            <a:off x="1009425" y="180997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69" name="Google Shape;369;p29"/>
          <p:cNvSpPr txBox="1"/>
          <p:nvPr>
            <p:ph idx="5" type="subTitle"/>
          </p:nvPr>
        </p:nvSpPr>
        <p:spPr>
          <a:xfrm>
            <a:off x="4877475" y="182007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70" name="Google Shape;370;p29"/>
          <p:cNvSpPr txBox="1"/>
          <p:nvPr>
            <p:ph idx="6"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29"/>
          <p:cNvSpPr txBox="1"/>
          <p:nvPr>
            <p:ph idx="7" type="subTitle"/>
          </p:nvPr>
        </p:nvSpPr>
        <p:spPr>
          <a:xfrm>
            <a:off x="1454213" y="3738095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2" name="Google Shape;372;p29"/>
          <p:cNvSpPr txBox="1"/>
          <p:nvPr>
            <p:ph idx="8" type="subTitle"/>
          </p:nvPr>
        </p:nvSpPr>
        <p:spPr>
          <a:xfrm>
            <a:off x="5322225" y="3748184"/>
            <a:ext cx="236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3" name="Google Shape;373;p29"/>
          <p:cNvSpPr txBox="1"/>
          <p:nvPr>
            <p:ph hasCustomPrompt="1" idx="9" type="title"/>
          </p:nvPr>
        </p:nvSpPr>
        <p:spPr>
          <a:xfrm>
            <a:off x="2270363" y="3012853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4" name="Google Shape;374;p29"/>
          <p:cNvSpPr txBox="1"/>
          <p:nvPr>
            <p:ph hasCustomPrompt="1" idx="13" type="title"/>
          </p:nvPr>
        </p:nvSpPr>
        <p:spPr>
          <a:xfrm>
            <a:off x="6130262" y="3013678"/>
            <a:ext cx="7353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29"/>
          <p:cNvSpPr txBox="1"/>
          <p:nvPr>
            <p:ph idx="14" type="subTitle"/>
          </p:nvPr>
        </p:nvSpPr>
        <p:spPr>
          <a:xfrm>
            <a:off x="1009425" y="343032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76" name="Google Shape;376;p29"/>
          <p:cNvSpPr txBox="1"/>
          <p:nvPr>
            <p:ph idx="15" type="subTitle"/>
          </p:nvPr>
        </p:nvSpPr>
        <p:spPr>
          <a:xfrm>
            <a:off x="4877475" y="3440423"/>
            <a:ext cx="3257100" cy="3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30"/>
          <p:cNvGrpSpPr/>
          <p:nvPr/>
        </p:nvGrpSpPr>
        <p:grpSpPr>
          <a:xfrm flipH="1" rot="10800000">
            <a:off x="-9513" y="-6"/>
            <a:ext cx="9177947" cy="5143519"/>
            <a:chOff x="-9513" y="-6"/>
            <a:chExt cx="9177947" cy="5143519"/>
          </a:xfrm>
        </p:grpSpPr>
        <p:sp>
          <p:nvSpPr>
            <p:cNvPr id="379" name="Google Shape;379;p30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30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387" name="Google Shape;387;p30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30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389" name="Google Shape;389;p30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0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1" name="Google Shape;391;p30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2" name="Google Shape;392;p30"/>
          <p:cNvGrpSpPr/>
          <p:nvPr/>
        </p:nvGrpSpPr>
        <p:grpSpPr>
          <a:xfrm flipH="1" rot="-338429">
            <a:off x="7728496" y="462641"/>
            <a:ext cx="1386128" cy="2705639"/>
            <a:chOff x="409722" y="228600"/>
            <a:chExt cx="1385931" cy="2705253"/>
          </a:xfrm>
        </p:grpSpPr>
        <p:grpSp>
          <p:nvGrpSpPr>
            <p:cNvPr id="393" name="Google Shape;393;p30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6" name="Google Shape;396;p30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CUSTOM_4">
    <p:bg>
      <p:bgPr>
        <a:solidFill>
          <a:schemeClr val="accent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/>
          <p:nvPr>
            <p:ph idx="1" type="body"/>
          </p:nvPr>
        </p:nvSpPr>
        <p:spPr>
          <a:xfrm>
            <a:off x="5205225" y="1366325"/>
            <a:ext cx="2984700" cy="312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600">
                <a:solidFill>
                  <a:schemeClr val="accent3"/>
                </a:solidFill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  <a:defRPr sz="1800">
                <a:solidFill>
                  <a:schemeClr val="accent3"/>
                </a:solidFill>
              </a:defRPr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>
                <a:solidFill>
                  <a:schemeClr val="accent3"/>
                </a:solidFill>
              </a:defRPr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Char char="■"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9" name="Google Shape;399;p31"/>
          <p:cNvSpPr txBox="1"/>
          <p:nvPr>
            <p:ph type="title"/>
          </p:nvPr>
        </p:nvSpPr>
        <p:spPr>
          <a:xfrm>
            <a:off x="722375" y="530750"/>
            <a:ext cx="792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00" name="Google Shape;400;p31"/>
          <p:cNvGrpSpPr/>
          <p:nvPr/>
        </p:nvGrpSpPr>
        <p:grpSpPr>
          <a:xfrm flipH="1">
            <a:off x="-447600" y="2065597"/>
            <a:ext cx="1179753" cy="2854241"/>
            <a:chOff x="7907551" y="-114309"/>
            <a:chExt cx="1908059" cy="4616272"/>
          </a:xfrm>
        </p:grpSpPr>
        <p:sp>
          <p:nvSpPr>
            <p:cNvPr id="401" name="Google Shape;401;p31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31"/>
          <p:cNvGrpSpPr/>
          <p:nvPr/>
        </p:nvGrpSpPr>
        <p:grpSpPr>
          <a:xfrm flipH="1">
            <a:off x="7839222" y="781050"/>
            <a:ext cx="1385931" cy="2705253"/>
            <a:chOff x="409722" y="228600"/>
            <a:chExt cx="1385931" cy="2705253"/>
          </a:xfrm>
        </p:grpSpPr>
        <p:grpSp>
          <p:nvGrpSpPr>
            <p:cNvPr id="418" name="Google Shape;418;p31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19" name="Google Shape;419;p31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1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1" name="Google Shape;421;p31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2" name="Google Shape;422;p31"/>
          <p:cNvCxnSpPr/>
          <p:nvPr/>
        </p:nvCxnSpPr>
        <p:spPr>
          <a:xfrm>
            <a:off x="481667" y="4824600"/>
            <a:ext cx="1133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32"/>
          <p:cNvGrpSpPr/>
          <p:nvPr/>
        </p:nvGrpSpPr>
        <p:grpSpPr>
          <a:xfrm>
            <a:off x="-97582" y="-6"/>
            <a:ext cx="9411247" cy="5153383"/>
            <a:chOff x="-97582" y="-6"/>
            <a:chExt cx="9411247" cy="5153383"/>
          </a:xfrm>
        </p:grpSpPr>
        <p:sp>
          <p:nvSpPr>
            <p:cNvPr id="425" name="Google Shape;425;p32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2"/>
            <p:cNvSpPr/>
            <p:nvPr/>
          </p:nvSpPr>
          <p:spPr>
            <a:xfrm flipH="1">
              <a:off x="399046" y="0"/>
              <a:ext cx="1600279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2"/>
            <p:cNvSpPr/>
            <p:nvPr/>
          </p:nvSpPr>
          <p:spPr>
            <a:xfrm flipH="1">
              <a:off x="1314444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2"/>
            <p:cNvSpPr/>
            <p:nvPr/>
          </p:nvSpPr>
          <p:spPr>
            <a:xfrm flipH="1">
              <a:off x="6735804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 flipH="1" rot="10800000">
              <a:off x="8009700" y="3670093"/>
              <a:ext cx="1135497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 flipH="1">
              <a:off x="-24431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1" name="Google Shape;431;p32"/>
            <p:cNvGrpSpPr/>
            <p:nvPr/>
          </p:nvGrpSpPr>
          <p:grpSpPr>
            <a:xfrm>
              <a:off x="4281415" y="75177"/>
              <a:ext cx="581170" cy="125403"/>
              <a:chOff x="4685288" y="186288"/>
              <a:chExt cx="419375" cy="90485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4687513" y="186288"/>
                <a:ext cx="414900" cy="822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3" name="Google Shape;433;p32"/>
              <p:cNvGrpSpPr/>
              <p:nvPr/>
            </p:nvGrpSpPr>
            <p:grpSpPr>
              <a:xfrm>
                <a:off x="4685288" y="186300"/>
                <a:ext cx="419375" cy="90473"/>
                <a:chOff x="4390000" y="182175"/>
                <a:chExt cx="419375" cy="90473"/>
              </a:xfrm>
            </p:grpSpPr>
            <p:sp>
              <p:nvSpPr>
                <p:cNvPr id="434" name="Google Shape;434;p32"/>
                <p:cNvSpPr/>
                <p:nvPr/>
              </p:nvSpPr>
              <p:spPr>
                <a:xfrm>
                  <a:off x="4390000" y="182175"/>
                  <a:ext cx="419375" cy="90473"/>
                </a:xfrm>
                <a:custGeom>
                  <a:rect b="b" l="l" r="r" t="t"/>
                  <a:pathLst>
                    <a:path extrusionOk="0" h="1906" w="8835">
                      <a:moveTo>
                        <a:pt x="7882" y="155"/>
                      </a:moveTo>
                      <a:cubicBezTo>
                        <a:pt x="8323" y="155"/>
                        <a:pt x="8680" y="512"/>
                        <a:pt x="8680" y="953"/>
                      </a:cubicBezTo>
                      <a:cubicBezTo>
                        <a:pt x="8680" y="1393"/>
                        <a:pt x="8323" y="1750"/>
                        <a:pt x="7882" y="1750"/>
                      </a:cubicBezTo>
                      <a:lnTo>
                        <a:pt x="953" y="1750"/>
                      </a:lnTo>
                      <a:cubicBezTo>
                        <a:pt x="512" y="1750"/>
                        <a:pt x="155" y="1393"/>
                        <a:pt x="155" y="953"/>
                      </a:cubicBezTo>
                      <a:cubicBezTo>
                        <a:pt x="155" y="512"/>
                        <a:pt x="512" y="155"/>
                        <a:pt x="953" y="155"/>
                      </a:cubicBezTo>
                      <a:close/>
                      <a:moveTo>
                        <a:pt x="953" y="0"/>
                      </a:moveTo>
                      <a:cubicBezTo>
                        <a:pt x="429" y="0"/>
                        <a:pt x="0" y="429"/>
                        <a:pt x="0" y="953"/>
                      </a:cubicBezTo>
                      <a:cubicBezTo>
                        <a:pt x="0" y="1476"/>
                        <a:pt x="429" y="1905"/>
                        <a:pt x="953" y="1905"/>
                      </a:cubicBezTo>
                      <a:lnTo>
                        <a:pt x="7882" y="1905"/>
                      </a:lnTo>
                      <a:cubicBezTo>
                        <a:pt x="8406" y="1905"/>
                        <a:pt x="8835" y="1476"/>
                        <a:pt x="8835" y="953"/>
                      </a:cubicBezTo>
                      <a:cubicBezTo>
                        <a:pt x="8835" y="429"/>
                        <a:pt x="8406" y="0"/>
                        <a:pt x="7882" y="0"/>
                      </a:cubicBezTo>
                      <a:close/>
                    </a:path>
                  </a:pathLst>
                </a:custGeom>
                <a:solidFill>
                  <a:srgbClr val="00004D"/>
                </a:solidFill>
                <a:ln cap="flat" cmpd="sng" w="9525">
                  <a:solidFill>
                    <a:srgbClr val="0000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32"/>
                <p:cNvSpPr/>
                <p:nvPr/>
              </p:nvSpPr>
              <p:spPr>
                <a:xfrm>
                  <a:off x="4464048" y="201352"/>
                  <a:ext cx="52024" cy="52072"/>
                </a:xfrm>
                <a:custGeom>
                  <a:rect b="b" l="l" r="r" t="t"/>
                  <a:pathLst>
                    <a:path extrusionOk="0" h="1097" w="1096">
                      <a:moveTo>
                        <a:pt x="548" y="144"/>
                      </a:moveTo>
                      <a:cubicBezTo>
                        <a:pt x="774" y="144"/>
                        <a:pt x="953" y="322"/>
                        <a:pt x="953" y="549"/>
                      </a:cubicBezTo>
                      <a:cubicBezTo>
                        <a:pt x="953" y="763"/>
                        <a:pt x="774" y="941"/>
                        <a:pt x="548" y="941"/>
                      </a:cubicBezTo>
                      <a:cubicBezTo>
                        <a:pt x="333" y="941"/>
                        <a:pt x="155" y="763"/>
                        <a:pt x="155" y="549"/>
                      </a:cubicBezTo>
                      <a:cubicBezTo>
                        <a:pt x="155" y="322"/>
                        <a:pt x="333" y="144"/>
                        <a:pt x="548" y="144"/>
                      </a:cubicBezTo>
                      <a:close/>
                      <a:moveTo>
                        <a:pt x="548" y="1"/>
                      </a:moveTo>
                      <a:cubicBezTo>
                        <a:pt x="250" y="1"/>
                        <a:pt x="0" y="251"/>
                        <a:pt x="0" y="549"/>
                      </a:cubicBezTo>
                      <a:cubicBezTo>
                        <a:pt x="0" y="846"/>
                        <a:pt x="250" y="1096"/>
                        <a:pt x="548" y="1096"/>
                      </a:cubicBezTo>
                      <a:cubicBezTo>
                        <a:pt x="845" y="1096"/>
                        <a:pt x="1095" y="846"/>
                        <a:pt x="1095" y="549"/>
                      </a:cubicBezTo>
                      <a:cubicBezTo>
                        <a:pt x="1095" y="251"/>
                        <a:pt x="845" y="1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6" name="Google Shape;436;p32"/>
            <p:cNvGrpSpPr/>
            <p:nvPr/>
          </p:nvGrpSpPr>
          <p:grpSpPr>
            <a:xfrm rot="-1102275">
              <a:off x="239301" y="2899434"/>
              <a:ext cx="541146" cy="2225370"/>
              <a:chOff x="871338" y="1945155"/>
              <a:chExt cx="247109" cy="1016148"/>
            </a:xfrm>
          </p:grpSpPr>
          <p:sp>
            <p:nvSpPr>
              <p:cNvPr id="437" name="Google Shape;437;p32"/>
              <p:cNvSpPr/>
              <p:nvPr/>
            </p:nvSpPr>
            <p:spPr>
              <a:xfrm>
                <a:off x="1017893" y="2858365"/>
                <a:ext cx="100554" cy="102938"/>
              </a:xfrm>
              <a:custGeom>
                <a:rect b="b" l="l" r="r" t="t"/>
                <a:pathLst>
                  <a:path extrusionOk="0" h="5440" w="5314">
                    <a:moveTo>
                      <a:pt x="2707" y="0"/>
                    </a:moveTo>
                    <a:cubicBezTo>
                      <a:pt x="1253" y="0"/>
                      <a:pt x="0" y="1254"/>
                      <a:pt x="0" y="2707"/>
                    </a:cubicBezTo>
                    <a:cubicBezTo>
                      <a:pt x="0" y="4186"/>
                      <a:pt x="1253" y="5439"/>
                      <a:pt x="2707" y="5439"/>
                    </a:cubicBezTo>
                    <a:cubicBezTo>
                      <a:pt x="4161" y="5439"/>
                      <a:pt x="5314" y="4186"/>
                      <a:pt x="5314" y="2707"/>
                    </a:cubicBezTo>
                    <a:cubicBezTo>
                      <a:pt x="5314" y="1254"/>
                      <a:pt x="4161" y="0"/>
                      <a:pt x="27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2"/>
              <p:cNvSpPr/>
              <p:nvPr/>
            </p:nvSpPr>
            <p:spPr>
              <a:xfrm>
                <a:off x="871338" y="2075844"/>
                <a:ext cx="215338" cy="853670"/>
              </a:xfrm>
              <a:custGeom>
                <a:rect b="b" l="l" r="r" t="t"/>
                <a:pathLst>
                  <a:path extrusionOk="0" h="45114" w="11380">
                    <a:moveTo>
                      <a:pt x="6066" y="1"/>
                    </a:moveTo>
                    <a:cubicBezTo>
                      <a:pt x="2206" y="5640"/>
                      <a:pt x="1" y="12332"/>
                      <a:pt x="1" y="19625"/>
                    </a:cubicBezTo>
                    <a:cubicBezTo>
                      <a:pt x="1" y="29650"/>
                      <a:pt x="4287" y="38748"/>
                      <a:pt x="11079" y="45114"/>
                    </a:cubicBezTo>
                    <a:lnTo>
                      <a:pt x="11379" y="44813"/>
                    </a:lnTo>
                    <a:cubicBezTo>
                      <a:pt x="4612" y="38547"/>
                      <a:pt x="427" y="29550"/>
                      <a:pt x="427" y="19625"/>
                    </a:cubicBezTo>
                    <a:cubicBezTo>
                      <a:pt x="427" y="12432"/>
                      <a:pt x="2607" y="5740"/>
                      <a:pt x="6367" y="201"/>
                    </a:cubicBezTo>
                    <a:lnTo>
                      <a:pt x="60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2"/>
              <p:cNvSpPr/>
              <p:nvPr/>
            </p:nvSpPr>
            <p:spPr>
              <a:xfrm>
                <a:off x="1051083" y="1945155"/>
                <a:ext cx="67364" cy="51242"/>
              </a:xfrm>
              <a:custGeom>
                <a:rect b="b" l="l" r="r" t="t"/>
                <a:pathLst>
                  <a:path extrusionOk="0" h="2708" w="3560">
                    <a:moveTo>
                      <a:pt x="1780" y="1"/>
                    </a:moveTo>
                    <a:cubicBezTo>
                      <a:pt x="1" y="1"/>
                      <a:pt x="1" y="2708"/>
                      <a:pt x="1780" y="2708"/>
                    </a:cubicBezTo>
                    <a:cubicBezTo>
                      <a:pt x="3459" y="2708"/>
                      <a:pt x="3560" y="1"/>
                      <a:pt x="17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0" name="Google Shape;440;p32"/>
            <p:cNvSpPr/>
            <p:nvPr/>
          </p:nvSpPr>
          <p:spPr>
            <a:xfrm>
              <a:off x="7683774" y="926546"/>
              <a:ext cx="1629891" cy="217696"/>
            </a:xfrm>
            <a:custGeom>
              <a:rect b="b" l="l" r="r" t="t"/>
              <a:pathLst>
                <a:path extrusionOk="0" h="7463" w="55866">
                  <a:moveTo>
                    <a:pt x="16082" y="0"/>
                  </a:moveTo>
                  <a:cubicBezTo>
                    <a:pt x="15991" y="0"/>
                    <a:pt x="15916" y="25"/>
                    <a:pt x="15866" y="75"/>
                  </a:cubicBezTo>
                  <a:lnTo>
                    <a:pt x="8247" y="6542"/>
                  </a:lnTo>
                  <a:lnTo>
                    <a:pt x="728" y="75"/>
                  </a:lnTo>
                  <a:cubicBezTo>
                    <a:pt x="634" y="34"/>
                    <a:pt x="528" y="10"/>
                    <a:pt x="428" y="10"/>
                  </a:cubicBezTo>
                  <a:cubicBezTo>
                    <a:pt x="287" y="10"/>
                    <a:pt x="160" y="58"/>
                    <a:pt x="101" y="176"/>
                  </a:cubicBezTo>
                  <a:cubicBezTo>
                    <a:pt x="1" y="276"/>
                    <a:pt x="1" y="602"/>
                    <a:pt x="101" y="702"/>
                  </a:cubicBezTo>
                  <a:lnTo>
                    <a:pt x="8021" y="7369"/>
                  </a:lnTo>
                  <a:cubicBezTo>
                    <a:pt x="8084" y="7431"/>
                    <a:pt x="8165" y="7463"/>
                    <a:pt x="8256" y="7463"/>
                  </a:cubicBezTo>
                  <a:cubicBezTo>
                    <a:pt x="8347" y="7463"/>
                    <a:pt x="8447" y="7431"/>
                    <a:pt x="8547" y="7369"/>
                  </a:cubicBezTo>
                  <a:lnTo>
                    <a:pt x="16066" y="1003"/>
                  </a:lnTo>
                  <a:lnTo>
                    <a:pt x="23685" y="7369"/>
                  </a:lnTo>
                  <a:cubicBezTo>
                    <a:pt x="23748" y="7431"/>
                    <a:pt x="23854" y="7463"/>
                    <a:pt x="23958" y="7463"/>
                  </a:cubicBezTo>
                  <a:cubicBezTo>
                    <a:pt x="24061" y="7463"/>
                    <a:pt x="24161" y="7431"/>
                    <a:pt x="24212" y="7369"/>
                  </a:cubicBezTo>
                  <a:lnTo>
                    <a:pt x="31831" y="1003"/>
                  </a:lnTo>
                  <a:lnTo>
                    <a:pt x="39349" y="7369"/>
                  </a:lnTo>
                  <a:cubicBezTo>
                    <a:pt x="39462" y="7431"/>
                    <a:pt x="39569" y="7463"/>
                    <a:pt x="39672" y="7463"/>
                  </a:cubicBezTo>
                  <a:cubicBezTo>
                    <a:pt x="39776" y="7463"/>
                    <a:pt x="39876" y="7431"/>
                    <a:pt x="39976" y="7369"/>
                  </a:cubicBezTo>
                  <a:lnTo>
                    <a:pt x="47495" y="1003"/>
                  </a:lnTo>
                  <a:lnTo>
                    <a:pt x="55139" y="7369"/>
                  </a:lnTo>
                  <a:cubicBezTo>
                    <a:pt x="55225" y="7422"/>
                    <a:pt x="55310" y="7453"/>
                    <a:pt x="55388" y="7453"/>
                  </a:cubicBezTo>
                  <a:cubicBezTo>
                    <a:pt x="55493" y="7453"/>
                    <a:pt x="55583" y="7398"/>
                    <a:pt x="55640" y="7268"/>
                  </a:cubicBezTo>
                  <a:cubicBezTo>
                    <a:pt x="55866" y="7168"/>
                    <a:pt x="55866" y="6867"/>
                    <a:pt x="55640" y="6742"/>
                  </a:cubicBezTo>
                  <a:lnTo>
                    <a:pt x="47821" y="75"/>
                  </a:lnTo>
                  <a:cubicBezTo>
                    <a:pt x="47720" y="25"/>
                    <a:pt x="47614" y="0"/>
                    <a:pt x="47520" y="0"/>
                  </a:cubicBezTo>
                  <a:cubicBezTo>
                    <a:pt x="47426" y="0"/>
                    <a:pt x="47345" y="25"/>
                    <a:pt x="47294" y="75"/>
                  </a:cubicBezTo>
                  <a:lnTo>
                    <a:pt x="39675" y="6542"/>
                  </a:lnTo>
                  <a:lnTo>
                    <a:pt x="32056" y="75"/>
                  </a:lnTo>
                  <a:cubicBezTo>
                    <a:pt x="32006" y="25"/>
                    <a:pt x="31925" y="0"/>
                    <a:pt x="31831" y="0"/>
                  </a:cubicBezTo>
                  <a:cubicBezTo>
                    <a:pt x="31737" y="0"/>
                    <a:pt x="31630" y="25"/>
                    <a:pt x="31530" y="75"/>
                  </a:cubicBezTo>
                  <a:lnTo>
                    <a:pt x="24011" y="6542"/>
                  </a:lnTo>
                  <a:lnTo>
                    <a:pt x="16392" y="75"/>
                  </a:lnTo>
                  <a:cubicBezTo>
                    <a:pt x="16279" y="25"/>
                    <a:pt x="16173" y="0"/>
                    <a:pt x="16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32"/>
          <p:cNvSpPr txBox="1"/>
          <p:nvPr>
            <p:ph idx="1" type="subTitle"/>
          </p:nvPr>
        </p:nvSpPr>
        <p:spPr>
          <a:xfrm>
            <a:off x="645042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2" name="Google Shape;442;p32"/>
          <p:cNvSpPr txBox="1"/>
          <p:nvPr>
            <p:ph idx="2" type="subTitle"/>
          </p:nvPr>
        </p:nvSpPr>
        <p:spPr>
          <a:xfrm>
            <a:off x="599712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3" name="Google Shape;443;p32"/>
          <p:cNvSpPr txBox="1"/>
          <p:nvPr>
            <p:ph idx="3" type="subTitle"/>
          </p:nvPr>
        </p:nvSpPr>
        <p:spPr>
          <a:xfrm>
            <a:off x="381345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4" type="subTitle"/>
          </p:nvPr>
        </p:nvSpPr>
        <p:spPr>
          <a:xfrm>
            <a:off x="336015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5" name="Google Shape;445;p32"/>
          <p:cNvSpPr txBox="1"/>
          <p:nvPr>
            <p:ph idx="5" type="subTitle"/>
          </p:nvPr>
        </p:nvSpPr>
        <p:spPr>
          <a:xfrm>
            <a:off x="1176480" y="2989131"/>
            <a:ext cx="15171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46" name="Google Shape;446;p32"/>
          <p:cNvSpPr txBox="1"/>
          <p:nvPr>
            <p:ph idx="6" type="subTitle"/>
          </p:nvPr>
        </p:nvSpPr>
        <p:spPr>
          <a:xfrm>
            <a:off x="723180" y="3373105"/>
            <a:ext cx="24237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47" name="Google Shape;447;p32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33"/>
          <p:cNvGrpSpPr/>
          <p:nvPr/>
        </p:nvGrpSpPr>
        <p:grpSpPr>
          <a:xfrm>
            <a:off x="-9513" y="2"/>
            <a:ext cx="9177947" cy="5143510"/>
            <a:chOff x="-9513" y="2"/>
            <a:chExt cx="9177947" cy="5143510"/>
          </a:xfrm>
        </p:grpSpPr>
        <p:sp>
          <p:nvSpPr>
            <p:cNvPr id="450" name="Google Shape;450;p33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3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456" name="Google Shape;456;p33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7" name="Google Shape;457;p33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458" name="Google Shape;458;p33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3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0" name="Google Shape;460;p33"/>
          <p:cNvSpPr txBox="1"/>
          <p:nvPr>
            <p:ph idx="1" type="subTitle"/>
          </p:nvPr>
        </p:nvSpPr>
        <p:spPr>
          <a:xfrm>
            <a:off x="2117765" y="3228984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1" name="Google Shape;461;p33"/>
          <p:cNvSpPr txBox="1"/>
          <p:nvPr>
            <p:ph idx="2" type="subTitle"/>
          </p:nvPr>
        </p:nvSpPr>
        <p:spPr>
          <a:xfrm>
            <a:off x="5627635" y="3228984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2" name="Google Shape;462;p33"/>
          <p:cNvSpPr txBox="1"/>
          <p:nvPr>
            <p:ph idx="3" type="subTitle"/>
          </p:nvPr>
        </p:nvSpPr>
        <p:spPr>
          <a:xfrm>
            <a:off x="1297865" y="3645247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3" name="Google Shape;463;p33"/>
          <p:cNvSpPr txBox="1"/>
          <p:nvPr>
            <p:ph idx="4" type="subTitle"/>
          </p:nvPr>
        </p:nvSpPr>
        <p:spPr>
          <a:xfrm>
            <a:off x="5627635" y="3645247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4" name="Google Shape;464;p33"/>
          <p:cNvSpPr txBox="1"/>
          <p:nvPr>
            <p:ph idx="5" type="subTitle"/>
          </p:nvPr>
        </p:nvSpPr>
        <p:spPr>
          <a:xfrm>
            <a:off x="2117765" y="1709641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5" name="Google Shape;465;p33"/>
          <p:cNvSpPr txBox="1"/>
          <p:nvPr>
            <p:ph idx="6" type="subTitle"/>
          </p:nvPr>
        </p:nvSpPr>
        <p:spPr>
          <a:xfrm>
            <a:off x="5627635" y="1709641"/>
            <a:ext cx="1398600" cy="4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66" name="Google Shape;466;p33"/>
          <p:cNvSpPr txBox="1"/>
          <p:nvPr>
            <p:ph idx="7" type="subTitle"/>
          </p:nvPr>
        </p:nvSpPr>
        <p:spPr>
          <a:xfrm>
            <a:off x="1297865" y="2125989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7" name="Google Shape;467;p33"/>
          <p:cNvSpPr txBox="1"/>
          <p:nvPr>
            <p:ph idx="8" type="subTitle"/>
          </p:nvPr>
        </p:nvSpPr>
        <p:spPr>
          <a:xfrm>
            <a:off x="5627635" y="2125989"/>
            <a:ext cx="2218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69" name="Google Shape;469;p33"/>
          <p:cNvGrpSpPr/>
          <p:nvPr/>
        </p:nvGrpSpPr>
        <p:grpSpPr>
          <a:xfrm rot="10308110">
            <a:off x="7728626" y="741469"/>
            <a:ext cx="1385958" cy="2705306"/>
            <a:chOff x="409722" y="228600"/>
            <a:chExt cx="1385931" cy="2705253"/>
          </a:xfrm>
        </p:grpSpPr>
        <p:grpSp>
          <p:nvGrpSpPr>
            <p:cNvPr id="470" name="Google Shape;470;p33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71" name="Google Shape;471;p33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33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3" name="Google Shape;473;p33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33"/>
          <p:cNvGrpSpPr/>
          <p:nvPr/>
        </p:nvGrpSpPr>
        <p:grpSpPr>
          <a:xfrm rot="-2972274">
            <a:off x="538275" y="2810662"/>
            <a:ext cx="1386048" cy="2705483"/>
            <a:chOff x="409722" y="228600"/>
            <a:chExt cx="1385931" cy="2705253"/>
          </a:xfrm>
        </p:grpSpPr>
        <p:grpSp>
          <p:nvGrpSpPr>
            <p:cNvPr id="475" name="Google Shape;475;p33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476" name="Google Shape;476;p33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33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8" name="Google Shape;478;p33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4"/>
          <p:cNvGrpSpPr/>
          <p:nvPr/>
        </p:nvGrpSpPr>
        <p:grpSpPr>
          <a:xfrm flipH="1">
            <a:off x="-24431" y="-29154"/>
            <a:ext cx="9177970" cy="5191717"/>
            <a:chOff x="-9546" y="-29154"/>
            <a:chExt cx="9177970" cy="5191717"/>
          </a:xfrm>
        </p:grpSpPr>
        <p:sp>
          <p:nvSpPr>
            <p:cNvPr id="481" name="Google Shape;481;p34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7068464" y="-29154"/>
              <a:ext cx="1600279" cy="119956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6578703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743289" y="389782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 rot="10800000">
              <a:off x="-9546" y="3670090"/>
              <a:ext cx="1124791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7972342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34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488" name="Google Shape;488;p34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34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490" name="Google Shape;490;p34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2" name="Google Shape;492;p34"/>
          <p:cNvSpPr txBox="1"/>
          <p:nvPr>
            <p:ph idx="1" type="subTitle"/>
          </p:nvPr>
        </p:nvSpPr>
        <p:spPr>
          <a:xfrm>
            <a:off x="6169696" y="2166691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3" name="Google Shape;493;p34"/>
          <p:cNvSpPr txBox="1"/>
          <p:nvPr>
            <p:ph idx="2" type="subTitle"/>
          </p:nvPr>
        </p:nvSpPr>
        <p:spPr>
          <a:xfrm>
            <a:off x="3845886" y="1860635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4" name="Google Shape;494;p34"/>
          <p:cNvSpPr txBox="1"/>
          <p:nvPr>
            <p:ph idx="3" type="subTitle"/>
          </p:nvPr>
        </p:nvSpPr>
        <p:spPr>
          <a:xfrm>
            <a:off x="3438336" y="2165641"/>
            <a:ext cx="2267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5" name="Google Shape;495;p34"/>
          <p:cNvSpPr txBox="1"/>
          <p:nvPr>
            <p:ph idx="4" type="subTitle"/>
          </p:nvPr>
        </p:nvSpPr>
        <p:spPr>
          <a:xfrm>
            <a:off x="1116125" y="1858985"/>
            <a:ext cx="1452600" cy="2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6" name="Google Shape;496;p34"/>
          <p:cNvSpPr txBox="1"/>
          <p:nvPr>
            <p:ph idx="5" type="subTitle"/>
          </p:nvPr>
        </p:nvSpPr>
        <p:spPr>
          <a:xfrm>
            <a:off x="710525" y="2166691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7" name="Google Shape;497;p34"/>
          <p:cNvSpPr txBox="1"/>
          <p:nvPr>
            <p:ph idx="6" type="subTitle"/>
          </p:nvPr>
        </p:nvSpPr>
        <p:spPr>
          <a:xfrm>
            <a:off x="6575296" y="1860635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498" name="Google Shape;498;p34"/>
          <p:cNvSpPr txBox="1"/>
          <p:nvPr>
            <p:ph idx="7" type="subTitle"/>
          </p:nvPr>
        </p:nvSpPr>
        <p:spPr>
          <a:xfrm>
            <a:off x="6169696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9" name="Google Shape;499;p34"/>
          <p:cNvSpPr txBox="1"/>
          <p:nvPr>
            <p:ph idx="8" type="subTitle"/>
          </p:nvPr>
        </p:nvSpPr>
        <p:spPr>
          <a:xfrm>
            <a:off x="3440110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0" name="Google Shape;500;p34"/>
          <p:cNvSpPr txBox="1"/>
          <p:nvPr>
            <p:ph idx="9" type="subTitle"/>
          </p:nvPr>
        </p:nvSpPr>
        <p:spPr>
          <a:xfrm>
            <a:off x="710525" y="3896075"/>
            <a:ext cx="2263800" cy="4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1" name="Google Shape;501;p34"/>
          <p:cNvSpPr txBox="1"/>
          <p:nvPr>
            <p:ph idx="13" type="subTitle"/>
          </p:nvPr>
        </p:nvSpPr>
        <p:spPr>
          <a:xfrm>
            <a:off x="3845886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14" type="subTitle"/>
          </p:nvPr>
        </p:nvSpPr>
        <p:spPr>
          <a:xfrm>
            <a:off x="1116125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3" name="Google Shape;503;p34"/>
          <p:cNvSpPr txBox="1"/>
          <p:nvPr>
            <p:ph idx="15" type="subTitle"/>
          </p:nvPr>
        </p:nvSpPr>
        <p:spPr>
          <a:xfrm>
            <a:off x="6575296" y="3589521"/>
            <a:ext cx="1452600" cy="2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b="1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drich"/>
              <a:buNone/>
              <a:defRPr sz="1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04" name="Google Shape;504;p34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05" name="Google Shape;505;p34"/>
          <p:cNvGrpSpPr/>
          <p:nvPr/>
        </p:nvGrpSpPr>
        <p:grpSpPr>
          <a:xfrm rot="1877870">
            <a:off x="-80880" y="163153"/>
            <a:ext cx="1385966" cy="2705322"/>
            <a:chOff x="409722" y="228600"/>
            <a:chExt cx="1385931" cy="2705253"/>
          </a:xfrm>
        </p:grpSpPr>
        <p:grpSp>
          <p:nvGrpSpPr>
            <p:cNvPr id="506" name="Google Shape;506;p34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07" name="Google Shape;507;p34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9" name="Google Shape;509;p34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34"/>
          <p:cNvGrpSpPr/>
          <p:nvPr/>
        </p:nvGrpSpPr>
        <p:grpSpPr>
          <a:xfrm flipH="1" rot="128945">
            <a:off x="8148859" y="1763418"/>
            <a:ext cx="1385935" cy="2705263"/>
            <a:chOff x="409722" y="228600"/>
            <a:chExt cx="1385931" cy="2705253"/>
          </a:xfrm>
        </p:grpSpPr>
        <p:grpSp>
          <p:nvGrpSpPr>
            <p:cNvPr id="511" name="Google Shape;511;p34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12" name="Google Shape;512;p34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4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35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517" name="Google Shape;517;p35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35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25" name="Google Shape;525;p35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6" name="Google Shape;526;p35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27" name="Google Shape;527;p35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9" name="Google Shape;529;p35"/>
          <p:cNvSpPr txBox="1"/>
          <p:nvPr>
            <p:ph hasCustomPrompt="1" type="title"/>
          </p:nvPr>
        </p:nvSpPr>
        <p:spPr>
          <a:xfrm>
            <a:off x="2518494" y="2069467"/>
            <a:ext cx="41070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0" name="Google Shape;530;p35"/>
          <p:cNvSpPr txBox="1"/>
          <p:nvPr>
            <p:ph hasCustomPrompt="1" idx="2" type="title"/>
          </p:nvPr>
        </p:nvSpPr>
        <p:spPr>
          <a:xfrm>
            <a:off x="2268900" y="716920"/>
            <a:ext cx="46062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1" name="Google Shape;531;p35"/>
          <p:cNvSpPr txBox="1"/>
          <p:nvPr>
            <p:ph hasCustomPrompt="1" idx="3" type="title"/>
          </p:nvPr>
        </p:nvSpPr>
        <p:spPr>
          <a:xfrm>
            <a:off x="2518494" y="3422642"/>
            <a:ext cx="4107000" cy="58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2" name="Google Shape;532;p35"/>
          <p:cNvSpPr txBox="1"/>
          <p:nvPr>
            <p:ph idx="1" type="subTitle"/>
          </p:nvPr>
        </p:nvSpPr>
        <p:spPr>
          <a:xfrm>
            <a:off x="2518507" y="2718654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3" name="Google Shape;533;p35"/>
          <p:cNvSpPr txBox="1"/>
          <p:nvPr>
            <p:ph idx="4" type="subTitle"/>
          </p:nvPr>
        </p:nvSpPr>
        <p:spPr>
          <a:xfrm>
            <a:off x="2518507" y="1366104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4" name="Google Shape;534;p35"/>
          <p:cNvSpPr txBox="1"/>
          <p:nvPr>
            <p:ph idx="5" type="subTitle"/>
          </p:nvPr>
        </p:nvSpPr>
        <p:spPr>
          <a:xfrm>
            <a:off x="2518493" y="4087430"/>
            <a:ext cx="4107000" cy="472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36"/>
          <p:cNvGrpSpPr/>
          <p:nvPr/>
        </p:nvGrpSpPr>
        <p:grpSpPr>
          <a:xfrm>
            <a:off x="-9513" y="-6"/>
            <a:ext cx="9177947" cy="5143519"/>
            <a:chOff x="-9513" y="-6"/>
            <a:chExt cx="9177947" cy="5143519"/>
          </a:xfrm>
        </p:grpSpPr>
        <p:sp>
          <p:nvSpPr>
            <p:cNvPr id="537" name="Google Shape;537;p36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7132742" y="2"/>
              <a:ext cx="1612254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6426313" y="-6"/>
              <a:ext cx="1250789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743298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7972352" y="13811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36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45" name="Google Shape;545;p36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36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47" name="Google Shape;547;p36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36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9" name="Google Shape;549;p36"/>
          <p:cNvSpPr txBox="1"/>
          <p:nvPr>
            <p:ph idx="1" type="subTitle"/>
          </p:nvPr>
        </p:nvSpPr>
        <p:spPr>
          <a:xfrm>
            <a:off x="1909800" y="1549776"/>
            <a:ext cx="5324400" cy="13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550" name="Google Shape;550;p36"/>
          <p:cNvSpPr txBox="1"/>
          <p:nvPr>
            <p:ph type="title"/>
          </p:nvPr>
        </p:nvSpPr>
        <p:spPr>
          <a:xfrm>
            <a:off x="3327000" y="3134828"/>
            <a:ext cx="2490000" cy="3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None/>
              <a:defRPr>
                <a:solidFill>
                  <a:srgbClr val="00004D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bg>
      <p:bgPr>
        <a:solidFill>
          <a:schemeClr val="accent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"/>
          <p:cNvSpPr txBox="1"/>
          <p:nvPr>
            <p:ph type="ctrTitle"/>
          </p:nvPr>
        </p:nvSpPr>
        <p:spPr>
          <a:xfrm>
            <a:off x="722350" y="685800"/>
            <a:ext cx="3702600" cy="10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3" name="Google Shape;553;p37"/>
          <p:cNvSpPr txBox="1"/>
          <p:nvPr>
            <p:ph idx="1" type="subTitle"/>
          </p:nvPr>
        </p:nvSpPr>
        <p:spPr>
          <a:xfrm>
            <a:off x="722350" y="1653025"/>
            <a:ext cx="37026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4" name="Google Shape;554;p37"/>
          <p:cNvSpPr txBox="1"/>
          <p:nvPr/>
        </p:nvSpPr>
        <p:spPr>
          <a:xfrm>
            <a:off x="722350" y="2991025"/>
            <a:ext cx="3148500" cy="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b="1" lang="ro" sz="1200">
                <a:solidFill>
                  <a:schemeClr val="accent5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ro" sz="12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sz="12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bg>
      <p:bgPr>
        <a:solidFill>
          <a:schemeClr val="accent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38"/>
          <p:cNvCxnSpPr/>
          <p:nvPr/>
        </p:nvCxnSpPr>
        <p:spPr>
          <a:xfrm rot="10800000">
            <a:off x="447750" y="4895850"/>
            <a:ext cx="1133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" name="Google Shape;557;p38"/>
          <p:cNvGrpSpPr/>
          <p:nvPr/>
        </p:nvGrpSpPr>
        <p:grpSpPr>
          <a:xfrm flipH="1">
            <a:off x="-47478" y="2136847"/>
            <a:ext cx="1179753" cy="2854241"/>
            <a:chOff x="7907551" y="-114309"/>
            <a:chExt cx="1908059" cy="4616272"/>
          </a:xfrm>
        </p:grpSpPr>
        <p:sp>
          <p:nvSpPr>
            <p:cNvPr id="558" name="Google Shape;558;p38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8"/>
          <p:cNvSpPr/>
          <p:nvPr/>
        </p:nvSpPr>
        <p:spPr>
          <a:xfrm flipH="1">
            <a:off x="6758010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38"/>
          <p:cNvGrpSpPr/>
          <p:nvPr/>
        </p:nvGrpSpPr>
        <p:grpSpPr>
          <a:xfrm flipH="1">
            <a:off x="8058686" y="457200"/>
            <a:ext cx="1385931" cy="2705253"/>
            <a:chOff x="409722" y="228600"/>
            <a:chExt cx="1385931" cy="2705253"/>
          </a:xfrm>
        </p:grpSpPr>
        <p:grpSp>
          <p:nvGrpSpPr>
            <p:cNvPr id="576" name="Google Shape;576;p38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577" name="Google Shape;577;p38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8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9" name="Google Shape;579;p38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39"/>
          <p:cNvGrpSpPr/>
          <p:nvPr/>
        </p:nvGrpSpPr>
        <p:grpSpPr>
          <a:xfrm flipH="1">
            <a:off x="-24431" y="-6"/>
            <a:ext cx="9169628" cy="5143518"/>
            <a:chOff x="-1204" y="-6"/>
            <a:chExt cx="9169628" cy="5143518"/>
          </a:xfrm>
        </p:grpSpPr>
        <p:sp>
          <p:nvSpPr>
            <p:cNvPr id="582" name="Google Shape;582;p39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7144668" y="0"/>
              <a:ext cx="1600279" cy="1208486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9"/>
            <p:cNvSpPr/>
            <p:nvPr/>
          </p:nvSpPr>
          <p:spPr>
            <a:xfrm>
              <a:off x="6578703" y="-6"/>
              <a:ext cx="1250846" cy="93763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743289" y="3878776"/>
              <a:ext cx="1664900" cy="1264737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 rot="10800000">
              <a:off x="-1204" y="3670093"/>
              <a:ext cx="1135497" cy="106700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7972342" y="1228724"/>
              <a:ext cx="1196082" cy="1134709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E9F3FF">
                <a:alpha val="502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" name="Google Shape;588;p39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589" name="Google Shape;589;p39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0" name="Google Shape;590;p39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591" name="Google Shape;591;p39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3" name="Google Shape;593;p39"/>
          <p:cNvGrpSpPr/>
          <p:nvPr/>
        </p:nvGrpSpPr>
        <p:grpSpPr>
          <a:xfrm rot="-1102275">
            <a:off x="239301" y="2899434"/>
            <a:ext cx="541146" cy="2225370"/>
            <a:chOff x="871338" y="1945155"/>
            <a:chExt cx="247109" cy="1016148"/>
          </a:xfrm>
        </p:grpSpPr>
        <p:sp>
          <p:nvSpPr>
            <p:cNvPr id="594" name="Google Shape;594;p39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9"/>
          <p:cNvSpPr/>
          <p:nvPr/>
        </p:nvSpPr>
        <p:spPr>
          <a:xfrm>
            <a:off x="7683774" y="9265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MAIN_POINT_1">
    <p:bg>
      <p:bgPr>
        <a:solidFill>
          <a:schemeClr val="accent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40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600" name="Google Shape;600;p40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fmla="val 3396" name="adj"/>
              </a:avLst>
            </a:prstGeom>
            <a:solidFill>
              <a:schemeClr val="accen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0"/>
            <p:cNvSpPr/>
            <p:nvPr/>
          </p:nvSpPr>
          <p:spPr>
            <a:xfrm flipH="1" rot="10800000">
              <a:off x="694692" y="580875"/>
              <a:ext cx="7754700" cy="3981600"/>
            </a:xfrm>
            <a:prstGeom prst="roundRect">
              <a:avLst>
                <a:gd fmla="val 3396" name="adj"/>
              </a:avLst>
            </a:pr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 rot="10800000">
              <a:off x="5767286" y="3636168"/>
              <a:ext cx="1611114" cy="1209957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0"/>
            <p:cNvSpPr/>
            <p:nvPr/>
          </p:nvSpPr>
          <p:spPr>
            <a:xfrm rot="10800000">
              <a:off x="6640281" y="3842942"/>
              <a:ext cx="1348069" cy="1004358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40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607" name="Google Shape;607;p40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8" name="Google Shape;608;p40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609" name="Google Shape;609;p40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40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TITLE" type="title">
  <p:cSld name="TITLE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4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16" name="Google Shape;616;p4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4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4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4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0" name="Google Shape;620;p4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4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4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4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4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4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4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4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8" name="Google Shape;628;p42"/>
          <p:cNvSpPr txBox="1"/>
          <p:nvPr>
            <p:ph type="ctrTitle"/>
          </p:nvPr>
        </p:nvSpPr>
        <p:spPr>
          <a:xfrm>
            <a:off x="311700" y="1447800"/>
            <a:ext cx="8520600" cy="145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Permanent Marker"/>
              <a:buNone/>
              <a:defRPr sz="36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Permanent Marker"/>
              <a:buNone/>
              <a:defRPr sz="52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29" name="Google Shape;629;p42"/>
          <p:cNvSpPr txBox="1"/>
          <p:nvPr>
            <p:ph idx="1" type="subTitle"/>
          </p:nvPr>
        </p:nvSpPr>
        <p:spPr>
          <a:xfrm>
            <a:off x="311700" y="2887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BIG_NUMBER_1_1_4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4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32" name="Google Shape;632;p4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4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4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4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4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4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4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4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4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4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4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4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4" name="Google Shape;644;p43"/>
          <p:cNvSpPr txBox="1"/>
          <p:nvPr>
            <p:ph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45" name="Google Shape;645;p43"/>
          <p:cNvSpPr txBox="1"/>
          <p:nvPr>
            <p:ph idx="1" type="body"/>
          </p:nvPr>
        </p:nvSpPr>
        <p:spPr>
          <a:xfrm>
            <a:off x="939525" y="1476375"/>
            <a:ext cx="60639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1pPr>
            <a:lvl2pPr indent="-2921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●"/>
              <a:defRPr sz="1000">
                <a:latin typeface="Comfortaa"/>
                <a:ea typeface="Comfortaa"/>
                <a:cs typeface="Comfortaa"/>
                <a:sym typeface="Comfortaa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Comfortaa"/>
              <a:buChar char="○"/>
              <a:defRPr sz="1000">
                <a:latin typeface="Comfortaa"/>
                <a:ea typeface="Comfortaa"/>
                <a:cs typeface="Comfortaa"/>
                <a:sym typeface="Comfortaa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Comfortaa"/>
              <a:buChar char="■"/>
              <a:defRPr sz="10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4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48" name="Google Shape;648;p4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4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4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4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4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4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4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4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4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4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4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4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0" name="Google Shape;660;p44"/>
          <p:cNvSpPr txBox="1"/>
          <p:nvPr>
            <p:ph hasCustomPrompt="1" type="title"/>
          </p:nvPr>
        </p:nvSpPr>
        <p:spPr>
          <a:xfrm>
            <a:off x="1421338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1" name="Google Shape;661;p44"/>
          <p:cNvSpPr txBox="1"/>
          <p:nvPr>
            <p:ph hasCustomPrompt="1" idx="2" type="title"/>
          </p:nvPr>
        </p:nvSpPr>
        <p:spPr>
          <a:xfrm>
            <a:off x="3210379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2" name="Google Shape;662;p44"/>
          <p:cNvSpPr txBox="1"/>
          <p:nvPr>
            <p:ph hasCustomPrompt="1" idx="3" type="title"/>
          </p:nvPr>
        </p:nvSpPr>
        <p:spPr>
          <a:xfrm>
            <a:off x="4999421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3" name="Google Shape;663;p44"/>
          <p:cNvSpPr txBox="1"/>
          <p:nvPr>
            <p:ph hasCustomPrompt="1" idx="4" type="title"/>
          </p:nvPr>
        </p:nvSpPr>
        <p:spPr>
          <a:xfrm>
            <a:off x="6788463" y="2341350"/>
            <a:ext cx="934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4" name="Google Shape;664;p44"/>
          <p:cNvSpPr txBox="1"/>
          <p:nvPr>
            <p:ph idx="5" type="ctrTitle"/>
          </p:nvPr>
        </p:nvSpPr>
        <p:spPr>
          <a:xfrm>
            <a:off x="311700" y="618575"/>
            <a:ext cx="85206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Permanent Marker"/>
              <a:buNone/>
              <a:defRPr sz="1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665" name="Google Shape;665;p44"/>
          <p:cNvSpPr txBox="1"/>
          <p:nvPr>
            <p:ph idx="1" type="subTitle"/>
          </p:nvPr>
        </p:nvSpPr>
        <p:spPr>
          <a:xfrm>
            <a:off x="114145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6" name="Google Shape;666;p44"/>
          <p:cNvSpPr txBox="1"/>
          <p:nvPr>
            <p:ph idx="6" type="subTitle"/>
          </p:nvPr>
        </p:nvSpPr>
        <p:spPr>
          <a:xfrm>
            <a:off x="293047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7" name="Google Shape;667;p44"/>
          <p:cNvSpPr txBox="1"/>
          <p:nvPr>
            <p:ph idx="7" type="subTitle"/>
          </p:nvPr>
        </p:nvSpPr>
        <p:spPr>
          <a:xfrm>
            <a:off x="4719500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8" name="Google Shape;668;p44"/>
          <p:cNvSpPr txBox="1"/>
          <p:nvPr>
            <p:ph idx="8" type="subTitle"/>
          </p:nvPr>
        </p:nvSpPr>
        <p:spPr>
          <a:xfrm>
            <a:off x="6508575" y="36826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69" name="Google Shape;669;p44"/>
          <p:cNvSpPr txBox="1"/>
          <p:nvPr>
            <p:ph idx="9" type="subTitle"/>
          </p:nvPr>
        </p:nvSpPr>
        <p:spPr>
          <a:xfrm>
            <a:off x="4719525" y="371455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BIG_NUMBER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4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72" name="Google Shape;672;p4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4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4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4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4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4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4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4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4" name="Google Shape;684;p45"/>
          <p:cNvSpPr txBox="1"/>
          <p:nvPr>
            <p:ph idx="1" type="subTitle"/>
          </p:nvPr>
        </p:nvSpPr>
        <p:spPr>
          <a:xfrm>
            <a:off x="939525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5" name="Google Shape;685;p45"/>
          <p:cNvSpPr txBox="1"/>
          <p:nvPr>
            <p:ph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IG_NUMBER_1_1_1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46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688" name="Google Shape;688;p46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46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46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46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p46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3" name="Google Shape;693;p46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" name="Google Shape;694;p46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46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46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46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46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46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0" name="Google Shape;700;p46"/>
          <p:cNvSpPr txBox="1"/>
          <p:nvPr>
            <p:ph type="ctrTitle"/>
          </p:nvPr>
        </p:nvSpPr>
        <p:spPr>
          <a:xfrm>
            <a:off x="2008800" y="3897038"/>
            <a:ext cx="5126400" cy="3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None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701" name="Google Shape;701;p46"/>
          <p:cNvSpPr txBox="1"/>
          <p:nvPr>
            <p:ph idx="1" type="subTitle"/>
          </p:nvPr>
        </p:nvSpPr>
        <p:spPr>
          <a:xfrm>
            <a:off x="1914750" y="1401975"/>
            <a:ext cx="5314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BIG_NUMBER_1_1_2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47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04" name="Google Shape;704;p47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47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47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47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47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47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47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47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47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47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47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5" name="Google Shape;715;p47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6" name="Google Shape;716;p47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17" name="Google Shape;717;p47"/>
          <p:cNvSpPr txBox="1"/>
          <p:nvPr>
            <p:ph idx="1" type="subTitle"/>
          </p:nvPr>
        </p:nvSpPr>
        <p:spPr>
          <a:xfrm>
            <a:off x="3114000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BIG_NUMBER_1_1_2_3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 txBox="1"/>
          <p:nvPr>
            <p:ph type="ctrTitle"/>
          </p:nvPr>
        </p:nvSpPr>
        <p:spPr>
          <a:xfrm>
            <a:off x="3108750" y="2205300"/>
            <a:ext cx="2926500" cy="7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 type="blank">
  <p:cSld name="BLANK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49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22" name="Google Shape;722;p49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49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49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49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49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49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49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49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49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49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49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49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4" name="Google Shape;734;p49"/>
          <p:cNvSpPr txBox="1"/>
          <p:nvPr>
            <p:ph idx="1" type="subTitle"/>
          </p:nvPr>
        </p:nvSpPr>
        <p:spPr>
          <a:xfrm>
            <a:off x="1141438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5" name="Google Shape;735;p49"/>
          <p:cNvSpPr txBox="1"/>
          <p:nvPr>
            <p:ph idx="2" type="subTitle"/>
          </p:nvPr>
        </p:nvSpPr>
        <p:spPr>
          <a:xfrm>
            <a:off x="293046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6" name="Google Shape;736;p49"/>
          <p:cNvSpPr txBox="1"/>
          <p:nvPr>
            <p:ph idx="3" type="subTitle"/>
          </p:nvPr>
        </p:nvSpPr>
        <p:spPr>
          <a:xfrm>
            <a:off x="650856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7" name="Google Shape;737;p49"/>
          <p:cNvSpPr txBox="1"/>
          <p:nvPr>
            <p:ph idx="4" type="subTitle"/>
          </p:nvPr>
        </p:nvSpPr>
        <p:spPr>
          <a:xfrm>
            <a:off x="4719513" y="3263500"/>
            <a:ext cx="149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8" name="Google Shape;738;p49"/>
          <p:cNvSpPr txBox="1"/>
          <p:nvPr>
            <p:ph type="ctrTitle"/>
          </p:nvPr>
        </p:nvSpPr>
        <p:spPr>
          <a:xfrm>
            <a:off x="1141450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39" name="Google Shape;739;p49"/>
          <p:cNvSpPr txBox="1"/>
          <p:nvPr>
            <p:ph idx="5" type="ctrTitle"/>
          </p:nvPr>
        </p:nvSpPr>
        <p:spPr>
          <a:xfrm>
            <a:off x="293047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0" name="Google Shape;740;p49"/>
          <p:cNvSpPr txBox="1"/>
          <p:nvPr>
            <p:ph idx="6" type="ctrTitle"/>
          </p:nvPr>
        </p:nvSpPr>
        <p:spPr>
          <a:xfrm>
            <a:off x="471952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1" name="Google Shape;741;p49"/>
          <p:cNvSpPr txBox="1"/>
          <p:nvPr>
            <p:ph idx="7" type="ctrTitle"/>
          </p:nvPr>
        </p:nvSpPr>
        <p:spPr>
          <a:xfrm>
            <a:off x="6508575" y="256472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42" name="Google Shape;742;p49"/>
          <p:cNvSpPr txBox="1"/>
          <p:nvPr>
            <p:ph idx="8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" name="Google Shape;744;p50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45" name="Google Shape;745;p50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50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50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50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50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50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50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50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50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50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50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50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7" name="Google Shape;757;p50"/>
          <p:cNvSpPr txBox="1"/>
          <p:nvPr>
            <p:ph idx="1" type="subTitle"/>
          </p:nvPr>
        </p:nvSpPr>
        <p:spPr>
          <a:xfrm>
            <a:off x="124892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8" name="Google Shape;758;p50"/>
          <p:cNvSpPr txBox="1"/>
          <p:nvPr>
            <p:ph idx="2" type="subTitle"/>
          </p:nvPr>
        </p:nvSpPr>
        <p:spPr>
          <a:xfrm>
            <a:off x="3723750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9" name="Google Shape;759;p50"/>
          <p:cNvSpPr txBox="1"/>
          <p:nvPr>
            <p:ph idx="3" type="subTitle"/>
          </p:nvPr>
        </p:nvSpPr>
        <p:spPr>
          <a:xfrm>
            <a:off x="6198575" y="2857300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0" name="Google Shape;760;p50"/>
          <p:cNvSpPr txBox="1"/>
          <p:nvPr>
            <p:ph type="ctrTitle"/>
          </p:nvPr>
        </p:nvSpPr>
        <p:spPr>
          <a:xfrm>
            <a:off x="1350163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1" name="Google Shape;761;p50"/>
          <p:cNvSpPr txBox="1"/>
          <p:nvPr>
            <p:ph idx="4" type="ctrTitle"/>
          </p:nvPr>
        </p:nvSpPr>
        <p:spPr>
          <a:xfrm>
            <a:off x="382498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2" name="Google Shape;762;p50"/>
          <p:cNvSpPr txBox="1"/>
          <p:nvPr>
            <p:ph idx="5" type="ctrTitle"/>
          </p:nvPr>
        </p:nvSpPr>
        <p:spPr>
          <a:xfrm>
            <a:off x="6299838" y="1774150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63" name="Google Shape;763;p50"/>
          <p:cNvSpPr txBox="1"/>
          <p:nvPr>
            <p:ph idx="6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S">
  <p:cSld name="BLANK_2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51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66" name="Google Shape;766;p51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51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51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51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51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51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51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3" name="Google Shape;773;p51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51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51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51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51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8" name="Google Shape;778;p51"/>
          <p:cNvSpPr txBox="1"/>
          <p:nvPr>
            <p:ph hasCustomPrompt="1" type="title"/>
          </p:nvPr>
        </p:nvSpPr>
        <p:spPr>
          <a:xfrm>
            <a:off x="2501250" y="7009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79" name="Google Shape;779;p51"/>
          <p:cNvSpPr txBox="1"/>
          <p:nvPr>
            <p:ph hasCustomPrompt="1" idx="2" type="title"/>
          </p:nvPr>
        </p:nvSpPr>
        <p:spPr>
          <a:xfrm>
            <a:off x="2501250" y="21106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80" name="Google Shape;780;p51"/>
          <p:cNvSpPr txBox="1"/>
          <p:nvPr>
            <p:ph hasCustomPrompt="1" idx="3" type="title"/>
          </p:nvPr>
        </p:nvSpPr>
        <p:spPr>
          <a:xfrm>
            <a:off x="2501250" y="3520388"/>
            <a:ext cx="41415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BIG_NUMBER_1_1_2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52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83" name="Google Shape;783;p52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52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52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52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52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52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52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52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52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52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52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52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5" name="Google Shape;795;p52"/>
          <p:cNvSpPr txBox="1"/>
          <p:nvPr>
            <p:ph type="ctrTitle"/>
          </p:nvPr>
        </p:nvSpPr>
        <p:spPr>
          <a:xfrm>
            <a:off x="3312600" y="1202650"/>
            <a:ext cx="25188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LANK_3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53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798" name="Google Shape;798;p53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53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53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53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3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53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53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53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53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53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53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53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0" name="Google Shape;810;p53"/>
          <p:cNvSpPr txBox="1"/>
          <p:nvPr>
            <p:ph idx="1" type="subTitle"/>
          </p:nvPr>
        </p:nvSpPr>
        <p:spPr>
          <a:xfrm>
            <a:off x="6227800" y="19510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1" name="Google Shape;811;p53"/>
          <p:cNvSpPr txBox="1"/>
          <p:nvPr>
            <p:ph type="ctrTitle"/>
          </p:nvPr>
        </p:nvSpPr>
        <p:spPr>
          <a:xfrm>
            <a:off x="6227800" y="14598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2" name="Google Shape;812;p53"/>
          <p:cNvSpPr txBox="1"/>
          <p:nvPr>
            <p:ph idx="2" type="subTitle"/>
          </p:nvPr>
        </p:nvSpPr>
        <p:spPr>
          <a:xfrm>
            <a:off x="6227800" y="29694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3" name="Google Shape;813;p53"/>
          <p:cNvSpPr txBox="1"/>
          <p:nvPr>
            <p:ph idx="3" type="ctrTitle"/>
          </p:nvPr>
        </p:nvSpPr>
        <p:spPr>
          <a:xfrm>
            <a:off x="6227800" y="24782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4" name="Google Shape;814;p53"/>
          <p:cNvSpPr txBox="1"/>
          <p:nvPr>
            <p:ph idx="4" type="subTitle"/>
          </p:nvPr>
        </p:nvSpPr>
        <p:spPr>
          <a:xfrm>
            <a:off x="6227800" y="3987850"/>
            <a:ext cx="18966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5" name="Google Shape;815;p53"/>
          <p:cNvSpPr txBox="1"/>
          <p:nvPr>
            <p:ph idx="5" type="ctrTitle"/>
          </p:nvPr>
        </p:nvSpPr>
        <p:spPr>
          <a:xfrm>
            <a:off x="6227800" y="3496625"/>
            <a:ext cx="2973600" cy="59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16" name="Google Shape;816;p53"/>
          <p:cNvSpPr txBox="1"/>
          <p:nvPr>
            <p:ph idx="6" type="ctrTitle"/>
          </p:nvPr>
        </p:nvSpPr>
        <p:spPr>
          <a:xfrm>
            <a:off x="939525" y="516850"/>
            <a:ext cx="72903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">
  <p:cSld name="BLANK_2_2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" name="Google Shape;818;p54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19" name="Google Shape;819;p54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4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4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54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54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54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54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54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54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54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54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54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1" name="Google Shape;831;p54"/>
          <p:cNvSpPr txBox="1"/>
          <p:nvPr>
            <p:ph idx="1" type="subTitle"/>
          </p:nvPr>
        </p:nvSpPr>
        <p:spPr>
          <a:xfrm>
            <a:off x="2333925" y="2523925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2" name="Google Shape;832;p54"/>
          <p:cNvSpPr txBox="1"/>
          <p:nvPr>
            <p:ph idx="2" type="subTitle"/>
          </p:nvPr>
        </p:nvSpPr>
        <p:spPr>
          <a:xfrm>
            <a:off x="5113550" y="2523925"/>
            <a:ext cx="1696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3" name="Google Shape;833;p54"/>
          <p:cNvSpPr txBox="1"/>
          <p:nvPr>
            <p:ph type="ctrTitle"/>
          </p:nvPr>
        </p:nvSpPr>
        <p:spPr>
          <a:xfrm>
            <a:off x="2435163" y="174557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34" name="Google Shape;834;p54"/>
          <p:cNvSpPr txBox="1"/>
          <p:nvPr>
            <p:ph idx="3" type="ctrTitle"/>
          </p:nvPr>
        </p:nvSpPr>
        <p:spPr>
          <a:xfrm>
            <a:off x="5214788" y="1745575"/>
            <a:ext cx="149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BIG_NUMBER_1_1_2_2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55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37" name="Google Shape;837;p55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55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55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55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55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55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55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55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55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55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55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55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9" name="Google Shape;849;p55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BLANK_4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56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52" name="Google Shape;852;p56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56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56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56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56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56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56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56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56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56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56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56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4" name="Google Shape;864;p56"/>
          <p:cNvSpPr txBox="1"/>
          <p:nvPr>
            <p:ph idx="1" type="subTitle"/>
          </p:nvPr>
        </p:nvSpPr>
        <p:spPr>
          <a:xfrm>
            <a:off x="1481102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5" name="Google Shape;865;p56"/>
          <p:cNvSpPr txBox="1"/>
          <p:nvPr>
            <p:ph idx="2" type="subTitle"/>
          </p:nvPr>
        </p:nvSpPr>
        <p:spPr>
          <a:xfrm>
            <a:off x="3727341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6" name="Google Shape;866;p56"/>
          <p:cNvSpPr txBox="1"/>
          <p:nvPr>
            <p:ph idx="3" type="subTitle"/>
          </p:nvPr>
        </p:nvSpPr>
        <p:spPr>
          <a:xfrm>
            <a:off x="5973583" y="2133400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7" name="Google Shape;867;p56"/>
          <p:cNvSpPr txBox="1"/>
          <p:nvPr>
            <p:ph type="ctrTitle"/>
          </p:nvPr>
        </p:nvSpPr>
        <p:spPr>
          <a:xfrm>
            <a:off x="1413763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68" name="Google Shape;868;p56"/>
          <p:cNvSpPr txBox="1"/>
          <p:nvPr>
            <p:ph idx="4" type="ctrTitle"/>
          </p:nvPr>
        </p:nvSpPr>
        <p:spPr>
          <a:xfrm>
            <a:off x="3660015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69" name="Google Shape;869;p56"/>
          <p:cNvSpPr txBox="1"/>
          <p:nvPr>
            <p:ph idx="5" type="ctrTitle"/>
          </p:nvPr>
        </p:nvSpPr>
        <p:spPr>
          <a:xfrm>
            <a:off x="5906248" y="1324300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0" name="Google Shape;870;p56"/>
          <p:cNvSpPr txBox="1"/>
          <p:nvPr>
            <p:ph idx="6" type="subTitle"/>
          </p:nvPr>
        </p:nvSpPr>
        <p:spPr>
          <a:xfrm>
            <a:off x="1481102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1" name="Google Shape;871;p56"/>
          <p:cNvSpPr txBox="1"/>
          <p:nvPr>
            <p:ph idx="7" type="subTitle"/>
          </p:nvPr>
        </p:nvSpPr>
        <p:spPr>
          <a:xfrm>
            <a:off x="3727341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2" name="Google Shape;872;p56"/>
          <p:cNvSpPr txBox="1"/>
          <p:nvPr>
            <p:ph idx="8" type="subTitle"/>
          </p:nvPr>
        </p:nvSpPr>
        <p:spPr>
          <a:xfrm>
            <a:off x="5973570" y="3743125"/>
            <a:ext cx="1689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3" name="Google Shape;873;p56"/>
          <p:cNvSpPr txBox="1"/>
          <p:nvPr>
            <p:ph idx="9" type="ctrTitle"/>
          </p:nvPr>
        </p:nvSpPr>
        <p:spPr>
          <a:xfrm>
            <a:off x="1413750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4" name="Google Shape;874;p56"/>
          <p:cNvSpPr txBox="1"/>
          <p:nvPr>
            <p:ph idx="13" type="ctrTitle"/>
          </p:nvPr>
        </p:nvSpPr>
        <p:spPr>
          <a:xfrm>
            <a:off x="3660003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5" name="Google Shape;875;p56"/>
          <p:cNvSpPr txBox="1"/>
          <p:nvPr>
            <p:ph idx="14" type="ctrTitle"/>
          </p:nvPr>
        </p:nvSpPr>
        <p:spPr>
          <a:xfrm>
            <a:off x="5906236" y="2934025"/>
            <a:ext cx="18240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Permanent Marker"/>
              <a:buNone/>
              <a:defRPr sz="14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76" name="Google Shape;876;p56"/>
          <p:cNvSpPr txBox="1"/>
          <p:nvPr>
            <p:ph idx="15"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&amp; CREDITS">
  <p:cSld name="BIG_NUMBER_1_1_3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57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79" name="Google Shape;879;p57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57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57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57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57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57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57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57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57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57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57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57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1" name="Google Shape;891;p57"/>
          <p:cNvSpPr txBox="1"/>
          <p:nvPr>
            <p:ph type="ctrTitle"/>
          </p:nvPr>
        </p:nvSpPr>
        <p:spPr>
          <a:xfrm>
            <a:off x="939525" y="897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Permanent Marker"/>
              <a:buNone/>
              <a:defRPr sz="36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892" name="Google Shape;892;p57"/>
          <p:cNvSpPr txBox="1"/>
          <p:nvPr>
            <p:ph idx="1" type="subTitle"/>
          </p:nvPr>
        </p:nvSpPr>
        <p:spPr>
          <a:xfrm>
            <a:off x="939525" y="2054550"/>
            <a:ext cx="2916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3" name="Google Shape;893;p57"/>
          <p:cNvSpPr txBox="1"/>
          <p:nvPr/>
        </p:nvSpPr>
        <p:spPr>
          <a:xfrm>
            <a:off x="939525" y="3533100"/>
            <a:ext cx="31035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CREDITS: This presentation template was created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/>
              </a:rPr>
              <a:t>Slidesgo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, including icons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/>
              </a:rPr>
              <a:t>Flatico</a:t>
            </a:r>
            <a:r>
              <a:rPr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/>
              </a:rPr>
              <a:t>n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, and infographics &amp; images by </a:t>
            </a:r>
            <a:r>
              <a:rPr b="1" lang="ro" sz="800"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5"/>
              </a:rPr>
              <a:t>Freepik</a:t>
            </a:r>
            <a:r>
              <a:rPr lang="ro" sz="800">
                <a:latin typeface="Comfortaa"/>
                <a:ea typeface="Comfortaa"/>
                <a:cs typeface="Comfortaa"/>
                <a:sym typeface="Comfortaa"/>
              </a:rPr>
              <a:t>. 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BIG_NUMBER_1_1_2_2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5" name="Google Shape;895;p58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896" name="Google Shape;896;p58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58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58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58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58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58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58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58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58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58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58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58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8" name="Google Shape;908;p58"/>
          <p:cNvSpPr txBox="1"/>
          <p:nvPr>
            <p:ph type="ctrTitle"/>
          </p:nvPr>
        </p:nvSpPr>
        <p:spPr>
          <a:xfrm>
            <a:off x="2008800" y="5168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ermanent Marker"/>
              <a:buNone/>
              <a:defRPr sz="24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Permanent Marker"/>
              <a:buNone/>
              <a:defRPr sz="3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909" name="Google Shape;909;p58"/>
          <p:cNvSpPr txBox="1"/>
          <p:nvPr>
            <p:ph idx="1" type="body"/>
          </p:nvPr>
        </p:nvSpPr>
        <p:spPr>
          <a:xfrm>
            <a:off x="1109663" y="1543050"/>
            <a:ext cx="3314700" cy="31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910" name="Google Shape;910;p58"/>
          <p:cNvSpPr txBox="1"/>
          <p:nvPr>
            <p:ph idx="2" type="body"/>
          </p:nvPr>
        </p:nvSpPr>
        <p:spPr>
          <a:xfrm>
            <a:off x="4719638" y="1543050"/>
            <a:ext cx="3314700" cy="31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2" name="Google Shape;912;p59"/>
          <p:cNvGrpSpPr/>
          <p:nvPr/>
        </p:nvGrpSpPr>
        <p:grpSpPr>
          <a:xfrm>
            <a:off x="-12452" y="310275"/>
            <a:ext cx="9180800" cy="4538300"/>
            <a:chOff x="-12452" y="310275"/>
            <a:chExt cx="9180800" cy="4538300"/>
          </a:xfrm>
        </p:grpSpPr>
        <p:cxnSp>
          <p:nvCxnSpPr>
            <p:cNvPr id="913" name="Google Shape;913;p59"/>
            <p:cNvCxnSpPr/>
            <p:nvPr/>
          </p:nvCxnSpPr>
          <p:spPr>
            <a:xfrm>
              <a:off x="-552" y="402343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59"/>
            <p:cNvCxnSpPr/>
            <p:nvPr/>
          </p:nvCxnSpPr>
          <p:spPr>
            <a:xfrm>
              <a:off x="-12452" y="3102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59"/>
            <p:cNvCxnSpPr/>
            <p:nvPr/>
          </p:nvCxnSpPr>
          <p:spPr>
            <a:xfrm>
              <a:off x="-552" y="722848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59"/>
            <p:cNvCxnSpPr/>
            <p:nvPr/>
          </p:nvCxnSpPr>
          <p:spPr>
            <a:xfrm>
              <a:off x="-552" y="1135420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59"/>
            <p:cNvCxnSpPr/>
            <p:nvPr/>
          </p:nvCxnSpPr>
          <p:spPr>
            <a:xfrm>
              <a:off x="-552" y="1547993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59"/>
            <p:cNvCxnSpPr/>
            <p:nvPr/>
          </p:nvCxnSpPr>
          <p:spPr>
            <a:xfrm>
              <a:off x="-552" y="1960566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59"/>
            <p:cNvCxnSpPr/>
            <p:nvPr/>
          </p:nvCxnSpPr>
          <p:spPr>
            <a:xfrm>
              <a:off x="-552" y="2373139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59"/>
            <p:cNvCxnSpPr/>
            <p:nvPr/>
          </p:nvCxnSpPr>
          <p:spPr>
            <a:xfrm>
              <a:off x="-552" y="2785711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59"/>
            <p:cNvCxnSpPr/>
            <p:nvPr/>
          </p:nvCxnSpPr>
          <p:spPr>
            <a:xfrm>
              <a:off x="-552" y="3198284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59"/>
            <p:cNvCxnSpPr/>
            <p:nvPr/>
          </p:nvCxnSpPr>
          <p:spPr>
            <a:xfrm>
              <a:off x="-552" y="3610857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59"/>
            <p:cNvCxnSpPr/>
            <p:nvPr/>
          </p:nvCxnSpPr>
          <p:spPr>
            <a:xfrm>
              <a:off x="-552" y="4436002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4" name="Google Shape;924;p59"/>
            <p:cNvCxnSpPr/>
            <p:nvPr/>
          </p:nvCxnSpPr>
          <p:spPr>
            <a:xfrm>
              <a:off x="-552" y="4848575"/>
              <a:ext cx="9168900" cy="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_1_1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2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1"/>
          <p:cNvSpPr txBox="1"/>
          <p:nvPr>
            <p:ph idx="1" type="body"/>
          </p:nvPr>
        </p:nvSpPr>
        <p:spPr>
          <a:xfrm>
            <a:off x="722375" y="1104850"/>
            <a:ext cx="76992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8" name="Google Shape;928;p61"/>
          <p:cNvSpPr txBox="1"/>
          <p:nvPr>
            <p:ph type="title"/>
          </p:nvPr>
        </p:nvSpPr>
        <p:spPr>
          <a:xfrm>
            <a:off x="722375" y="53075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9" name="Google Shape;929;p61"/>
          <p:cNvGrpSpPr/>
          <p:nvPr/>
        </p:nvGrpSpPr>
        <p:grpSpPr>
          <a:xfrm>
            <a:off x="8264864" y="2136847"/>
            <a:ext cx="1179753" cy="2854241"/>
            <a:chOff x="7907551" y="-114309"/>
            <a:chExt cx="1908059" cy="4616272"/>
          </a:xfrm>
        </p:grpSpPr>
        <p:sp>
          <p:nvSpPr>
            <p:cNvPr id="930" name="Google Shape;930;p61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1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1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1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1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1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1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1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1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1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1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1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1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1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61"/>
          <p:cNvSpPr/>
          <p:nvPr/>
        </p:nvSpPr>
        <p:spPr>
          <a:xfrm>
            <a:off x="806725" y="467505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7" name="Google Shape;947;p61"/>
          <p:cNvCxnSpPr/>
          <p:nvPr/>
        </p:nvCxnSpPr>
        <p:spPr>
          <a:xfrm rot="10800000">
            <a:off x="7381950" y="4895850"/>
            <a:ext cx="1133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SIGN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2"/>
          <p:cNvSpPr txBox="1"/>
          <p:nvPr>
            <p:ph type="title"/>
          </p:nvPr>
        </p:nvSpPr>
        <p:spPr>
          <a:xfrm>
            <a:off x="1739850" y="80992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i="0" sz="1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2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3"/>
          <p:cNvSpPr/>
          <p:nvPr/>
        </p:nvSpPr>
        <p:spPr>
          <a:xfrm flipH="1">
            <a:off x="319043" y="283350"/>
            <a:ext cx="8505900" cy="4576800"/>
          </a:xfrm>
          <a:prstGeom prst="roundRect">
            <a:avLst>
              <a:gd fmla="val 3396" name="adj"/>
            </a:avLst>
          </a:prstGeom>
          <a:solidFill>
            <a:schemeClr val="accen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3"/>
          <p:cNvSpPr/>
          <p:nvPr/>
        </p:nvSpPr>
        <p:spPr>
          <a:xfrm flipH="1" rot="10800000">
            <a:off x="4675100" y="579312"/>
            <a:ext cx="3804000" cy="39834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3"/>
          <p:cNvSpPr/>
          <p:nvPr/>
        </p:nvSpPr>
        <p:spPr>
          <a:xfrm flipH="1">
            <a:off x="6659628" y="3545595"/>
            <a:ext cx="1262868" cy="1002352"/>
          </a:xfrm>
          <a:custGeom>
            <a:rect b="b" l="l" r="r" t="t"/>
            <a:pathLst>
              <a:path extrusionOk="0" h="19743" w="24157">
                <a:moveTo>
                  <a:pt x="1676" y="0"/>
                </a:moveTo>
                <a:cubicBezTo>
                  <a:pt x="1185" y="0"/>
                  <a:pt x="818" y="164"/>
                  <a:pt x="491" y="532"/>
                </a:cubicBezTo>
                <a:cubicBezTo>
                  <a:pt x="0" y="1022"/>
                  <a:pt x="0" y="2044"/>
                  <a:pt x="654" y="2575"/>
                </a:cubicBezTo>
                <a:lnTo>
                  <a:pt x="19742" y="19743"/>
                </a:lnTo>
                <a:lnTo>
                  <a:pt x="24157" y="19743"/>
                </a:lnTo>
                <a:lnTo>
                  <a:pt x="2534" y="327"/>
                </a:lnTo>
                <a:cubicBezTo>
                  <a:pt x="2371" y="0"/>
                  <a:pt x="2044" y="0"/>
                  <a:pt x="1676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3"/>
          <p:cNvSpPr/>
          <p:nvPr/>
        </p:nvSpPr>
        <p:spPr>
          <a:xfrm flipH="1" rot="10800000">
            <a:off x="7611614" y="3464137"/>
            <a:ext cx="853189" cy="845690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3"/>
          <p:cNvSpPr/>
          <p:nvPr/>
        </p:nvSpPr>
        <p:spPr>
          <a:xfrm flipH="1" rot="10800000">
            <a:off x="661175" y="576012"/>
            <a:ext cx="3807600" cy="3986700"/>
          </a:xfrm>
          <a:prstGeom prst="roundRect">
            <a:avLst>
              <a:gd fmla="val 3396" name="adj"/>
            </a:avLst>
          </a:prstGeom>
          <a:solidFill>
            <a:schemeClr val="accent4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3"/>
          <p:cNvSpPr/>
          <p:nvPr/>
        </p:nvSpPr>
        <p:spPr>
          <a:xfrm flipH="1">
            <a:off x="947000" y="591709"/>
            <a:ext cx="1028800" cy="820648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3"/>
          <p:cNvSpPr/>
          <p:nvPr/>
        </p:nvSpPr>
        <p:spPr>
          <a:xfrm flipH="1">
            <a:off x="1535518" y="590653"/>
            <a:ext cx="804131" cy="641399"/>
          </a:xfrm>
          <a:custGeom>
            <a:rect b="b" l="l" r="r" t="t"/>
            <a:pathLst>
              <a:path extrusionOk="0" h="18394" w="22809">
                <a:moveTo>
                  <a:pt x="1" y="0"/>
                </a:moveTo>
                <a:lnTo>
                  <a:pt x="20070" y="18026"/>
                </a:lnTo>
                <a:cubicBezTo>
                  <a:pt x="20438" y="18393"/>
                  <a:pt x="20765" y="18393"/>
                  <a:pt x="21092" y="18393"/>
                </a:cubicBezTo>
                <a:cubicBezTo>
                  <a:pt x="21460" y="18393"/>
                  <a:pt x="21950" y="18189"/>
                  <a:pt x="22114" y="17862"/>
                </a:cubicBezTo>
                <a:cubicBezTo>
                  <a:pt x="22809" y="17372"/>
                  <a:pt x="22645" y="16350"/>
                  <a:pt x="22114" y="15818"/>
                </a:cubicBezTo>
                <a:lnTo>
                  <a:pt x="4415" y="0"/>
                </a:ln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3"/>
          <p:cNvSpPr/>
          <p:nvPr/>
        </p:nvSpPr>
        <p:spPr>
          <a:xfrm flipH="1">
            <a:off x="674764" y="1598807"/>
            <a:ext cx="768932" cy="729508"/>
          </a:xfrm>
          <a:custGeom>
            <a:rect b="b" l="l" r="r" t="t"/>
            <a:pathLst>
              <a:path extrusionOk="0" h="16187" w="15860">
                <a:moveTo>
                  <a:pt x="1717" y="0"/>
                </a:moveTo>
                <a:cubicBezTo>
                  <a:pt x="1186" y="0"/>
                  <a:pt x="859" y="204"/>
                  <a:pt x="532" y="531"/>
                </a:cubicBezTo>
                <a:cubicBezTo>
                  <a:pt x="1" y="1022"/>
                  <a:pt x="1" y="2044"/>
                  <a:pt x="696" y="2575"/>
                </a:cubicBezTo>
                <a:lnTo>
                  <a:pt x="15860" y="16186"/>
                </a:lnTo>
                <a:lnTo>
                  <a:pt x="15860" y="12467"/>
                </a:lnTo>
                <a:lnTo>
                  <a:pt x="15860" y="12262"/>
                </a:lnTo>
                <a:lnTo>
                  <a:pt x="2576" y="368"/>
                </a:lnTo>
                <a:cubicBezTo>
                  <a:pt x="2371" y="204"/>
                  <a:pt x="2044" y="0"/>
                  <a:pt x="1717" y="0"/>
                </a:cubicBezTo>
                <a:close/>
              </a:path>
            </a:pathLst>
          </a:custGeom>
          <a:solidFill>
            <a:srgbClr val="FFFFFF">
              <a:alpha val="20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63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960" name="Google Shape;960;p63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1" name="Google Shape;961;p63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962" name="Google Shape;962;p63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rect b="b" l="l" r="r" t="t"/>
                <a:pathLst>
                  <a:path extrusionOk="0" h="1906" w="8835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rgbClr val="00004D"/>
              </a:solidFill>
              <a:ln cap="flat" cmpd="sng" w="9525">
                <a:solidFill>
                  <a:srgbClr val="000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63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rect b="b" l="l" r="r" t="t"/>
                <a:pathLst>
                  <a:path extrusionOk="0" h="1097" w="1096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rgbClr val="000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4" name="Google Shape;964;p63"/>
          <p:cNvGrpSpPr/>
          <p:nvPr/>
        </p:nvGrpSpPr>
        <p:grpSpPr>
          <a:xfrm flipH="1" rot="-10283466">
            <a:off x="223212" y="142930"/>
            <a:ext cx="541137" cy="2225321"/>
            <a:chOff x="871338" y="1945155"/>
            <a:chExt cx="247109" cy="1016148"/>
          </a:xfrm>
        </p:grpSpPr>
        <p:sp>
          <p:nvSpPr>
            <p:cNvPr id="965" name="Google Shape;965;p63"/>
            <p:cNvSpPr/>
            <p:nvPr/>
          </p:nvSpPr>
          <p:spPr>
            <a:xfrm>
              <a:off x="1017893" y="2858365"/>
              <a:ext cx="100554" cy="102938"/>
            </a:xfrm>
            <a:custGeom>
              <a:rect b="b" l="l" r="r" t="t"/>
              <a:pathLst>
                <a:path extrusionOk="0" h="5440" w="5314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3"/>
            <p:cNvSpPr/>
            <p:nvPr/>
          </p:nvSpPr>
          <p:spPr>
            <a:xfrm>
              <a:off x="871338" y="2075844"/>
              <a:ext cx="215338" cy="853670"/>
            </a:xfrm>
            <a:custGeom>
              <a:rect b="b" l="l" r="r" t="t"/>
              <a:pathLst>
                <a:path extrusionOk="0" h="45114" w="1138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3"/>
            <p:cNvSpPr/>
            <p:nvPr/>
          </p:nvSpPr>
          <p:spPr>
            <a:xfrm>
              <a:off x="1051083" y="1945155"/>
              <a:ext cx="67364" cy="51242"/>
            </a:xfrm>
            <a:custGeom>
              <a:rect b="b" l="l" r="r" t="t"/>
              <a:pathLst>
                <a:path extrusionOk="0" h="2708" w="356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8" name="Google Shape;968;p63"/>
          <p:cNvGrpSpPr/>
          <p:nvPr/>
        </p:nvGrpSpPr>
        <p:grpSpPr>
          <a:xfrm rot="-1025565">
            <a:off x="7915709" y="165251"/>
            <a:ext cx="961174" cy="1962025"/>
            <a:chOff x="3789888" y="1403830"/>
            <a:chExt cx="569113" cy="1161936"/>
          </a:xfrm>
        </p:grpSpPr>
        <p:sp>
          <p:nvSpPr>
            <p:cNvPr id="969" name="Google Shape;969;p63"/>
            <p:cNvSpPr/>
            <p:nvPr/>
          </p:nvSpPr>
          <p:spPr>
            <a:xfrm>
              <a:off x="3817855" y="1437512"/>
              <a:ext cx="541146" cy="1128254"/>
            </a:xfrm>
            <a:custGeom>
              <a:rect b="b" l="l" r="r" t="t"/>
              <a:pathLst>
                <a:path extrusionOk="0" h="59625" w="28598">
                  <a:moveTo>
                    <a:pt x="101" y="0"/>
                  </a:moveTo>
                  <a:lnTo>
                    <a:pt x="1" y="426"/>
                  </a:lnTo>
                  <a:cubicBezTo>
                    <a:pt x="16066" y="3359"/>
                    <a:pt x="28197" y="17344"/>
                    <a:pt x="28197" y="34161"/>
                  </a:cubicBezTo>
                  <a:lnTo>
                    <a:pt x="28197" y="34462"/>
                  </a:lnTo>
                  <a:cubicBezTo>
                    <a:pt x="28096" y="44286"/>
                    <a:pt x="23911" y="53058"/>
                    <a:pt x="17219" y="59324"/>
                  </a:cubicBezTo>
                  <a:lnTo>
                    <a:pt x="17545" y="59625"/>
                  </a:lnTo>
                  <a:cubicBezTo>
                    <a:pt x="24212" y="53359"/>
                    <a:pt x="28497" y="44386"/>
                    <a:pt x="28598" y="34462"/>
                  </a:cubicBezTo>
                  <a:lnTo>
                    <a:pt x="28598" y="34161"/>
                  </a:lnTo>
                  <a:cubicBezTo>
                    <a:pt x="28598" y="17143"/>
                    <a:pt x="16292" y="2933"/>
                    <a:pt x="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3"/>
            <p:cNvSpPr/>
            <p:nvPr/>
          </p:nvSpPr>
          <p:spPr>
            <a:xfrm>
              <a:off x="3789888" y="1403830"/>
              <a:ext cx="81102" cy="79229"/>
            </a:xfrm>
            <a:custGeom>
              <a:rect b="b" l="l" r="r" t="t"/>
              <a:pathLst>
                <a:path extrusionOk="0" h="4187" w="4286">
                  <a:moveTo>
                    <a:pt x="2206" y="1"/>
                  </a:moveTo>
                  <a:cubicBezTo>
                    <a:pt x="1053" y="1"/>
                    <a:pt x="0" y="953"/>
                    <a:pt x="126" y="2106"/>
                  </a:cubicBezTo>
                  <a:cubicBezTo>
                    <a:pt x="126" y="3259"/>
                    <a:pt x="1053" y="4186"/>
                    <a:pt x="2206" y="4186"/>
                  </a:cubicBezTo>
                  <a:cubicBezTo>
                    <a:pt x="3258" y="4186"/>
                    <a:pt x="4286" y="3259"/>
                    <a:pt x="4286" y="2106"/>
                  </a:cubicBezTo>
                  <a:cubicBezTo>
                    <a:pt x="4186" y="953"/>
                    <a:pt x="3359" y="1"/>
                    <a:pt x="22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3"/>
            <p:cNvSpPr/>
            <p:nvPr/>
          </p:nvSpPr>
          <p:spPr>
            <a:xfrm>
              <a:off x="3985754" y="1615346"/>
              <a:ext cx="39378" cy="29898"/>
            </a:xfrm>
            <a:custGeom>
              <a:rect b="b" l="l" r="r" t="t"/>
              <a:pathLst>
                <a:path extrusionOk="0" h="1580" w="2081">
                  <a:moveTo>
                    <a:pt x="1053" y="1"/>
                  </a:moveTo>
                  <a:cubicBezTo>
                    <a:pt x="0" y="1"/>
                    <a:pt x="0" y="1580"/>
                    <a:pt x="1053" y="1580"/>
                  </a:cubicBezTo>
                  <a:cubicBezTo>
                    <a:pt x="2080" y="1580"/>
                    <a:pt x="2080" y="1"/>
                    <a:pt x="1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2" name="Google Shape;972;p63"/>
          <p:cNvSpPr txBox="1"/>
          <p:nvPr>
            <p:ph idx="1" type="subTitle"/>
          </p:nvPr>
        </p:nvSpPr>
        <p:spPr>
          <a:xfrm>
            <a:off x="1379075" y="3084605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3" name="Google Shape;973;p63"/>
          <p:cNvSpPr txBox="1"/>
          <p:nvPr>
            <p:ph idx="2" type="subTitle"/>
          </p:nvPr>
        </p:nvSpPr>
        <p:spPr>
          <a:xfrm>
            <a:off x="5391200" y="3084606"/>
            <a:ext cx="23718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4" name="Google Shape;974;p63"/>
          <p:cNvSpPr/>
          <p:nvPr/>
        </p:nvSpPr>
        <p:spPr>
          <a:xfrm>
            <a:off x="3757049" y="4494946"/>
            <a:ext cx="1629891" cy="217696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3"/>
          <p:cNvSpPr txBox="1"/>
          <p:nvPr>
            <p:ph type="title"/>
          </p:nvPr>
        </p:nvSpPr>
        <p:spPr>
          <a:xfrm>
            <a:off x="1276350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976" name="Google Shape;976;p63"/>
          <p:cNvSpPr txBox="1"/>
          <p:nvPr>
            <p:ph idx="3" type="title"/>
          </p:nvPr>
        </p:nvSpPr>
        <p:spPr>
          <a:xfrm>
            <a:off x="5286375" y="2638425"/>
            <a:ext cx="25812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28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7.xml"/><Relationship Id="rId6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2800"/>
              <a:buFont typeface="Aldrich"/>
              <a:buNone/>
              <a:defRPr sz="28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Char char="●"/>
              <a:defRPr sz="18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ermanent Marker"/>
              <a:buNone/>
              <a:defRPr sz="28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3" name="Google Shape;6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●"/>
              <a:defRPr sz="1100">
                <a:latin typeface="Comfortaa"/>
                <a:ea typeface="Comfortaa"/>
                <a:cs typeface="Comfortaa"/>
                <a:sym typeface="Comfortaa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Comfortaa"/>
              <a:buChar char="○"/>
              <a:defRPr sz="1100">
                <a:latin typeface="Comfortaa"/>
                <a:ea typeface="Comfortaa"/>
                <a:cs typeface="Comfortaa"/>
                <a:sym typeface="Comfortaa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Comfortaa"/>
              <a:buChar char="■"/>
              <a:defRPr sz="11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4"/>
          <p:cNvSpPr txBox="1"/>
          <p:nvPr>
            <p:ph type="ctrTitle"/>
          </p:nvPr>
        </p:nvSpPr>
        <p:spPr>
          <a:xfrm>
            <a:off x="2574750" y="1238775"/>
            <a:ext cx="5351400" cy="137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63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Robot de bucătărie</a:t>
            </a:r>
            <a:endParaRPr b="1" sz="63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4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Proiect de echipă realizat de</a:t>
            </a:r>
            <a:endParaRPr sz="2800"/>
          </a:p>
        </p:txBody>
      </p:sp>
      <p:pic>
        <p:nvPicPr>
          <p:cNvPr id="982" name="Google Shape;982;p64"/>
          <p:cNvPicPr preferRelativeResize="0"/>
          <p:nvPr/>
        </p:nvPicPr>
        <p:blipFill rotWithShape="1">
          <a:blip r:embed="rId3">
            <a:alphaModFix/>
          </a:blip>
          <a:srcRect b="-146450" l="-17190" r="17190" t="146450"/>
          <a:stretch/>
        </p:blipFill>
        <p:spPr>
          <a:xfrm>
            <a:off x="100650" y="4015452"/>
            <a:ext cx="6654323" cy="79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3" name="Google Shape;983;p64"/>
          <p:cNvGrpSpPr/>
          <p:nvPr/>
        </p:nvGrpSpPr>
        <p:grpSpPr>
          <a:xfrm>
            <a:off x="1628800" y="2837604"/>
            <a:ext cx="5821127" cy="949057"/>
            <a:chOff x="1304013" y="2125663"/>
            <a:chExt cx="6646639" cy="1341424"/>
          </a:xfrm>
        </p:grpSpPr>
        <p:cxnSp>
          <p:nvCxnSpPr>
            <p:cNvPr id="984" name="Google Shape;984;p64"/>
            <p:cNvCxnSpPr>
              <a:stCxn id="985" idx="3"/>
              <a:endCxn id="986" idx="3"/>
            </p:cNvCxnSpPr>
            <p:nvPr/>
          </p:nvCxnSpPr>
          <p:spPr>
            <a:xfrm>
              <a:off x="2759013" y="2918986"/>
              <a:ext cx="5191500" cy="0"/>
            </a:xfrm>
            <a:prstGeom prst="straightConnector1">
              <a:avLst/>
            </a:prstGeom>
            <a:noFill/>
            <a:ln cap="flat" cmpd="sng" w="28575">
              <a:solidFill>
                <a:srgbClr val="00004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7" name="Google Shape;987;p64"/>
            <p:cNvCxnSpPr/>
            <p:nvPr/>
          </p:nvCxnSpPr>
          <p:spPr>
            <a:xfrm>
              <a:off x="2031525" y="2125663"/>
              <a:ext cx="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4D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85" name="Google Shape;985;p64"/>
            <p:cNvSpPr/>
            <p:nvPr/>
          </p:nvSpPr>
          <p:spPr>
            <a:xfrm>
              <a:off x="1304013" y="2370886"/>
              <a:ext cx="1455000" cy="1096200"/>
            </a:xfrm>
            <a:prstGeom prst="roundRect">
              <a:avLst>
                <a:gd fmla="val 34302" name="adj"/>
              </a:avLst>
            </a:prstGeom>
            <a:solidFill>
              <a:srgbClr val="B8D8FF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Adrian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Emanuel Dicu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2997671" y="2370880"/>
              <a:ext cx="1455000" cy="1096200"/>
            </a:xfrm>
            <a:prstGeom prst="roundRect">
              <a:avLst>
                <a:gd fmla="val 32178" name="adj"/>
              </a:avLst>
            </a:prstGeom>
            <a:solidFill>
              <a:srgbClr val="4C64D8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Cosmin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Mihail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FFFFFF"/>
                  </a:solidFill>
                  <a:latin typeface="Aldrich"/>
                  <a:ea typeface="Aldrich"/>
                  <a:cs typeface="Aldrich"/>
                  <a:sym typeface="Aldrich"/>
                </a:rPr>
                <a:t>Duță</a:t>
              </a:r>
              <a:endParaRPr b="1" sz="1600">
                <a:solidFill>
                  <a:srgbClr val="FFFFFF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4691320" y="2370874"/>
              <a:ext cx="1455000" cy="1096200"/>
            </a:xfrm>
            <a:prstGeom prst="roundRect">
              <a:avLst>
                <a:gd fmla="val 35293" name="adj"/>
              </a:avLst>
            </a:prstGeom>
            <a:solidFill>
              <a:srgbClr val="FFE599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Daria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Mihaela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Florea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6301552" y="2370875"/>
              <a:ext cx="1649100" cy="1096200"/>
            </a:xfrm>
            <a:prstGeom prst="roundRect">
              <a:avLst>
                <a:gd fmla="val 38407" name="adj"/>
              </a:avLst>
            </a:prstGeom>
            <a:solidFill>
              <a:srgbClr val="FF952B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Georgiana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Iuliana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600">
                  <a:solidFill>
                    <a:srgbClr val="00004D"/>
                  </a:solidFill>
                  <a:latin typeface="Aldrich"/>
                  <a:ea typeface="Aldrich"/>
                  <a:cs typeface="Aldrich"/>
                  <a:sym typeface="Aldrich"/>
                </a:rPr>
                <a:t>Florescu</a:t>
              </a:r>
              <a:endParaRPr b="1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</p:grpSp>
      <p:sp>
        <p:nvSpPr>
          <p:cNvPr id="990" name="Google Shape;990;p64"/>
          <p:cNvSpPr/>
          <p:nvPr/>
        </p:nvSpPr>
        <p:spPr>
          <a:xfrm>
            <a:off x="1628850" y="2062125"/>
            <a:ext cx="1310400" cy="775500"/>
          </a:xfrm>
          <a:prstGeom prst="roundRect">
            <a:avLst>
              <a:gd fmla="val 34302" name="adj"/>
            </a:avLst>
          </a:prstGeom>
          <a:solidFill>
            <a:srgbClr val="FEB8B3"/>
          </a:solidFill>
          <a:ln cap="flat" cmpd="sng" w="28575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Corina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Elena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600">
                <a:solidFill>
                  <a:srgbClr val="00004D"/>
                </a:solidFill>
                <a:latin typeface="Aldrich"/>
                <a:ea typeface="Aldrich"/>
                <a:cs typeface="Aldrich"/>
                <a:sym typeface="Aldrich"/>
              </a:rPr>
              <a:t>Ulariu</a:t>
            </a:r>
            <a:endParaRPr b="1" sz="1600">
              <a:solidFill>
                <a:srgbClr val="00004D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991" name="Google Shape;991;p64"/>
          <p:cNvSpPr txBox="1"/>
          <p:nvPr/>
        </p:nvSpPr>
        <p:spPr>
          <a:xfrm>
            <a:off x="3821625" y="577625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000">
                <a:solidFill>
                  <a:schemeClr val="dk1"/>
                </a:solidFill>
              </a:rPr>
              <a:t>Universitatea Politehnica din București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000">
                <a:solidFill>
                  <a:schemeClr val="dk1"/>
                </a:solidFill>
              </a:rPr>
              <a:t>Facultatea de Automatică și Calculatoare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5"/>
          <p:cNvSpPr txBox="1"/>
          <p:nvPr>
            <p:ph idx="1" type="body"/>
          </p:nvPr>
        </p:nvSpPr>
        <p:spPr>
          <a:xfrm>
            <a:off x="4155775" y="1662275"/>
            <a:ext cx="34461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/>
              <a:t>Tema proiectului este proiectarea unui robot de bucătărie ce dispune de următoarele funcții:</a:t>
            </a:r>
            <a:endParaRPr sz="1700">
              <a:solidFill>
                <a:schemeClr val="accent5"/>
              </a:solidFill>
            </a:endParaRPr>
          </a:p>
          <a:p>
            <a:pPr indent="-336550" lvl="0" marL="719999" rtl="0" algn="l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blender</a:t>
            </a:r>
            <a:endParaRPr sz="1700">
              <a:solidFill>
                <a:schemeClr val="accent5"/>
              </a:solidFill>
              <a:highlight>
                <a:schemeClr val="accent4"/>
              </a:highlight>
            </a:endParaRPr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storcător</a:t>
            </a:r>
            <a:endParaRPr sz="1700">
              <a:solidFill>
                <a:schemeClr val="accent5"/>
              </a:solidFill>
            </a:endParaRPr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amestecare</a:t>
            </a:r>
            <a:endParaRPr sz="1700"/>
          </a:p>
          <a:p>
            <a:pPr indent="-336550" lvl="0" marL="719999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Didact Gothic"/>
              <a:buChar char="●"/>
            </a:pPr>
            <a:r>
              <a:rPr lang="ro" sz="1700"/>
              <a:t>tocare</a:t>
            </a:r>
            <a:endParaRPr sz="1600">
              <a:solidFill>
                <a:schemeClr val="accent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7" name="Google Shape;997;p65"/>
          <p:cNvSpPr txBox="1"/>
          <p:nvPr>
            <p:ph type="title"/>
          </p:nvPr>
        </p:nvSpPr>
        <p:spPr>
          <a:xfrm>
            <a:off x="722400" y="365175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3000">
                <a:solidFill>
                  <a:srgbClr val="21212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Tema proiectului</a:t>
            </a:r>
            <a:endParaRPr b="1" sz="3000">
              <a:solidFill>
                <a:srgbClr val="212121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998" name="Google Shape;99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75" y="1122300"/>
            <a:ext cx="3299575" cy="32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6"/>
          <p:cNvSpPr txBox="1"/>
          <p:nvPr>
            <p:ph type="ctrTitle"/>
          </p:nvPr>
        </p:nvSpPr>
        <p:spPr>
          <a:xfrm>
            <a:off x="1936525" y="246250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600">
                <a:latin typeface="Amatic SC"/>
                <a:ea typeface="Amatic SC"/>
                <a:cs typeface="Amatic SC"/>
                <a:sym typeface="Amatic SC"/>
              </a:rPr>
              <a:t>Schema Bloc</a:t>
            </a:r>
            <a:endParaRPr sz="3600"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1004" name="Google Shape;10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75" y="1249750"/>
            <a:ext cx="8357712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7"/>
          <p:cNvSpPr txBox="1"/>
          <p:nvPr>
            <p:ph idx="1" type="subTitle"/>
          </p:nvPr>
        </p:nvSpPr>
        <p:spPr>
          <a:xfrm>
            <a:off x="626699" y="2141425"/>
            <a:ext cx="251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“Program 1” (C1)</a:t>
            </a:r>
            <a:endParaRPr/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Două moduri : blender și storcător</a:t>
            </a:r>
            <a:endParaRPr/>
          </a:p>
        </p:txBody>
      </p:sp>
      <p:grpSp>
        <p:nvGrpSpPr>
          <p:cNvPr id="1010" name="Google Shape;1010;p67"/>
          <p:cNvGrpSpPr/>
          <p:nvPr/>
        </p:nvGrpSpPr>
        <p:grpSpPr>
          <a:xfrm>
            <a:off x="699150" y="1628700"/>
            <a:ext cx="1309500" cy="457075"/>
            <a:chOff x="1524475" y="1628700"/>
            <a:chExt cx="1309500" cy="457075"/>
          </a:xfrm>
        </p:grpSpPr>
        <p:sp>
          <p:nvSpPr>
            <p:cNvPr id="1011" name="Google Shape;1011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3" name="Google Shape;1013;p67"/>
          <p:cNvSpPr txBox="1"/>
          <p:nvPr>
            <p:ph idx="15" type="ctrTitle"/>
          </p:nvPr>
        </p:nvSpPr>
        <p:spPr>
          <a:xfrm>
            <a:off x="2717900" y="503525"/>
            <a:ext cx="5126400" cy="5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Comic Sans MS"/>
                <a:ea typeface="Comic Sans MS"/>
                <a:cs typeface="Comic Sans MS"/>
                <a:sym typeface="Comic Sans MS"/>
              </a:rPr>
              <a:t>Descrierea funcționalității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4" name="Google Shape;1014;p67"/>
          <p:cNvSpPr txBox="1"/>
          <p:nvPr>
            <p:ph type="ctrTitle"/>
          </p:nvPr>
        </p:nvSpPr>
        <p:spPr>
          <a:xfrm>
            <a:off x="4419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Program 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5" name="Google Shape;1015;p67"/>
          <p:cNvSpPr txBox="1"/>
          <p:nvPr>
            <p:ph idx="6" type="subTitle"/>
          </p:nvPr>
        </p:nvSpPr>
        <p:spPr>
          <a:xfrm>
            <a:off x="699150" y="3743125"/>
            <a:ext cx="243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“Program 2” (C4)</a:t>
            </a:r>
            <a:endParaRPr>
              <a:solidFill>
                <a:schemeClr val="dk1"/>
              </a:solidFill>
            </a:endParaRPr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Două funcții : amestecare și tocare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6" name="Google Shape;1016;p67"/>
          <p:cNvGrpSpPr/>
          <p:nvPr/>
        </p:nvGrpSpPr>
        <p:grpSpPr>
          <a:xfrm>
            <a:off x="748288" y="3228900"/>
            <a:ext cx="1309500" cy="457075"/>
            <a:chOff x="2975488" y="1628700"/>
            <a:chExt cx="1309500" cy="457075"/>
          </a:xfrm>
        </p:grpSpPr>
        <p:sp>
          <p:nvSpPr>
            <p:cNvPr id="1017" name="Google Shape;101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9" name="Google Shape;1019;p67"/>
          <p:cNvSpPr txBox="1"/>
          <p:nvPr>
            <p:ph idx="9" type="ctrTitle"/>
          </p:nvPr>
        </p:nvSpPr>
        <p:spPr>
          <a:xfrm>
            <a:off x="4419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2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0" name="Google Shape;1020;p67"/>
          <p:cNvSpPr txBox="1"/>
          <p:nvPr>
            <p:ph idx="1" type="subTitle"/>
          </p:nvPr>
        </p:nvSpPr>
        <p:spPr>
          <a:xfrm>
            <a:off x="3500899" y="2141425"/>
            <a:ext cx="2512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“Mod blender” (C2)</a:t>
            </a:r>
            <a:endParaRPr/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Dispune de două viteze (normală și maximă)</a:t>
            </a:r>
            <a:endParaRPr/>
          </a:p>
        </p:txBody>
      </p:sp>
      <p:grpSp>
        <p:nvGrpSpPr>
          <p:cNvPr id="1021" name="Google Shape;1021;p67"/>
          <p:cNvGrpSpPr/>
          <p:nvPr/>
        </p:nvGrpSpPr>
        <p:grpSpPr>
          <a:xfrm>
            <a:off x="3573350" y="1628700"/>
            <a:ext cx="1309500" cy="457075"/>
            <a:chOff x="1524475" y="1628700"/>
            <a:chExt cx="1309500" cy="457075"/>
          </a:xfrm>
        </p:grpSpPr>
        <p:sp>
          <p:nvSpPr>
            <p:cNvPr id="1022" name="Google Shape;102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4" name="Google Shape;1024;p67"/>
          <p:cNvSpPr txBox="1"/>
          <p:nvPr>
            <p:ph type="ctrTitle"/>
          </p:nvPr>
        </p:nvSpPr>
        <p:spPr>
          <a:xfrm>
            <a:off x="33161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Blender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5" name="Google Shape;1025;p67"/>
          <p:cNvSpPr txBox="1"/>
          <p:nvPr>
            <p:ph idx="6" type="subTitle"/>
          </p:nvPr>
        </p:nvSpPr>
        <p:spPr>
          <a:xfrm>
            <a:off x="3398350" y="3743125"/>
            <a:ext cx="261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“Mod amestecare” (C5)</a:t>
            </a:r>
            <a:endParaRPr>
              <a:solidFill>
                <a:schemeClr val="dk1"/>
              </a:solidFill>
            </a:endParaRPr>
          </a:p>
          <a:p>
            <a:pPr indent="-16510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Dispune de două viteze (normală și maximă)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6" name="Google Shape;1026;p67"/>
          <p:cNvGrpSpPr/>
          <p:nvPr/>
        </p:nvGrpSpPr>
        <p:grpSpPr>
          <a:xfrm>
            <a:off x="3622488" y="3228900"/>
            <a:ext cx="1309500" cy="457075"/>
            <a:chOff x="2975488" y="1628700"/>
            <a:chExt cx="1309500" cy="457075"/>
          </a:xfrm>
        </p:grpSpPr>
        <p:sp>
          <p:nvSpPr>
            <p:cNvPr id="1027" name="Google Shape;102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9" name="Google Shape;1029;p67"/>
          <p:cNvSpPr txBox="1"/>
          <p:nvPr>
            <p:ph idx="9" type="ctrTitle"/>
          </p:nvPr>
        </p:nvSpPr>
        <p:spPr>
          <a:xfrm>
            <a:off x="33161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Amestecare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0" name="Google Shape;1030;p67"/>
          <p:cNvSpPr txBox="1"/>
          <p:nvPr>
            <p:ph idx="1" type="subTitle"/>
          </p:nvPr>
        </p:nvSpPr>
        <p:spPr>
          <a:xfrm>
            <a:off x="6198200" y="2141425"/>
            <a:ext cx="2676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Se afișează “Mod storcător” (C3)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1" name="Google Shape;1031;p67"/>
          <p:cNvGrpSpPr/>
          <p:nvPr/>
        </p:nvGrpSpPr>
        <p:grpSpPr>
          <a:xfrm>
            <a:off x="6270650" y="1628700"/>
            <a:ext cx="1309500" cy="457075"/>
            <a:chOff x="1524475" y="1628700"/>
            <a:chExt cx="1309500" cy="457075"/>
          </a:xfrm>
        </p:grpSpPr>
        <p:sp>
          <p:nvSpPr>
            <p:cNvPr id="1032" name="Google Shape;1032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7"/>
            <p:cNvSpPr/>
            <p:nvPr/>
          </p:nvSpPr>
          <p:spPr>
            <a:xfrm>
              <a:off x="1524475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67"/>
          <p:cNvSpPr txBox="1"/>
          <p:nvPr>
            <p:ph type="ctrTitle"/>
          </p:nvPr>
        </p:nvSpPr>
        <p:spPr>
          <a:xfrm>
            <a:off x="6013400" y="1662525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ic Sans MS"/>
                <a:ea typeface="Comic Sans MS"/>
                <a:cs typeface="Comic Sans MS"/>
                <a:sym typeface="Comic Sans MS"/>
              </a:rPr>
              <a:t>Storcător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5" name="Google Shape;1035;p67"/>
          <p:cNvSpPr txBox="1"/>
          <p:nvPr>
            <p:ph idx="6" type="subTitle"/>
          </p:nvPr>
        </p:nvSpPr>
        <p:spPr>
          <a:xfrm>
            <a:off x="6270650" y="3743125"/>
            <a:ext cx="243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Se afișează “Mod tocare” (C7)</a:t>
            </a:r>
            <a:endParaRPr>
              <a:solidFill>
                <a:schemeClr val="dk1"/>
              </a:solidFill>
            </a:endParaRPr>
          </a:p>
          <a:p>
            <a:pPr indent="-15557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o">
                <a:solidFill>
                  <a:schemeClr val="dk1"/>
                </a:solidFill>
              </a:rPr>
              <a:t>Două moduri : mărunțire normală, respectiv fină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67"/>
          <p:cNvGrpSpPr/>
          <p:nvPr/>
        </p:nvGrpSpPr>
        <p:grpSpPr>
          <a:xfrm>
            <a:off x="6319788" y="3228900"/>
            <a:ext cx="1309500" cy="457075"/>
            <a:chOff x="2975488" y="1628700"/>
            <a:chExt cx="1309500" cy="457075"/>
          </a:xfrm>
        </p:grpSpPr>
        <p:sp>
          <p:nvSpPr>
            <p:cNvPr id="1037" name="Google Shape;1037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7"/>
            <p:cNvSpPr/>
            <p:nvPr/>
          </p:nvSpPr>
          <p:spPr>
            <a:xfrm>
              <a:off x="2975488" y="1628700"/>
              <a:ext cx="1309500" cy="457075"/>
            </a:xfrm>
            <a:custGeom>
              <a:rect b="b" l="l" r="r" t="t"/>
              <a:pathLst>
                <a:path extrusionOk="0" h="18283" w="41777">
                  <a:moveTo>
                    <a:pt x="31789" y="1291"/>
                  </a:moveTo>
                  <a:cubicBezTo>
                    <a:pt x="31974" y="1291"/>
                    <a:pt x="32159" y="1291"/>
                    <a:pt x="32343" y="1293"/>
                  </a:cubicBezTo>
                  <a:cubicBezTo>
                    <a:pt x="33959" y="1309"/>
                    <a:pt x="35586" y="1386"/>
                    <a:pt x="37170" y="1726"/>
                  </a:cubicBezTo>
                  <a:cubicBezTo>
                    <a:pt x="37989" y="1901"/>
                    <a:pt x="38650" y="2440"/>
                    <a:pt x="39116" y="3162"/>
                  </a:cubicBezTo>
                  <a:cubicBezTo>
                    <a:pt x="40148" y="4757"/>
                    <a:pt x="40208" y="6161"/>
                    <a:pt x="40214" y="7773"/>
                  </a:cubicBezTo>
                  <a:cubicBezTo>
                    <a:pt x="40214" y="8849"/>
                    <a:pt x="40393" y="9964"/>
                    <a:pt x="40164" y="10987"/>
                  </a:cubicBezTo>
                  <a:cubicBezTo>
                    <a:pt x="39940" y="11993"/>
                    <a:pt x="40151" y="13111"/>
                    <a:pt x="39513" y="14010"/>
                  </a:cubicBezTo>
                  <a:cubicBezTo>
                    <a:pt x="38667" y="15207"/>
                    <a:pt x="37409" y="15600"/>
                    <a:pt x="36022" y="15741"/>
                  </a:cubicBezTo>
                  <a:cubicBezTo>
                    <a:pt x="34725" y="15871"/>
                    <a:pt x="33416" y="15788"/>
                    <a:pt x="32122" y="16087"/>
                  </a:cubicBezTo>
                  <a:cubicBezTo>
                    <a:pt x="31980" y="16120"/>
                    <a:pt x="31827" y="16129"/>
                    <a:pt x="31668" y="16129"/>
                  </a:cubicBezTo>
                  <a:cubicBezTo>
                    <a:pt x="31493" y="16129"/>
                    <a:pt x="31310" y="16118"/>
                    <a:pt x="31129" y="16118"/>
                  </a:cubicBezTo>
                  <a:cubicBezTo>
                    <a:pt x="30994" y="16118"/>
                    <a:pt x="30860" y="16124"/>
                    <a:pt x="30729" y="16144"/>
                  </a:cubicBezTo>
                  <a:cubicBezTo>
                    <a:pt x="30311" y="16207"/>
                    <a:pt x="29948" y="16542"/>
                    <a:pt x="29523" y="16542"/>
                  </a:cubicBezTo>
                  <a:cubicBezTo>
                    <a:pt x="29426" y="16542"/>
                    <a:pt x="29326" y="16524"/>
                    <a:pt x="29221" y="16482"/>
                  </a:cubicBezTo>
                  <a:cubicBezTo>
                    <a:pt x="28967" y="16379"/>
                    <a:pt x="28715" y="16344"/>
                    <a:pt x="28465" y="16344"/>
                  </a:cubicBezTo>
                  <a:cubicBezTo>
                    <a:pt x="28082" y="16344"/>
                    <a:pt x="27700" y="16427"/>
                    <a:pt x="27312" y="16479"/>
                  </a:cubicBezTo>
                  <a:cubicBezTo>
                    <a:pt x="26701" y="16562"/>
                    <a:pt x="26078" y="16669"/>
                    <a:pt x="25466" y="16669"/>
                  </a:cubicBezTo>
                  <a:cubicBezTo>
                    <a:pt x="25330" y="16669"/>
                    <a:pt x="25194" y="16664"/>
                    <a:pt x="25059" y="16652"/>
                  </a:cubicBezTo>
                  <a:cubicBezTo>
                    <a:pt x="24942" y="16641"/>
                    <a:pt x="24826" y="16637"/>
                    <a:pt x="24710" y="16637"/>
                  </a:cubicBezTo>
                  <a:cubicBezTo>
                    <a:pt x="24140" y="16637"/>
                    <a:pt x="23584" y="16742"/>
                    <a:pt x="23016" y="16742"/>
                  </a:cubicBezTo>
                  <a:cubicBezTo>
                    <a:pt x="22981" y="16742"/>
                    <a:pt x="22947" y="16742"/>
                    <a:pt x="22912" y="16741"/>
                  </a:cubicBezTo>
                  <a:cubicBezTo>
                    <a:pt x="22534" y="16732"/>
                    <a:pt x="22150" y="16709"/>
                    <a:pt x="21768" y="16709"/>
                  </a:cubicBezTo>
                  <a:cubicBezTo>
                    <a:pt x="21114" y="16709"/>
                    <a:pt x="20463" y="16775"/>
                    <a:pt x="19847" y="17083"/>
                  </a:cubicBezTo>
                  <a:cubicBezTo>
                    <a:pt x="19808" y="17102"/>
                    <a:pt x="19773" y="17110"/>
                    <a:pt x="19741" y="17110"/>
                  </a:cubicBezTo>
                  <a:cubicBezTo>
                    <a:pt x="19686" y="17110"/>
                    <a:pt x="19643" y="17084"/>
                    <a:pt x="19618" y="17040"/>
                  </a:cubicBezTo>
                  <a:cubicBezTo>
                    <a:pt x="19526" y="16877"/>
                    <a:pt x="19419" y="16829"/>
                    <a:pt x="19309" y="16829"/>
                  </a:cubicBezTo>
                  <a:cubicBezTo>
                    <a:pt x="19150" y="16829"/>
                    <a:pt x="18983" y="16929"/>
                    <a:pt x="18840" y="16929"/>
                  </a:cubicBezTo>
                  <a:cubicBezTo>
                    <a:pt x="18818" y="16929"/>
                    <a:pt x="18797" y="16927"/>
                    <a:pt x="18777" y="16921"/>
                  </a:cubicBezTo>
                  <a:cubicBezTo>
                    <a:pt x="18579" y="16871"/>
                    <a:pt x="18381" y="16855"/>
                    <a:pt x="18181" y="16855"/>
                  </a:cubicBezTo>
                  <a:cubicBezTo>
                    <a:pt x="17779" y="16855"/>
                    <a:pt x="17374" y="16923"/>
                    <a:pt x="16974" y="16923"/>
                  </a:cubicBezTo>
                  <a:cubicBezTo>
                    <a:pt x="16675" y="16923"/>
                    <a:pt x="16379" y="16885"/>
                    <a:pt x="16090" y="16751"/>
                  </a:cubicBezTo>
                  <a:cubicBezTo>
                    <a:pt x="15987" y="16702"/>
                    <a:pt x="15883" y="16685"/>
                    <a:pt x="15780" y="16685"/>
                  </a:cubicBezTo>
                  <a:cubicBezTo>
                    <a:pt x="15539" y="16685"/>
                    <a:pt x="15297" y="16777"/>
                    <a:pt x="15051" y="16777"/>
                  </a:cubicBezTo>
                  <a:cubicBezTo>
                    <a:pt x="15036" y="16777"/>
                    <a:pt x="15021" y="16777"/>
                    <a:pt x="15007" y="16776"/>
                  </a:cubicBezTo>
                  <a:cubicBezTo>
                    <a:pt x="13871" y="16721"/>
                    <a:pt x="12734" y="16616"/>
                    <a:pt x="11596" y="16599"/>
                  </a:cubicBezTo>
                  <a:cubicBezTo>
                    <a:pt x="11446" y="16597"/>
                    <a:pt x="11273" y="16587"/>
                    <a:pt x="11107" y="16587"/>
                  </a:cubicBezTo>
                  <a:cubicBezTo>
                    <a:pt x="10878" y="16587"/>
                    <a:pt x="10659" y="16606"/>
                    <a:pt x="10524" y="16693"/>
                  </a:cubicBezTo>
                  <a:cubicBezTo>
                    <a:pt x="10408" y="16767"/>
                    <a:pt x="10300" y="16795"/>
                    <a:pt x="10197" y="16795"/>
                  </a:cubicBezTo>
                  <a:cubicBezTo>
                    <a:pt x="9896" y="16795"/>
                    <a:pt x="9641" y="16556"/>
                    <a:pt x="9366" y="16556"/>
                  </a:cubicBezTo>
                  <a:cubicBezTo>
                    <a:pt x="9302" y="16556"/>
                    <a:pt x="9237" y="16569"/>
                    <a:pt x="9169" y="16602"/>
                  </a:cubicBezTo>
                  <a:cubicBezTo>
                    <a:pt x="9140" y="16450"/>
                    <a:pt x="9085" y="16409"/>
                    <a:pt x="9017" y="16409"/>
                  </a:cubicBezTo>
                  <a:cubicBezTo>
                    <a:pt x="8938" y="16409"/>
                    <a:pt x="8841" y="16464"/>
                    <a:pt x="8747" y="16464"/>
                  </a:cubicBezTo>
                  <a:cubicBezTo>
                    <a:pt x="8743" y="16464"/>
                    <a:pt x="8738" y="16464"/>
                    <a:pt x="8733" y="16464"/>
                  </a:cubicBezTo>
                  <a:cubicBezTo>
                    <a:pt x="8714" y="16462"/>
                    <a:pt x="8695" y="16462"/>
                    <a:pt x="8676" y="16462"/>
                  </a:cubicBezTo>
                  <a:cubicBezTo>
                    <a:pt x="8438" y="16462"/>
                    <a:pt x="8183" y="16543"/>
                    <a:pt x="7941" y="16543"/>
                  </a:cubicBezTo>
                  <a:cubicBezTo>
                    <a:pt x="7720" y="16543"/>
                    <a:pt x="7511" y="16475"/>
                    <a:pt x="7337" y="16218"/>
                  </a:cubicBezTo>
                  <a:cubicBezTo>
                    <a:pt x="7322" y="16195"/>
                    <a:pt x="7270" y="16183"/>
                    <a:pt x="7221" y="16183"/>
                  </a:cubicBezTo>
                  <a:cubicBezTo>
                    <a:pt x="7194" y="16183"/>
                    <a:pt x="7168" y="16186"/>
                    <a:pt x="7149" y="16194"/>
                  </a:cubicBezTo>
                  <a:cubicBezTo>
                    <a:pt x="6932" y="16278"/>
                    <a:pt x="6721" y="16312"/>
                    <a:pt x="6514" y="16312"/>
                  </a:cubicBezTo>
                  <a:cubicBezTo>
                    <a:pt x="6050" y="16312"/>
                    <a:pt x="5608" y="16138"/>
                    <a:pt x="5162" y="15959"/>
                  </a:cubicBezTo>
                  <a:cubicBezTo>
                    <a:pt x="5025" y="15904"/>
                    <a:pt x="4862" y="15862"/>
                    <a:pt x="4711" y="15862"/>
                  </a:cubicBezTo>
                  <a:cubicBezTo>
                    <a:pt x="4664" y="15862"/>
                    <a:pt x="4618" y="15866"/>
                    <a:pt x="4575" y="15875"/>
                  </a:cubicBezTo>
                  <a:cubicBezTo>
                    <a:pt x="4445" y="15902"/>
                    <a:pt x="4324" y="15915"/>
                    <a:pt x="4211" y="15915"/>
                  </a:cubicBezTo>
                  <a:cubicBezTo>
                    <a:pt x="3396" y="15915"/>
                    <a:pt x="3006" y="15252"/>
                    <a:pt x="2470" y="14678"/>
                  </a:cubicBezTo>
                  <a:cubicBezTo>
                    <a:pt x="1414" y="13545"/>
                    <a:pt x="1477" y="12151"/>
                    <a:pt x="1224" y="10801"/>
                  </a:cubicBezTo>
                  <a:cubicBezTo>
                    <a:pt x="1009" y="9647"/>
                    <a:pt x="1240" y="8565"/>
                    <a:pt x="1383" y="7443"/>
                  </a:cubicBezTo>
                  <a:cubicBezTo>
                    <a:pt x="1468" y="6768"/>
                    <a:pt x="1515" y="6107"/>
                    <a:pt x="1720" y="5447"/>
                  </a:cubicBezTo>
                  <a:cubicBezTo>
                    <a:pt x="2026" y="4460"/>
                    <a:pt x="2603" y="3787"/>
                    <a:pt x="3489" y="3230"/>
                  </a:cubicBezTo>
                  <a:cubicBezTo>
                    <a:pt x="4713" y="2462"/>
                    <a:pt x="6001" y="2368"/>
                    <a:pt x="7377" y="2307"/>
                  </a:cubicBezTo>
                  <a:cubicBezTo>
                    <a:pt x="7843" y="2286"/>
                    <a:pt x="8402" y="2179"/>
                    <a:pt x="8910" y="2065"/>
                  </a:cubicBezTo>
                  <a:cubicBezTo>
                    <a:pt x="9991" y="1823"/>
                    <a:pt x="11114" y="1755"/>
                    <a:pt x="12224" y="1658"/>
                  </a:cubicBezTo>
                  <a:cubicBezTo>
                    <a:pt x="13237" y="1571"/>
                    <a:pt x="14284" y="1673"/>
                    <a:pt x="15269" y="1546"/>
                  </a:cubicBezTo>
                  <a:cubicBezTo>
                    <a:pt x="16647" y="1368"/>
                    <a:pt x="18024" y="1558"/>
                    <a:pt x="19406" y="1337"/>
                  </a:cubicBezTo>
                  <a:cubicBezTo>
                    <a:pt x="19586" y="1308"/>
                    <a:pt x="19778" y="1298"/>
                    <a:pt x="19978" y="1298"/>
                  </a:cubicBezTo>
                  <a:cubicBezTo>
                    <a:pt x="20455" y="1298"/>
                    <a:pt x="20972" y="1359"/>
                    <a:pt x="21455" y="1382"/>
                  </a:cubicBezTo>
                  <a:cubicBezTo>
                    <a:pt x="22531" y="1436"/>
                    <a:pt x="23610" y="1468"/>
                    <a:pt x="24688" y="1468"/>
                  </a:cubicBezTo>
                  <a:cubicBezTo>
                    <a:pt x="25296" y="1468"/>
                    <a:pt x="25903" y="1458"/>
                    <a:pt x="26510" y="1435"/>
                  </a:cubicBezTo>
                  <a:cubicBezTo>
                    <a:pt x="28269" y="1370"/>
                    <a:pt x="30029" y="1291"/>
                    <a:pt x="31789" y="1291"/>
                  </a:cubicBezTo>
                  <a:close/>
                  <a:moveTo>
                    <a:pt x="33366" y="1"/>
                  </a:moveTo>
                  <a:cubicBezTo>
                    <a:pt x="33266" y="1"/>
                    <a:pt x="33167" y="5"/>
                    <a:pt x="33066" y="16"/>
                  </a:cubicBezTo>
                  <a:cubicBezTo>
                    <a:pt x="32700" y="54"/>
                    <a:pt x="32331" y="62"/>
                    <a:pt x="31961" y="62"/>
                  </a:cubicBezTo>
                  <a:cubicBezTo>
                    <a:pt x="31645" y="62"/>
                    <a:pt x="31328" y="56"/>
                    <a:pt x="31012" y="56"/>
                  </a:cubicBezTo>
                  <a:cubicBezTo>
                    <a:pt x="30932" y="56"/>
                    <a:pt x="30852" y="56"/>
                    <a:pt x="30772" y="57"/>
                  </a:cubicBezTo>
                  <a:cubicBezTo>
                    <a:pt x="29856" y="68"/>
                    <a:pt x="28939" y="57"/>
                    <a:pt x="28024" y="103"/>
                  </a:cubicBezTo>
                  <a:cubicBezTo>
                    <a:pt x="27336" y="137"/>
                    <a:pt x="26634" y="316"/>
                    <a:pt x="25957" y="316"/>
                  </a:cubicBezTo>
                  <a:cubicBezTo>
                    <a:pt x="25806" y="316"/>
                    <a:pt x="25656" y="307"/>
                    <a:pt x="25508" y="286"/>
                  </a:cubicBezTo>
                  <a:cubicBezTo>
                    <a:pt x="24545" y="148"/>
                    <a:pt x="23576" y="191"/>
                    <a:pt x="22630" y="171"/>
                  </a:cubicBezTo>
                  <a:cubicBezTo>
                    <a:pt x="22114" y="161"/>
                    <a:pt x="21590" y="90"/>
                    <a:pt x="21062" y="90"/>
                  </a:cubicBezTo>
                  <a:cubicBezTo>
                    <a:pt x="20801" y="90"/>
                    <a:pt x="20540" y="107"/>
                    <a:pt x="20278" y="158"/>
                  </a:cubicBezTo>
                  <a:cubicBezTo>
                    <a:pt x="20070" y="198"/>
                    <a:pt x="19859" y="210"/>
                    <a:pt x="19646" y="210"/>
                  </a:cubicBezTo>
                  <a:cubicBezTo>
                    <a:pt x="19322" y="210"/>
                    <a:pt x="18993" y="181"/>
                    <a:pt x="18664" y="181"/>
                  </a:cubicBezTo>
                  <a:cubicBezTo>
                    <a:pt x="18452" y="181"/>
                    <a:pt x="18239" y="193"/>
                    <a:pt x="18028" y="232"/>
                  </a:cubicBezTo>
                  <a:cubicBezTo>
                    <a:pt x="17432" y="341"/>
                    <a:pt x="16798" y="409"/>
                    <a:pt x="16195" y="409"/>
                  </a:cubicBezTo>
                  <a:cubicBezTo>
                    <a:pt x="15835" y="409"/>
                    <a:pt x="15487" y="385"/>
                    <a:pt x="15162" y="331"/>
                  </a:cubicBezTo>
                  <a:cubicBezTo>
                    <a:pt x="14931" y="293"/>
                    <a:pt x="14705" y="278"/>
                    <a:pt x="14481" y="278"/>
                  </a:cubicBezTo>
                  <a:cubicBezTo>
                    <a:pt x="13635" y="278"/>
                    <a:pt x="12829" y="493"/>
                    <a:pt x="11989" y="493"/>
                  </a:cubicBezTo>
                  <a:cubicBezTo>
                    <a:pt x="11870" y="493"/>
                    <a:pt x="11750" y="489"/>
                    <a:pt x="11630" y="479"/>
                  </a:cubicBezTo>
                  <a:cubicBezTo>
                    <a:pt x="11485" y="467"/>
                    <a:pt x="11340" y="461"/>
                    <a:pt x="11194" y="461"/>
                  </a:cubicBezTo>
                  <a:cubicBezTo>
                    <a:pt x="10036" y="461"/>
                    <a:pt x="8838" y="806"/>
                    <a:pt x="7690" y="1092"/>
                  </a:cubicBezTo>
                  <a:cubicBezTo>
                    <a:pt x="6745" y="1327"/>
                    <a:pt x="5786" y="1114"/>
                    <a:pt x="4948" y="1395"/>
                  </a:cubicBezTo>
                  <a:cubicBezTo>
                    <a:pt x="4894" y="1391"/>
                    <a:pt x="4840" y="1390"/>
                    <a:pt x="4788" y="1390"/>
                  </a:cubicBezTo>
                  <a:cubicBezTo>
                    <a:pt x="3957" y="1390"/>
                    <a:pt x="3269" y="1784"/>
                    <a:pt x="2716" y="2146"/>
                  </a:cubicBezTo>
                  <a:cubicBezTo>
                    <a:pt x="1880" y="2692"/>
                    <a:pt x="967" y="3343"/>
                    <a:pt x="615" y="4388"/>
                  </a:cubicBezTo>
                  <a:cubicBezTo>
                    <a:pt x="363" y="5137"/>
                    <a:pt x="119" y="5891"/>
                    <a:pt x="60" y="6700"/>
                  </a:cubicBezTo>
                  <a:cubicBezTo>
                    <a:pt x="0" y="7520"/>
                    <a:pt x="164" y="8324"/>
                    <a:pt x="115" y="9148"/>
                  </a:cubicBezTo>
                  <a:cubicBezTo>
                    <a:pt x="72" y="9871"/>
                    <a:pt x="85" y="10649"/>
                    <a:pt x="230" y="11351"/>
                  </a:cubicBezTo>
                  <a:cubicBezTo>
                    <a:pt x="352" y="11945"/>
                    <a:pt x="418" y="12557"/>
                    <a:pt x="573" y="13149"/>
                  </a:cubicBezTo>
                  <a:cubicBezTo>
                    <a:pt x="828" y="14118"/>
                    <a:pt x="1215" y="15029"/>
                    <a:pt x="1923" y="15736"/>
                  </a:cubicBezTo>
                  <a:cubicBezTo>
                    <a:pt x="2786" y="16598"/>
                    <a:pt x="3851" y="17143"/>
                    <a:pt x="5076" y="17282"/>
                  </a:cubicBezTo>
                  <a:cubicBezTo>
                    <a:pt x="6489" y="17442"/>
                    <a:pt x="7909" y="17580"/>
                    <a:pt x="9312" y="17754"/>
                  </a:cubicBezTo>
                  <a:cubicBezTo>
                    <a:pt x="10653" y="17922"/>
                    <a:pt x="12003" y="17823"/>
                    <a:pt x="13329" y="18060"/>
                  </a:cubicBezTo>
                  <a:cubicBezTo>
                    <a:pt x="13635" y="18115"/>
                    <a:pt x="13950" y="18126"/>
                    <a:pt x="14262" y="18134"/>
                  </a:cubicBezTo>
                  <a:cubicBezTo>
                    <a:pt x="15593" y="18174"/>
                    <a:pt x="16927" y="18091"/>
                    <a:pt x="18255" y="18264"/>
                  </a:cubicBezTo>
                  <a:cubicBezTo>
                    <a:pt x="18294" y="18269"/>
                    <a:pt x="18335" y="18272"/>
                    <a:pt x="18377" y="18272"/>
                  </a:cubicBezTo>
                  <a:cubicBezTo>
                    <a:pt x="18508" y="18272"/>
                    <a:pt x="18644" y="18237"/>
                    <a:pt x="18730" y="18098"/>
                  </a:cubicBezTo>
                  <a:cubicBezTo>
                    <a:pt x="18775" y="18025"/>
                    <a:pt x="18856" y="17949"/>
                    <a:pt x="18922" y="17949"/>
                  </a:cubicBezTo>
                  <a:cubicBezTo>
                    <a:pt x="18949" y="17949"/>
                    <a:pt x="18973" y="17962"/>
                    <a:pt x="18990" y="17993"/>
                  </a:cubicBezTo>
                  <a:cubicBezTo>
                    <a:pt x="19121" y="18222"/>
                    <a:pt x="19280" y="18283"/>
                    <a:pt x="19450" y="18283"/>
                  </a:cubicBezTo>
                  <a:cubicBezTo>
                    <a:pt x="19640" y="18283"/>
                    <a:pt x="19842" y="18207"/>
                    <a:pt x="20030" y="18207"/>
                  </a:cubicBezTo>
                  <a:cubicBezTo>
                    <a:pt x="20040" y="18207"/>
                    <a:pt x="20050" y="18207"/>
                    <a:pt x="20059" y="18207"/>
                  </a:cubicBezTo>
                  <a:cubicBezTo>
                    <a:pt x="20116" y="18210"/>
                    <a:pt x="20173" y="18213"/>
                    <a:pt x="20230" y="18213"/>
                  </a:cubicBezTo>
                  <a:cubicBezTo>
                    <a:pt x="20441" y="18213"/>
                    <a:pt x="20640" y="18173"/>
                    <a:pt x="20758" y="17933"/>
                  </a:cubicBezTo>
                  <a:cubicBezTo>
                    <a:pt x="20976" y="18104"/>
                    <a:pt x="21195" y="18163"/>
                    <a:pt x="21416" y="18163"/>
                  </a:cubicBezTo>
                  <a:cubicBezTo>
                    <a:pt x="21741" y="18163"/>
                    <a:pt x="22069" y="18035"/>
                    <a:pt x="22395" y="17955"/>
                  </a:cubicBezTo>
                  <a:cubicBezTo>
                    <a:pt x="22441" y="17944"/>
                    <a:pt x="22499" y="17924"/>
                    <a:pt x="22544" y="17924"/>
                  </a:cubicBezTo>
                  <a:cubicBezTo>
                    <a:pt x="22561" y="17924"/>
                    <a:pt x="22577" y="17927"/>
                    <a:pt x="22588" y="17935"/>
                  </a:cubicBezTo>
                  <a:cubicBezTo>
                    <a:pt x="22795" y="18076"/>
                    <a:pt x="23007" y="18118"/>
                    <a:pt x="23221" y="18118"/>
                  </a:cubicBezTo>
                  <a:cubicBezTo>
                    <a:pt x="23537" y="18118"/>
                    <a:pt x="23857" y="18026"/>
                    <a:pt x="24171" y="18026"/>
                  </a:cubicBezTo>
                  <a:cubicBezTo>
                    <a:pt x="24228" y="18026"/>
                    <a:pt x="24285" y="18029"/>
                    <a:pt x="24342" y="18036"/>
                  </a:cubicBezTo>
                  <a:cubicBezTo>
                    <a:pt x="24471" y="18053"/>
                    <a:pt x="24600" y="18060"/>
                    <a:pt x="24728" y="18060"/>
                  </a:cubicBezTo>
                  <a:cubicBezTo>
                    <a:pt x="25506" y="18060"/>
                    <a:pt x="26262" y="17802"/>
                    <a:pt x="27042" y="17802"/>
                  </a:cubicBezTo>
                  <a:cubicBezTo>
                    <a:pt x="27174" y="17802"/>
                    <a:pt x="27306" y="17809"/>
                    <a:pt x="27439" y="17826"/>
                  </a:cubicBezTo>
                  <a:cubicBezTo>
                    <a:pt x="27536" y="17839"/>
                    <a:pt x="27635" y="17844"/>
                    <a:pt x="27734" y="17844"/>
                  </a:cubicBezTo>
                  <a:cubicBezTo>
                    <a:pt x="28119" y="17844"/>
                    <a:pt x="28516" y="17765"/>
                    <a:pt x="28904" y="17732"/>
                  </a:cubicBezTo>
                  <a:cubicBezTo>
                    <a:pt x="29889" y="17648"/>
                    <a:pt x="30874" y="17572"/>
                    <a:pt x="31857" y="17467"/>
                  </a:cubicBezTo>
                  <a:cubicBezTo>
                    <a:pt x="32506" y="17398"/>
                    <a:pt x="33172" y="17202"/>
                    <a:pt x="33795" y="17202"/>
                  </a:cubicBezTo>
                  <a:cubicBezTo>
                    <a:pt x="33817" y="17202"/>
                    <a:pt x="33839" y="17202"/>
                    <a:pt x="33860" y="17202"/>
                  </a:cubicBezTo>
                  <a:cubicBezTo>
                    <a:pt x="33922" y="17204"/>
                    <a:pt x="33984" y="17204"/>
                    <a:pt x="34045" y="17204"/>
                  </a:cubicBezTo>
                  <a:cubicBezTo>
                    <a:pt x="34818" y="17204"/>
                    <a:pt x="35572" y="17104"/>
                    <a:pt x="36332" y="17045"/>
                  </a:cubicBezTo>
                  <a:cubicBezTo>
                    <a:pt x="36944" y="16998"/>
                    <a:pt x="37728" y="16983"/>
                    <a:pt x="38103" y="16614"/>
                  </a:cubicBezTo>
                  <a:cubicBezTo>
                    <a:pt x="38611" y="16114"/>
                    <a:pt x="39274" y="15948"/>
                    <a:pt x="39788" y="15489"/>
                  </a:cubicBezTo>
                  <a:cubicBezTo>
                    <a:pt x="40289" y="15042"/>
                    <a:pt x="40619" y="14495"/>
                    <a:pt x="40959" y="13971"/>
                  </a:cubicBezTo>
                  <a:cubicBezTo>
                    <a:pt x="41423" y="13258"/>
                    <a:pt x="41108" y="12313"/>
                    <a:pt x="41487" y="11504"/>
                  </a:cubicBezTo>
                  <a:cubicBezTo>
                    <a:pt x="41572" y="11321"/>
                    <a:pt x="41671" y="10862"/>
                    <a:pt x="41683" y="10505"/>
                  </a:cubicBezTo>
                  <a:cubicBezTo>
                    <a:pt x="41708" y="9851"/>
                    <a:pt x="41415" y="9215"/>
                    <a:pt x="41548" y="8584"/>
                  </a:cubicBezTo>
                  <a:cubicBezTo>
                    <a:pt x="41776" y="7498"/>
                    <a:pt x="41682" y="6447"/>
                    <a:pt x="41432" y="5383"/>
                  </a:cubicBezTo>
                  <a:cubicBezTo>
                    <a:pt x="41227" y="4511"/>
                    <a:pt x="41029" y="3644"/>
                    <a:pt x="40466" y="2913"/>
                  </a:cubicBezTo>
                  <a:cubicBezTo>
                    <a:pt x="40373" y="2792"/>
                    <a:pt x="40273" y="2653"/>
                    <a:pt x="40244" y="2508"/>
                  </a:cubicBezTo>
                  <a:cubicBezTo>
                    <a:pt x="40030" y="1463"/>
                    <a:pt x="39175" y="917"/>
                    <a:pt x="38351" y="663"/>
                  </a:cubicBezTo>
                  <a:cubicBezTo>
                    <a:pt x="37116" y="283"/>
                    <a:pt x="35785" y="149"/>
                    <a:pt x="34486" y="83"/>
                  </a:cubicBezTo>
                  <a:cubicBezTo>
                    <a:pt x="34120" y="65"/>
                    <a:pt x="33746" y="1"/>
                    <a:pt x="333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67"/>
          <p:cNvSpPr txBox="1"/>
          <p:nvPr>
            <p:ph idx="9" type="ctrTitle"/>
          </p:nvPr>
        </p:nvSpPr>
        <p:spPr>
          <a:xfrm>
            <a:off x="6013400" y="3262738"/>
            <a:ext cx="1824000" cy="3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Tocare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40" name="Google Shape;10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400" y="128975"/>
            <a:ext cx="1309500" cy="1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8"/>
          <p:cNvSpPr txBox="1"/>
          <p:nvPr>
            <p:ph idx="6" type="title"/>
          </p:nvPr>
        </p:nvSpPr>
        <p:spPr>
          <a:xfrm>
            <a:off x="2375700" y="530750"/>
            <a:ext cx="48849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42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Descrierea funcționalității 1 </a:t>
            </a:r>
            <a:endParaRPr b="1" sz="42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8"/>
          <p:cNvSpPr txBox="1"/>
          <p:nvPr/>
        </p:nvSpPr>
        <p:spPr>
          <a:xfrm>
            <a:off x="515100" y="1366075"/>
            <a:ext cx="8113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Robotul pornește din starea inițială </a:t>
            </a:r>
            <a:r>
              <a:rPr b="1" lang="ro" sz="1700">
                <a:solidFill>
                  <a:srgbClr val="666666"/>
                </a:solidFill>
              </a:rPr>
              <a:t>START</a:t>
            </a:r>
            <a:r>
              <a:rPr lang="ro" sz="1700">
                <a:solidFill>
                  <a:srgbClr val="666666"/>
                </a:solidFill>
              </a:rPr>
              <a:t>. Utilizatorul va avea de ales între cele două programe ale robotului (</a:t>
            </a:r>
            <a:r>
              <a:rPr b="1" lang="ro" sz="1700">
                <a:solidFill>
                  <a:srgbClr val="666666"/>
                </a:solidFill>
              </a:rPr>
              <a:t>PR1</a:t>
            </a:r>
            <a:r>
              <a:rPr lang="ro" sz="1700">
                <a:solidFill>
                  <a:srgbClr val="666666"/>
                </a:solidFill>
              </a:rPr>
              <a:t> – 1 și </a:t>
            </a:r>
            <a:r>
              <a:rPr b="1" lang="ro" sz="1700">
                <a:solidFill>
                  <a:srgbClr val="666666"/>
                </a:solidFill>
              </a:rPr>
              <a:t>PR2 </a:t>
            </a:r>
            <a:r>
              <a:rPr lang="ro" sz="1700">
                <a:solidFill>
                  <a:srgbClr val="666666"/>
                </a:solidFill>
              </a:rPr>
              <a:t>– 0). După alegerea programului pe ecranul robotului va apărea textul “</a:t>
            </a:r>
            <a:r>
              <a:rPr b="1" lang="ro" sz="1700">
                <a:solidFill>
                  <a:srgbClr val="666666"/>
                </a:solidFill>
              </a:rPr>
              <a:t>Program 1” </a:t>
            </a:r>
            <a:r>
              <a:rPr lang="ro" sz="1700">
                <a:solidFill>
                  <a:srgbClr val="666666"/>
                </a:solidFill>
              </a:rPr>
              <a:t>(</a:t>
            </a:r>
            <a:r>
              <a:rPr b="1" lang="ro" sz="1700">
                <a:solidFill>
                  <a:srgbClr val="666666"/>
                </a:solidFill>
              </a:rPr>
              <a:t>C1</a:t>
            </a:r>
            <a:r>
              <a:rPr lang="ro" sz="1700">
                <a:solidFill>
                  <a:srgbClr val="666666"/>
                </a:solidFill>
              </a:rPr>
              <a:t>), respectiv </a:t>
            </a:r>
            <a:r>
              <a:rPr b="1" lang="ro" sz="1700">
                <a:solidFill>
                  <a:srgbClr val="666666"/>
                </a:solidFill>
              </a:rPr>
              <a:t>“Program 2” </a:t>
            </a:r>
            <a:r>
              <a:rPr lang="ro" sz="1700">
                <a:solidFill>
                  <a:srgbClr val="666666"/>
                </a:solidFill>
              </a:rPr>
              <a:t>(</a:t>
            </a:r>
            <a:r>
              <a:rPr b="1" lang="ro" sz="1700">
                <a:solidFill>
                  <a:srgbClr val="666666"/>
                </a:solidFill>
              </a:rPr>
              <a:t>C4</a:t>
            </a:r>
            <a:r>
              <a:rPr lang="ro" sz="1700">
                <a:solidFill>
                  <a:srgbClr val="666666"/>
                </a:solidFill>
              </a:rPr>
              <a:t>) în funcție de programul ales. 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o" sz="1700">
                <a:solidFill>
                  <a:srgbClr val="666666"/>
                </a:solidFill>
              </a:rPr>
              <a:t>Primul program</a:t>
            </a:r>
            <a:r>
              <a:rPr lang="ro" sz="1700">
                <a:solidFill>
                  <a:srgbClr val="666666"/>
                </a:solidFill>
              </a:rPr>
              <a:t> are două moduri, </a:t>
            </a:r>
            <a:r>
              <a:rPr b="1" lang="ro" sz="1700">
                <a:solidFill>
                  <a:srgbClr val="666666"/>
                </a:solidFill>
              </a:rPr>
              <a:t>modul blender</a:t>
            </a:r>
            <a:r>
              <a:rPr lang="ro" sz="1700">
                <a:solidFill>
                  <a:srgbClr val="666666"/>
                </a:solidFill>
              </a:rPr>
              <a:t> (1) și </a:t>
            </a:r>
            <a:r>
              <a:rPr b="1" lang="ro" sz="1700">
                <a:solidFill>
                  <a:srgbClr val="666666"/>
                </a:solidFill>
              </a:rPr>
              <a:t>modul storcător</a:t>
            </a:r>
            <a:r>
              <a:rPr lang="ro" sz="1700">
                <a:solidFill>
                  <a:srgbClr val="666666"/>
                </a:solidFill>
              </a:rPr>
              <a:t> (0). </a:t>
            </a:r>
            <a:r>
              <a:rPr b="1" lang="ro" sz="1700">
                <a:solidFill>
                  <a:srgbClr val="666666"/>
                </a:solidFill>
              </a:rPr>
              <a:t>Modul blender </a:t>
            </a:r>
            <a:r>
              <a:rPr lang="ro" sz="1700">
                <a:solidFill>
                  <a:srgbClr val="666666"/>
                </a:solidFill>
              </a:rPr>
              <a:t>dispune de două viteze (</a:t>
            </a:r>
            <a:r>
              <a:rPr b="1" lang="ro" sz="1700">
                <a:solidFill>
                  <a:srgbClr val="666666"/>
                </a:solidFill>
              </a:rPr>
              <a:t>viteza normală</a:t>
            </a:r>
            <a:r>
              <a:rPr lang="ro" sz="1700">
                <a:solidFill>
                  <a:srgbClr val="666666"/>
                </a:solidFill>
              </a:rPr>
              <a:t> -1 și </a:t>
            </a:r>
            <a:r>
              <a:rPr b="1" lang="ro" sz="1700">
                <a:solidFill>
                  <a:srgbClr val="666666"/>
                </a:solidFill>
              </a:rPr>
              <a:t>viteza maximă</a:t>
            </a:r>
            <a:r>
              <a:rPr lang="ro" sz="1700">
                <a:solidFill>
                  <a:srgbClr val="666666"/>
                </a:solidFill>
              </a:rPr>
              <a:t> – 0). După alegerea vitezei se va afișa mesajul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blender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C2</a:t>
            </a:r>
            <a:r>
              <a:rPr lang="ro" sz="1700">
                <a:solidFill>
                  <a:srgbClr val="666666"/>
                </a:solidFill>
              </a:rPr>
              <a:t>), iar dacă este ales modul storcător se va afișa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storcător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C3</a:t>
            </a:r>
            <a:r>
              <a:rPr lang="ro" sz="1700">
                <a:solidFill>
                  <a:srgbClr val="666666"/>
                </a:solidFill>
              </a:rPr>
              <a:t>), după care va începe programul ales.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F2FF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9"/>
          <p:cNvSpPr txBox="1"/>
          <p:nvPr>
            <p:ph idx="6" type="title"/>
          </p:nvPr>
        </p:nvSpPr>
        <p:spPr>
          <a:xfrm>
            <a:off x="2396400" y="240975"/>
            <a:ext cx="48849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200">
                <a:solidFill>
                  <a:srgbClr val="212121"/>
                </a:solidFill>
                <a:latin typeface="Amatic SC"/>
                <a:ea typeface="Amatic SC"/>
                <a:cs typeface="Amatic SC"/>
                <a:sym typeface="Amatic SC"/>
              </a:rPr>
              <a:t>Descrierea funcționalității 2 </a:t>
            </a:r>
            <a:endParaRPr b="1" sz="4200">
              <a:solidFill>
                <a:srgbClr val="21212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9"/>
          <p:cNvSpPr txBox="1"/>
          <p:nvPr/>
        </p:nvSpPr>
        <p:spPr>
          <a:xfrm>
            <a:off x="515100" y="951975"/>
            <a:ext cx="8113800" cy="4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 În ceea ce privește programul 2, utilizatorul poate alege între funcția de </a:t>
            </a:r>
            <a:r>
              <a:rPr b="1" lang="ro" sz="1700">
                <a:solidFill>
                  <a:srgbClr val="666666"/>
                </a:solidFill>
              </a:rPr>
              <a:t>amestecare </a:t>
            </a:r>
            <a:r>
              <a:rPr lang="ro" sz="1700">
                <a:solidFill>
                  <a:srgbClr val="666666"/>
                </a:solidFill>
              </a:rPr>
              <a:t>(1) și funcția de </a:t>
            </a:r>
            <a:r>
              <a:rPr b="1" lang="ro" sz="1700">
                <a:solidFill>
                  <a:srgbClr val="666666"/>
                </a:solidFill>
              </a:rPr>
              <a:t>tocare</a:t>
            </a:r>
            <a:r>
              <a:rPr lang="ro" sz="1700">
                <a:solidFill>
                  <a:srgbClr val="666666"/>
                </a:solidFill>
              </a:rPr>
              <a:t>(0). 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După alegerea funcției de </a:t>
            </a:r>
            <a:r>
              <a:rPr b="1" lang="ro" sz="1700">
                <a:solidFill>
                  <a:srgbClr val="666666"/>
                </a:solidFill>
              </a:rPr>
              <a:t>amestecare </a:t>
            </a:r>
            <a:r>
              <a:rPr lang="ro" sz="1700">
                <a:solidFill>
                  <a:srgbClr val="666666"/>
                </a:solidFill>
              </a:rPr>
              <a:t>se va afișa pe ecranul aparatului mesajul “</a:t>
            </a:r>
            <a:r>
              <a:rPr b="1" lang="ro" sz="1700">
                <a:solidFill>
                  <a:srgbClr val="666666"/>
                </a:solidFill>
              </a:rPr>
              <a:t>Mod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amestecare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C5</a:t>
            </a:r>
            <a:r>
              <a:rPr lang="ro" sz="1700">
                <a:solidFill>
                  <a:srgbClr val="666666"/>
                </a:solidFill>
              </a:rPr>
              <a:t>), iar utilizator va alege viteza dorită (</a:t>
            </a:r>
            <a:r>
              <a:rPr b="1" lang="ro" sz="1700">
                <a:solidFill>
                  <a:srgbClr val="666666"/>
                </a:solidFill>
              </a:rPr>
              <a:t>viteza</a:t>
            </a:r>
            <a:r>
              <a:rPr lang="ro" sz="1700">
                <a:solidFill>
                  <a:srgbClr val="666666"/>
                </a:solidFill>
              </a:rPr>
              <a:t> </a:t>
            </a:r>
            <a:r>
              <a:rPr b="1" lang="ro" sz="1700">
                <a:solidFill>
                  <a:srgbClr val="666666"/>
                </a:solidFill>
              </a:rPr>
              <a:t>normală </a:t>
            </a:r>
            <a:r>
              <a:rPr lang="ro" sz="1700">
                <a:solidFill>
                  <a:srgbClr val="666666"/>
                </a:solidFill>
              </a:rPr>
              <a:t>- 1 și </a:t>
            </a:r>
            <a:r>
              <a:rPr b="1" lang="ro" sz="1700">
                <a:solidFill>
                  <a:srgbClr val="666666"/>
                </a:solidFill>
              </a:rPr>
              <a:t>viteza maximă </a:t>
            </a:r>
            <a:r>
              <a:rPr lang="ro" sz="1700">
                <a:solidFill>
                  <a:srgbClr val="666666"/>
                </a:solidFill>
              </a:rPr>
              <a:t>– 0). După alegerea vitezei se va auzi un sunet slab, iar aparatul va începe modul de amestecare (</a:t>
            </a:r>
            <a:r>
              <a:rPr b="1" lang="ro" sz="1700">
                <a:solidFill>
                  <a:srgbClr val="666666"/>
                </a:solidFill>
              </a:rPr>
              <a:t>C6</a:t>
            </a:r>
            <a:r>
              <a:rPr lang="ro" sz="1700">
                <a:solidFill>
                  <a:srgbClr val="666666"/>
                </a:solidFill>
              </a:rPr>
              <a:t>).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700">
                <a:solidFill>
                  <a:srgbClr val="666666"/>
                </a:solidFill>
              </a:rPr>
              <a:t>Dacă  este aleasă funcția de </a:t>
            </a:r>
            <a:r>
              <a:rPr b="1" lang="ro" sz="1700">
                <a:solidFill>
                  <a:srgbClr val="666666"/>
                </a:solidFill>
              </a:rPr>
              <a:t>tocare </a:t>
            </a:r>
            <a:r>
              <a:rPr lang="ro" sz="1700">
                <a:solidFill>
                  <a:srgbClr val="666666"/>
                </a:solidFill>
              </a:rPr>
              <a:t>(0), utilizatorul trebuie să aleagă între </a:t>
            </a:r>
            <a:r>
              <a:rPr b="1" lang="ro" sz="1700">
                <a:solidFill>
                  <a:srgbClr val="666666"/>
                </a:solidFill>
              </a:rPr>
              <a:t>mărunțirea normală </a:t>
            </a:r>
            <a:r>
              <a:rPr lang="ro" sz="1700">
                <a:solidFill>
                  <a:srgbClr val="666666"/>
                </a:solidFill>
              </a:rPr>
              <a:t>(TIP – 1) sau cea </a:t>
            </a:r>
            <a:r>
              <a:rPr b="1" lang="ro" sz="1700">
                <a:solidFill>
                  <a:srgbClr val="666666"/>
                </a:solidFill>
              </a:rPr>
              <a:t>fină </a:t>
            </a:r>
            <a:r>
              <a:rPr lang="ro" sz="1700">
                <a:solidFill>
                  <a:srgbClr val="666666"/>
                </a:solidFill>
              </a:rPr>
              <a:t>(TIP – 0), iar pe ecranul robotul se va afișa mesajul “</a:t>
            </a:r>
            <a:r>
              <a:rPr b="1" lang="ro" sz="1700">
                <a:solidFill>
                  <a:srgbClr val="666666"/>
                </a:solidFill>
              </a:rPr>
              <a:t>Mod tocare</a:t>
            </a:r>
            <a:r>
              <a:rPr lang="ro" sz="1700">
                <a:solidFill>
                  <a:srgbClr val="666666"/>
                </a:solidFill>
              </a:rPr>
              <a:t>” (</a:t>
            </a:r>
            <a:r>
              <a:rPr b="1" lang="ro" sz="1700">
                <a:solidFill>
                  <a:srgbClr val="666666"/>
                </a:solidFill>
              </a:rPr>
              <a:t>C7</a:t>
            </a:r>
            <a:r>
              <a:rPr lang="ro" sz="1700">
                <a:solidFill>
                  <a:srgbClr val="666666"/>
                </a:solidFill>
              </a:rPr>
              <a:t>).</a:t>
            </a:r>
            <a:endParaRPr sz="1700">
              <a:solidFill>
                <a:srgbClr val="666666"/>
              </a:solidFill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700">
                <a:solidFill>
                  <a:srgbClr val="666666"/>
                </a:solidFill>
              </a:rPr>
              <a:t>La finalul execuției, aparatul scoate un sunet lung și trece din nou în starea </a:t>
            </a:r>
            <a:r>
              <a:rPr b="1" lang="ro" sz="1700">
                <a:solidFill>
                  <a:srgbClr val="666666"/>
                </a:solidFill>
              </a:rPr>
              <a:t>START </a:t>
            </a:r>
            <a:r>
              <a:rPr lang="ro" sz="1700">
                <a:solidFill>
                  <a:srgbClr val="666666"/>
                </a:solidFill>
              </a:rPr>
              <a:t>în care așteaptă input de la utilizator.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600" y="152400"/>
            <a:ext cx="697039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70"/>
          <p:cNvSpPr txBox="1"/>
          <p:nvPr/>
        </p:nvSpPr>
        <p:spPr>
          <a:xfrm>
            <a:off x="261800" y="357575"/>
            <a:ext cx="1467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59" name="Google Shape;1059;p70"/>
          <p:cNvSpPr txBox="1"/>
          <p:nvPr/>
        </p:nvSpPr>
        <p:spPr>
          <a:xfrm>
            <a:off x="344325" y="800400"/>
            <a:ext cx="25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800">
                <a:latin typeface="Amatic SC"/>
                <a:ea typeface="Amatic SC"/>
                <a:cs typeface="Amatic SC"/>
                <a:sym typeface="Amatic SC"/>
              </a:rPr>
              <a:t>Organigrama inițială</a:t>
            </a:r>
            <a:endParaRPr b="1" sz="2800">
              <a:latin typeface="Amatic SC"/>
              <a:ea typeface="Amatic SC"/>
              <a:cs typeface="Amatic SC"/>
              <a:sym typeface="Amatic SC"/>
            </a:endParaRPr>
          </a:p>
        </p:txBody>
      </p:sp>
      <p:grpSp>
        <p:nvGrpSpPr>
          <p:cNvPr id="1060" name="Google Shape;1060;p70"/>
          <p:cNvGrpSpPr/>
          <p:nvPr/>
        </p:nvGrpSpPr>
        <p:grpSpPr>
          <a:xfrm rot="-725115">
            <a:off x="25031" y="1837353"/>
            <a:ext cx="2488520" cy="2488821"/>
            <a:chOff x="6292350" y="1906300"/>
            <a:chExt cx="2274175" cy="2274450"/>
          </a:xfrm>
        </p:grpSpPr>
        <p:sp>
          <p:nvSpPr>
            <p:cNvPr id="1061" name="Google Shape;1061;p70"/>
            <p:cNvSpPr/>
            <p:nvPr/>
          </p:nvSpPr>
          <p:spPr>
            <a:xfrm>
              <a:off x="8561175" y="2542400"/>
              <a:ext cx="5350" cy="1550"/>
            </a:xfrm>
            <a:custGeom>
              <a:rect b="b" l="l" r="r" t="t"/>
              <a:pathLst>
                <a:path extrusionOk="0" h="62" w="214">
                  <a:moveTo>
                    <a:pt x="0" y="0"/>
                  </a:moveTo>
                  <a:lnTo>
                    <a:pt x="0" y="0"/>
                  </a:lnTo>
                  <a:cubicBezTo>
                    <a:pt x="71" y="23"/>
                    <a:pt x="143" y="43"/>
                    <a:pt x="210" y="62"/>
                  </a:cubicBezTo>
                  <a:cubicBezTo>
                    <a:pt x="210" y="57"/>
                    <a:pt x="214" y="57"/>
                    <a:pt x="214" y="53"/>
                  </a:cubicBezTo>
                  <a:cubicBezTo>
                    <a:pt x="143" y="39"/>
                    <a:pt x="71" y="19"/>
                    <a:pt x="0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70"/>
            <p:cNvSpPr/>
            <p:nvPr/>
          </p:nvSpPr>
          <p:spPr>
            <a:xfrm>
              <a:off x="6292350" y="1906300"/>
              <a:ext cx="1869625" cy="2274450"/>
            </a:xfrm>
            <a:custGeom>
              <a:rect b="b" l="l" r="r" t="t"/>
              <a:pathLst>
                <a:path extrusionOk="0" h="90978" w="74785">
                  <a:moveTo>
                    <a:pt x="69167" y="14155"/>
                  </a:moveTo>
                  <a:cubicBezTo>
                    <a:pt x="69879" y="14155"/>
                    <a:pt x="70662" y="14788"/>
                    <a:pt x="71066" y="15786"/>
                  </a:cubicBezTo>
                  <a:cubicBezTo>
                    <a:pt x="71418" y="16662"/>
                    <a:pt x="70892" y="17546"/>
                    <a:pt x="69778" y="17913"/>
                  </a:cubicBezTo>
                  <a:cubicBezTo>
                    <a:pt x="69388" y="16690"/>
                    <a:pt x="69012" y="15489"/>
                    <a:pt x="68637" y="14288"/>
                  </a:cubicBezTo>
                  <a:cubicBezTo>
                    <a:pt x="68804" y="14198"/>
                    <a:pt x="68983" y="14155"/>
                    <a:pt x="69167" y="14155"/>
                  </a:cubicBezTo>
                  <a:close/>
                  <a:moveTo>
                    <a:pt x="67871" y="14613"/>
                  </a:moveTo>
                  <a:cubicBezTo>
                    <a:pt x="68242" y="15823"/>
                    <a:pt x="68605" y="17010"/>
                    <a:pt x="68976" y="18220"/>
                  </a:cubicBezTo>
                  <a:cubicBezTo>
                    <a:pt x="68755" y="18302"/>
                    <a:pt x="68538" y="18341"/>
                    <a:pt x="68330" y="18341"/>
                  </a:cubicBezTo>
                  <a:cubicBezTo>
                    <a:pt x="67618" y="18341"/>
                    <a:pt x="67004" y="17881"/>
                    <a:pt x="66657" y="17098"/>
                  </a:cubicBezTo>
                  <a:cubicBezTo>
                    <a:pt x="66216" y="16107"/>
                    <a:pt x="66584" y="15310"/>
                    <a:pt x="67871" y="14613"/>
                  </a:cubicBezTo>
                  <a:close/>
                  <a:moveTo>
                    <a:pt x="60263" y="16136"/>
                  </a:moveTo>
                  <a:cubicBezTo>
                    <a:pt x="60775" y="16136"/>
                    <a:pt x="61285" y="16298"/>
                    <a:pt x="61660" y="16616"/>
                  </a:cubicBezTo>
                  <a:cubicBezTo>
                    <a:pt x="62495" y="17321"/>
                    <a:pt x="62802" y="18417"/>
                    <a:pt x="62389" y="19325"/>
                  </a:cubicBezTo>
                  <a:cubicBezTo>
                    <a:pt x="61996" y="20205"/>
                    <a:pt x="61216" y="20397"/>
                    <a:pt x="60065" y="20415"/>
                  </a:cubicBezTo>
                  <a:cubicBezTo>
                    <a:pt x="60029" y="20418"/>
                    <a:pt x="59993" y="20420"/>
                    <a:pt x="59955" y="20420"/>
                  </a:cubicBezTo>
                  <a:cubicBezTo>
                    <a:pt x="59421" y="20420"/>
                    <a:pt x="58775" y="20113"/>
                    <a:pt x="58218" y="19582"/>
                  </a:cubicBezTo>
                  <a:cubicBezTo>
                    <a:pt x="57499" y="18894"/>
                    <a:pt x="57476" y="17889"/>
                    <a:pt x="58186" y="17203"/>
                  </a:cubicBezTo>
                  <a:cubicBezTo>
                    <a:pt x="58433" y="16958"/>
                    <a:pt x="58699" y="16733"/>
                    <a:pt x="58979" y="16528"/>
                  </a:cubicBezTo>
                  <a:cubicBezTo>
                    <a:pt x="59346" y="16265"/>
                    <a:pt x="59805" y="16136"/>
                    <a:pt x="60263" y="16136"/>
                  </a:cubicBezTo>
                  <a:close/>
                  <a:moveTo>
                    <a:pt x="59395" y="811"/>
                  </a:moveTo>
                  <a:cubicBezTo>
                    <a:pt x="60489" y="811"/>
                    <a:pt x="61478" y="1230"/>
                    <a:pt x="62228" y="2202"/>
                  </a:cubicBezTo>
                  <a:cubicBezTo>
                    <a:pt x="62329" y="2330"/>
                    <a:pt x="62457" y="2444"/>
                    <a:pt x="62540" y="2582"/>
                  </a:cubicBezTo>
                  <a:cubicBezTo>
                    <a:pt x="63503" y="4131"/>
                    <a:pt x="64973" y="4758"/>
                    <a:pt x="66711" y="4993"/>
                  </a:cubicBezTo>
                  <a:cubicBezTo>
                    <a:pt x="67518" y="5103"/>
                    <a:pt x="68320" y="5355"/>
                    <a:pt x="69090" y="5635"/>
                  </a:cubicBezTo>
                  <a:cubicBezTo>
                    <a:pt x="69791" y="5887"/>
                    <a:pt x="70533" y="7160"/>
                    <a:pt x="70488" y="7853"/>
                  </a:cubicBezTo>
                  <a:cubicBezTo>
                    <a:pt x="70429" y="8824"/>
                    <a:pt x="69302" y="9962"/>
                    <a:pt x="68330" y="10025"/>
                  </a:cubicBezTo>
                  <a:cubicBezTo>
                    <a:pt x="68149" y="10036"/>
                    <a:pt x="67964" y="10045"/>
                    <a:pt x="67781" y="10045"/>
                  </a:cubicBezTo>
                  <a:cubicBezTo>
                    <a:pt x="67653" y="10045"/>
                    <a:pt x="67525" y="10041"/>
                    <a:pt x="67399" y="10030"/>
                  </a:cubicBezTo>
                  <a:cubicBezTo>
                    <a:pt x="67294" y="10020"/>
                    <a:pt x="67193" y="10016"/>
                    <a:pt x="67093" y="10016"/>
                  </a:cubicBezTo>
                  <a:cubicBezTo>
                    <a:pt x="65982" y="10016"/>
                    <a:pt x="65144" y="10589"/>
                    <a:pt x="64590" y="11510"/>
                  </a:cubicBezTo>
                  <a:cubicBezTo>
                    <a:pt x="63990" y="12506"/>
                    <a:pt x="63162" y="12899"/>
                    <a:pt x="62094" y="12899"/>
                  </a:cubicBezTo>
                  <a:cubicBezTo>
                    <a:pt x="62075" y="12899"/>
                    <a:pt x="62055" y="12899"/>
                    <a:pt x="62036" y="12899"/>
                  </a:cubicBezTo>
                  <a:cubicBezTo>
                    <a:pt x="60940" y="12881"/>
                    <a:pt x="59840" y="12849"/>
                    <a:pt x="58750" y="12749"/>
                  </a:cubicBezTo>
                  <a:cubicBezTo>
                    <a:pt x="58550" y="12731"/>
                    <a:pt x="58355" y="12722"/>
                    <a:pt x="58165" y="12722"/>
                  </a:cubicBezTo>
                  <a:cubicBezTo>
                    <a:pt x="56637" y="12722"/>
                    <a:pt x="55418" y="13305"/>
                    <a:pt x="54419" y="14646"/>
                  </a:cubicBezTo>
                  <a:cubicBezTo>
                    <a:pt x="53950" y="15269"/>
                    <a:pt x="54102" y="15660"/>
                    <a:pt x="54285" y="16209"/>
                  </a:cubicBezTo>
                  <a:cubicBezTo>
                    <a:pt x="54546" y="17007"/>
                    <a:pt x="54767" y="17818"/>
                    <a:pt x="55000" y="18624"/>
                  </a:cubicBezTo>
                  <a:cubicBezTo>
                    <a:pt x="55033" y="18731"/>
                    <a:pt x="55078" y="18854"/>
                    <a:pt x="55051" y="18950"/>
                  </a:cubicBezTo>
                  <a:cubicBezTo>
                    <a:pt x="54968" y="19230"/>
                    <a:pt x="54854" y="19505"/>
                    <a:pt x="54749" y="19779"/>
                  </a:cubicBezTo>
                  <a:cubicBezTo>
                    <a:pt x="54487" y="19684"/>
                    <a:pt x="54221" y="19583"/>
                    <a:pt x="53960" y="19482"/>
                  </a:cubicBezTo>
                  <a:cubicBezTo>
                    <a:pt x="53927" y="19468"/>
                    <a:pt x="53900" y="19436"/>
                    <a:pt x="53882" y="19404"/>
                  </a:cubicBezTo>
                  <a:cubicBezTo>
                    <a:pt x="53443" y="18483"/>
                    <a:pt x="52543" y="18492"/>
                    <a:pt x="51728" y="18359"/>
                  </a:cubicBezTo>
                  <a:cubicBezTo>
                    <a:pt x="51646" y="18346"/>
                    <a:pt x="51566" y="18339"/>
                    <a:pt x="51489" y="18339"/>
                  </a:cubicBezTo>
                  <a:cubicBezTo>
                    <a:pt x="50974" y="18339"/>
                    <a:pt x="50581" y="18627"/>
                    <a:pt x="50362" y="19138"/>
                  </a:cubicBezTo>
                  <a:cubicBezTo>
                    <a:pt x="50304" y="19291"/>
                    <a:pt x="50260" y="19449"/>
                    <a:pt x="50229" y="19610"/>
                  </a:cubicBezTo>
                  <a:cubicBezTo>
                    <a:pt x="49848" y="21600"/>
                    <a:pt x="50885" y="23827"/>
                    <a:pt x="52896" y="25097"/>
                  </a:cubicBezTo>
                  <a:cubicBezTo>
                    <a:pt x="52617" y="25298"/>
                    <a:pt x="52420" y="25486"/>
                    <a:pt x="52191" y="25597"/>
                  </a:cubicBezTo>
                  <a:cubicBezTo>
                    <a:pt x="51701" y="25834"/>
                    <a:pt x="51201" y="26067"/>
                    <a:pt x="50683" y="26246"/>
                  </a:cubicBezTo>
                  <a:cubicBezTo>
                    <a:pt x="50491" y="26313"/>
                    <a:pt x="50317" y="26345"/>
                    <a:pt x="50162" y="26345"/>
                  </a:cubicBezTo>
                  <a:cubicBezTo>
                    <a:pt x="49628" y="26345"/>
                    <a:pt x="49331" y="25957"/>
                    <a:pt x="49349" y="25260"/>
                  </a:cubicBezTo>
                  <a:cubicBezTo>
                    <a:pt x="49381" y="23757"/>
                    <a:pt x="49316" y="23674"/>
                    <a:pt x="47854" y="23257"/>
                  </a:cubicBezTo>
                  <a:cubicBezTo>
                    <a:pt x="47484" y="23152"/>
                    <a:pt x="47117" y="23042"/>
                    <a:pt x="46754" y="22914"/>
                  </a:cubicBezTo>
                  <a:cubicBezTo>
                    <a:pt x="45481" y="22451"/>
                    <a:pt x="44756" y="21162"/>
                    <a:pt x="45169" y="19879"/>
                  </a:cubicBezTo>
                  <a:cubicBezTo>
                    <a:pt x="45412" y="19123"/>
                    <a:pt x="45815" y="18413"/>
                    <a:pt x="46218" y="17725"/>
                  </a:cubicBezTo>
                  <a:cubicBezTo>
                    <a:pt x="46640" y="17020"/>
                    <a:pt x="47149" y="16364"/>
                    <a:pt x="47621" y="15690"/>
                  </a:cubicBezTo>
                  <a:cubicBezTo>
                    <a:pt x="47974" y="15195"/>
                    <a:pt x="47993" y="14664"/>
                    <a:pt x="47785" y="14123"/>
                  </a:cubicBezTo>
                  <a:cubicBezTo>
                    <a:pt x="47644" y="13747"/>
                    <a:pt x="47483" y="13371"/>
                    <a:pt x="47291" y="13017"/>
                  </a:cubicBezTo>
                  <a:cubicBezTo>
                    <a:pt x="46328" y="11198"/>
                    <a:pt x="47053" y="8860"/>
                    <a:pt x="48986" y="7853"/>
                  </a:cubicBezTo>
                  <a:cubicBezTo>
                    <a:pt x="49716" y="7476"/>
                    <a:pt x="50463" y="7119"/>
                    <a:pt x="51223" y="6816"/>
                  </a:cubicBezTo>
                  <a:cubicBezTo>
                    <a:pt x="52868" y="6170"/>
                    <a:pt x="54083" y="5084"/>
                    <a:pt x="54890" y="3516"/>
                  </a:cubicBezTo>
                  <a:cubicBezTo>
                    <a:pt x="55678" y="1980"/>
                    <a:pt x="57007" y="1128"/>
                    <a:pt x="58653" y="871"/>
                  </a:cubicBezTo>
                  <a:cubicBezTo>
                    <a:pt x="58904" y="831"/>
                    <a:pt x="59152" y="811"/>
                    <a:pt x="59395" y="811"/>
                  </a:cubicBezTo>
                  <a:close/>
                  <a:moveTo>
                    <a:pt x="48177" y="35014"/>
                  </a:moveTo>
                  <a:cubicBezTo>
                    <a:pt x="48278" y="36564"/>
                    <a:pt x="48837" y="37902"/>
                    <a:pt x="49992" y="38851"/>
                  </a:cubicBezTo>
                  <a:cubicBezTo>
                    <a:pt x="51701" y="40258"/>
                    <a:pt x="53604" y="41354"/>
                    <a:pt x="55868" y="41610"/>
                  </a:cubicBezTo>
                  <a:cubicBezTo>
                    <a:pt x="56652" y="41701"/>
                    <a:pt x="57435" y="41766"/>
                    <a:pt x="58293" y="41853"/>
                  </a:cubicBezTo>
                  <a:cubicBezTo>
                    <a:pt x="58310" y="42151"/>
                    <a:pt x="58343" y="42454"/>
                    <a:pt x="58338" y="42755"/>
                  </a:cubicBezTo>
                  <a:cubicBezTo>
                    <a:pt x="58306" y="45418"/>
                    <a:pt x="57774" y="48027"/>
                    <a:pt x="57379" y="50648"/>
                  </a:cubicBezTo>
                  <a:lnTo>
                    <a:pt x="57380" y="50648"/>
                  </a:lnTo>
                  <a:cubicBezTo>
                    <a:pt x="57338" y="50919"/>
                    <a:pt x="57207" y="50969"/>
                    <a:pt x="57037" y="50969"/>
                  </a:cubicBezTo>
                  <a:cubicBezTo>
                    <a:pt x="56985" y="50969"/>
                    <a:pt x="56929" y="50964"/>
                    <a:pt x="56871" y="50960"/>
                  </a:cubicBezTo>
                  <a:cubicBezTo>
                    <a:pt x="54181" y="50782"/>
                    <a:pt x="51513" y="50465"/>
                    <a:pt x="48970" y="49489"/>
                  </a:cubicBezTo>
                  <a:cubicBezTo>
                    <a:pt x="47122" y="48788"/>
                    <a:pt x="45247" y="48155"/>
                    <a:pt x="43428" y="47398"/>
                  </a:cubicBezTo>
                  <a:cubicBezTo>
                    <a:pt x="42337" y="46950"/>
                    <a:pt x="41315" y="46317"/>
                    <a:pt x="40234" y="45753"/>
                  </a:cubicBezTo>
                  <a:cubicBezTo>
                    <a:pt x="43299" y="42449"/>
                    <a:pt x="46059" y="38983"/>
                    <a:pt x="48177" y="35014"/>
                  </a:cubicBezTo>
                  <a:close/>
                  <a:moveTo>
                    <a:pt x="7903" y="50184"/>
                  </a:moveTo>
                  <a:cubicBezTo>
                    <a:pt x="8128" y="50184"/>
                    <a:pt x="8390" y="50373"/>
                    <a:pt x="8858" y="50731"/>
                  </a:cubicBezTo>
                  <a:cubicBezTo>
                    <a:pt x="9436" y="51176"/>
                    <a:pt x="10018" y="51621"/>
                    <a:pt x="10596" y="52062"/>
                  </a:cubicBezTo>
                  <a:cubicBezTo>
                    <a:pt x="9889" y="52740"/>
                    <a:pt x="9155" y="53446"/>
                    <a:pt x="8414" y="54156"/>
                  </a:cubicBezTo>
                  <a:cubicBezTo>
                    <a:pt x="8302" y="53978"/>
                    <a:pt x="8157" y="53903"/>
                    <a:pt x="7996" y="53903"/>
                  </a:cubicBezTo>
                  <a:cubicBezTo>
                    <a:pt x="7829" y="53903"/>
                    <a:pt x="7643" y="53984"/>
                    <a:pt x="7455" y="54115"/>
                  </a:cubicBezTo>
                  <a:cubicBezTo>
                    <a:pt x="6300" y="54920"/>
                    <a:pt x="5145" y="55727"/>
                    <a:pt x="4000" y="56548"/>
                  </a:cubicBezTo>
                  <a:lnTo>
                    <a:pt x="3999" y="56548"/>
                  </a:lnTo>
                  <a:cubicBezTo>
                    <a:pt x="3124" y="57175"/>
                    <a:pt x="2263" y="57817"/>
                    <a:pt x="1392" y="58454"/>
                  </a:cubicBezTo>
                  <a:lnTo>
                    <a:pt x="1245" y="58307"/>
                  </a:lnTo>
                  <a:cubicBezTo>
                    <a:pt x="1374" y="58115"/>
                    <a:pt x="1493" y="57918"/>
                    <a:pt x="1635" y="57735"/>
                  </a:cubicBezTo>
                  <a:cubicBezTo>
                    <a:pt x="3436" y="55465"/>
                    <a:pt x="5235" y="53200"/>
                    <a:pt x="7034" y="50938"/>
                  </a:cubicBezTo>
                  <a:cubicBezTo>
                    <a:pt x="7441" y="50426"/>
                    <a:pt x="7648" y="50184"/>
                    <a:pt x="7903" y="50184"/>
                  </a:cubicBezTo>
                  <a:close/>
                  <a:moveTo>
                    <a:pt x="39578" y="46266"/>
                  </a:moveTo>
                  <a:cubicBezTo>
                    <a:pt x="45119" y="49425"/>
                    <a:pt x="50798" y="51643"/>
                    <a:pt x="57206" y="51877"/>
                  </a:cubicBezTo>
                  <a:cubicBezTo>
                    <a:pt x="56931" y="53559"/>
                    <a:pt x="56660" y="55195"/>
                    <a:pt x="56371" y="56937"/>
                  </a:cubicBezTo>
                  <a:cubicBezTo>
                    <a:pt x="53379" y="56662"/>
                    <a:pt x="50418" y="56392"/>
                    <a:pt x="47517" y="56130"/>
                  </a:cubicBezTo>
                  <a:cubicBezTo>
                    <a:pt x="47374" y="55883"/>
                    <a:pt x="47264" y="55695"/>
                    <a:pt x="47155" y="55507"/>
                  </a:cubicBezTo>
                  <a:cubicBezTo>
                    <a:pt x="46948" y="55635"/>
                    <a:pt x="46705" y="55732"/>
                    <a:pt x="46545" y="55901"/>
                  </a:cubicBezTo>
                  <a:cubicBezTo>
                    <a:pt x="45592" y="56891"/>
                    <a:pt x="44610" y="57827"/>
                    <a:pt x="43396" y="58513"/>
                  </a:cubicBezTo>
                  <a:cubicBezTo>
                    <a:pt x="42580" y="58982"/>
                    <a:pt x="41906" y="59719"/>
                    <a:pt x="41067" y="60127"/>
                  </a:cubicBezTo>
                  <a:cubicBezTo>
                    <a:pt x="39477" y="60907"/>
                    <a:pt x="37809" y="61530"/>
                    <a:pt x="36177" y="62230"/>
                  </a:cubicBezTo>
                  <a:cubicBezTo>
                    <a:pt x="36069" y="62277"/>
                    <a:pt x="35978" y="62300"/>
                    <a:pt x="35896" y="62300"/>
                  </a:cubicBezTo>
                  <a:cubicBezTo>
                    <a:pt x="35728" y="62300"/>
                    <a:pt x="35602" y="62200"/>
                    <a:pt x="35466" y="61992"/>
                  </a:cubicBezTo>
                  <a:cubicBezTo>
                    <a:pt x="34632" y="60723"/>
                    <a:pt x="33509" y="59898"/>
                    <a:pt x="31955" y="59697"/>
                  </a:cubicBezTo>
                  <a:cubicBezTo>
                    <a:pt x="31837" y="59682"/>
                    <a:pt x="31716" y="59674"/>
                    <a:pt x="31593" y="59674"/>
                  </a:cubicBezTo>
                  <a:cubicBezTo>
                    <a:pt x="29968" y="59674"/>
                    <a:pt x="27901" y="60953"/>
                    <a:pt x="27381" y="62419"/>
                  </a:cubicBezTo>
                  <a:cubicBezTo>
                    <a:pt x="27280" y="62703"/>
                    <a:pt x="27280" y="63025"/>
                    <a:pt x="27220" y="63387"/>
                  </a:cubicBezTo>
                  <a:cubicBezTo>
                    <a:pt x="26516" y="63387"/>
                    <a:pt x="25785" y="63421"/>
                    <a:pt x="25050" y="63421"/>
                  </a:cubicBezTo>
                  <a:cubicBezTo>
                    <a:pt x="24590" y="63421"/>
                    <a:pt x="24127" y="63407"/>
                    <a:pt x="23669" y="63363"/>
                  </a:cubicBezTo>
                  <a:cubicBezTo>
                    <a:pt x="21721" y="63180"/>
                    <a:pt x="19773" y="62941"/>
                    <a:pt x="17852" y="62566"/>
                  </a:cubicBezTo>
                  <a:cubicBezTo>
                    <a:pt x="16756" y="62354"/>
                    <a:pt x="15688" y="61897"/>
                    <a:pt x="14661" y="61429"/>
                  </a:cubicBezTo>
                  <a:cubicBezTo>
                    <a:pt x="13351" y="60824"/>
                    <a:pt x="12086" y="60118"/>
                    <a:pt x="10816" y="59426"/>
                  </a:cubicBezTo>
                  <a:cubicBezTo>
                    <a:pt x="9381" y="58633"/>
                    <a:pt x="8296" y="57442"/>
                    <a:pt x="7324" y="56291"/>
                  </a:cubicBezTo>
                  <a:cubicBezTo>
                    <a:pt x="8671" y="55040"/>
                    <a:pt x="10004" y="53797"/>
                    <a:pt x="11325" y="52564"/>
                  </a:cubicBezTo>
                  <a:cubicBezTo>
                    <a:pt x="11935" y="53046"/>
                    <a:pt x="12558" y="53573"/>
                    <a:pt x="13222" y="54049"/>
                  </a:cubicBezTo>
                  <a:cubicBezTo>
                    <a:pt x="14831" y="55209"/>
                    <a:pt x="16693" y="55673"/>
                    <a:pt x="18622" y="55883"/>
                  </a:cubicBezTo>
                  <a:cubicBezTo>
                    <a:pt x="19548" y="55984"/>
                    <a:pt x="20471" y="56040"/>
                    <a:pt x="21390" y="56040"/>
                  </a:cubicBezTo>
                  <a:cubicBezTo>
                    <a:pt x="23389" y="56040"/>
                    <a:pt x="25368" y="55775"/>
                    <a:pt x="27312" y="55131"/>
                  </a:cubicBezTo>
                  <a:cubicBezTo>
                    <a:pt x="28972" y="54581"/>
                    <a:pt x="30388" y="53601"/>
                    <a:pt x="31878" y="52739"/>
                  </a:cubicBezTo>
                  <a:cubicBezTo>
                    <a:pt x="34554" y="51190"/>
                    <a:pt x="36786" y="49104"/>
                    <a:pt x="38978" y="46968"/>
                  </a:cubicBezTo>
                  <a:cubicBezTo>
                    <a:pt x="39197" y="46752"/>
                    <a:pt x="39380" y="46496"/>
                    <a:pt x="39578" y="46266"/>
                  </a:cubicBezTo>
                  <a:close/>
                  <a:moveTo>
                    <a:pt x="31665" y="60437"/>
                  </a:moveTo>
                  <a:cubicBezTo>
                    <a:pt x="33122" y="60437"/>
                    <a:pt x="34153" y="61260"/>
                    <a:pt x="34898" y="62501"/>
                  </a:cubicBezTo>
                  <a:cubicBezTo>
                    <a:pt x="34892" y="62579"/>
                    <a:pt x="34888" y="62662"/>
                    <a:pt x="34888" y="62739"/>
                  </a:cubicBezTo>
                  <a:lnTo>
                    <a:pt x="34889" y="62739"/>
                  </a:lnTo>
                  <a:cubicBezTo>
                    <a:pt x="32629" y="62987"/>
                    <a:pt x="30369" y="63235"/>
                    <a:pt x="27968" y="63501"/>
                  </a:cubicBezTo>
                  <a:cubicBezTo>
                    <a:pt x="28042" y="63074"/>
                    <a:pt x="28018" y="62785"/>
                    <a:pt x="28133" y="62570"/>
                  </a:cubicBezTo>
                  <a:cubicBezTo>
                    <a:pt x="28842" y="61273"/>
                    <a:pt x="29975" y="60526"/>
                    <a:pt x="31432" y="60444"/>
                  </a:cubicBezTo>
                  <a:cubicBezTo>
                    <a:pt x="31511" y="60439"/>
                    <a:pt x="31588" y="60437"/>
                    <a:pt x="31665" y="60437"/>
                  </a:cubicBezTo>
                  <a:close/>
                  <a:moveTo>
                    <a:pt x="47043" y="56814"/>
                  </a:moveTo>
                  <a:cubicBezTo>
                    <a:pt x="47070" y="56814"/>
                    <a:pt x="47096" y="56815"/>
                    <a:pt x="47122" y="56818"/>
                  </a:cubicBezTo>
                  <a:cubicBezTo>
                    <a:pt x="49812" y="57097"/>
                    <a:pt x="52503" y="57386"/>
                    <a:pt x="55193" y="57684"/>
                  </a:cubicBezTo>
                  <a:cubicBezTo>
                    <a:pt x="55500" y="57716"/>
                    <a:pt x="55807" y="57762"/>
                    <a:pt x="56110" y="57798"/>
                  </a:cubicBezTo>
                  <a:cubicBezTo>
                    <a:pt x="55477" y="60957"/>
                    <a:pt x="54854" y="64069"/>
                    <a:pt x="54226" y="67213"/>
                  </a:cubicBezTo>
                  <a:lnTo>
                    <a:pt x="54226" y="67213"/>
                  </a:lnTo>
                  <a:cubicBezTo>
                    <a:pt x="54087" y="67195"/>
                    <a:pt x="53954" y="67186"/>
                    <a:pt x="53826" y="67186"/>
                  </a:cubicBezTo>
                  <a:cubicBezTo>
                    <a:pt x="52701" y="67186"/>
                    <a:pt x="51950" y="67865"/>
                    <a:pt x="51279" y="68831"/>
                  </a:cubicBezTo>
                  <a:cubicBezTo>
                    <a:pt x="49977" y="70724"/>
                    <a:pt x="50248" y="72493"/>
                    <a:pt x="51449" y="74349"/>
                  </a:cubicBezTo>
                  <a:cubicBezTo>
                    <a:pt x="51586" y="74555"/>
                    <a:pt x="51788" y="74757"/>
                    <a:pt x="52008" y="74858"/>
                  </a:cubicBezTo>
                  <a:cubicBezTo>
                    <a:pt x="52060" y="74883"/>
                    <a:pt x="52119" y="74891"/>
                    <a:pt x="52183" y="74891"/>
                  </a:cubicBezTo>
                  <a:cubicBezTo>
                    <a:pt x="52320" y="74891"/>
                    <a:pt x="52477" y="74851"/>
                    <a:pt x="52618" y="74845"/>
                  </a:cubicBezTo>
                  <a:cubicBezTo>
                    <a:pt x="52585" y="74662"/>
                    <a:pt x="52590" y="74456"/>
                    <a:pt x="52511" y="74294"/>
                  </a:cubicBezTo>
                  <a:cubicBezTo>
                    <a:pt x="52150" y="73562"/>
                    <a:pt x="51724" y="72860"/>
                    <a:pt x="51398" y="72113"/>
                  </a:cubicBezTo>
                  <a:cubicBezTo>
                    <a:pt x="50807" y="70770"/>
                    <a:pt x="52351" y="67960"/>
                    <a:pt x="53859" y="67933"/>
                  </a:cubicBezTo>
                  <a:lnTo>
                    <a:pt x="54249" y="67933"/>
                  </a:lnTo>
                  <a:cubicBezTo>
                    <a:pt x="53786" y="70261"/>
                    <a:pt x="53324" y="72582"/>
                    <a:pt x="52865" y="74895"/>
                  </a:cubicBezTo>
                  <a:cubicBezTo>
                    <a:pt x="52072" y="78846"/>
                    <a:pt x="51287" y="82768"/>
                    <a:pt x="50513" y="86661"/>
                  </a:cubicBezTo>
                  <a:cubicBezTo>
                    <a:pt x="49789" y="86794"/>
                    <a:pt x="49115" y="87019"/>
                    <a:pt x="48437" y="87019"/>
                  </a:cubicBezTo>
                  <a:cubicBezTo>
                    <a:pt x="48421" y="87019"/>
                    <a:pt x="48405" y="87019"/>
                    <a:pt x="48390" y="87019"/>
                  </a:cubicBezTo>
                  <a:cubicBezTo>
                    <a:pt x="47370" y="87019"/>
                    <a:pt x="46345" y="86880"/>
                    <a:pt x="45320" y="86794"/>
                  </a:cubicBezTo>
                  <a:cubicBezTo>
                    <a:pt x="44665" y="86734"/>
                    <a:pt x="44009" y="86652"/>
                    <a:pt x="43354" y="86610"/>
                  </a:cubicBezTo>
                  <a:cubicBezTo>
                    <a:pt x="42987" y="86587"/>
                    <a:pt x="42845" y="86460"/>
                    <a:pt x="42858" y="86074"/>
                  </a:cubicBezTo>
                  <a:cubicBezTo>
                    <a:pt x="42968" y="82962"/>
                    <a:pt x="43079" y="79850"/>
                    <a:pt x="43161" y="76738"/>
                  </a:cubicBezTo>
                  <a:cubicBezTo>
                    <a:pt x="43230" y="74193"/>
                    <a:pt x="43230" y="71646"/>
                    <a:pt x="43317" y="69101"/>
                  </a:cubicBezTo>
                  <a:cubicBezTo>
                    <a:pt x="43427" y="65952"/>
                    <a:pt x="43588" y="62808"/>
                    <a:pt x="43767" y="59668"/>
                  </a:cubicBezTo>
                  <a:cubicBezTo>
                    <a:pt x="43784" y="59384"/>
                    <a:pt x="44087" y="59073"/>
                    <a:pt x="44330" y="58852"/>
                  </a:cubicBezTo>
                  <a:cubicBezTo>
                    <a:pt x="45045" y="58197"/>
                    <a:pt x="45784" y="57573"/>
                    <a:pt x="46535" y="56965"/>
                  </a:cubicBezTo>
                  <a:cubicBezTo>
                    <a:pt x="46662" y="56865"/>
                    <a:pt x="46865" y="56814"/>
                    <a:pt x="47043" y="56814"/>
                  </a:cubicBezTo>
                  <a:close/>
                  <a:moveTo>
                    <a:pt x="43676" y="87389"/>
                  </a:moveTo>
                  <a:cubicBezTo>
                    <a:pt x="44711" y="87504"/>
                    <a:pt x="45720" y="87665"/>
                    <a:pt x="46737" y="87715"/>
                  </a:cubicBezTo>
                  <a:cubicBezTo>
                    <a:pt x="47026" y="87729"/>
                    <a:pt x="47315" y="87734"/>
                    <a:pt x="47605" y="87734"/>
                  </a:cubicBezTo>
                  <a:cubicBezTo>
                    <a:pt x="48335" y="87734"/>
                    <a:pt x="49067" y="87702"/>
                    <a:pt x="49799" y="87702"/>
                  </a:cubicBezTo>
                  <a:cubicBezTo>
                    <a:pt x="50097" y="87706"/>
                    <a:pt x="50426" y="87692"/>
                    <a:pt x="50689" y="87811"/>
                  </a:cubicBezTo>
                  <a:cubicBezTo>
                    <a:pt x="52246" y="88527"/>
                    <a:pt x="53790" y="89278"/>
                    <a:pt x="55340" y="90017"/>
                  </a:cubicBezTo>
                  <a:lnTo>
                    <a:pt x="55340" y="90017"/>
                  </a:lnTo>
                  <a:cubicBezTo>
                    <a:pt x="55330" y="90049"/>
                    <a:pt x="55323" y="90080"/>
                    <a:pt x="55317" y="90113"/>
                  </a:cubicBezTo>
                  <a:cubicBezTo>
                    <a:pt x="51449" y="89921"/>
                    <a:pt x="47580" y="89722"/>
                    <a:pt x="43676" y="89530"/>
                  </a:cubicBezTo>
                  <a:lnTo>
                    <a:pt x="43676" y="87389"/>
                  </a:lnTo>
                  <a:close/>
                  <a:moveTo>
                    <a:pt x="59170" y="0"/>
                  </a:moveTo>
                  <a:cubicBezTo>
                    <a:pt x="58480" y="0"/>
                    <a:pt x="57839" y="125"/>
                    <a:pt x="57363" y="342"/>
                  </a:cubicBezTo>
                  <a:cubicBezTo>
                    <a:pt x="55942" y="988"/>
                    <a:pt x="54751" y="1854"/>
                    <a:pt x="54049" y="3326"/>
                  </a:cubicBezTo>
                  <a:cubicBezTo>
                    <a:pt x="53426" y="4637"/>
                    <a:pt x="52330" y="5470"/>
                    <a:pt x="50988" y="6021"/>
                  </a:cubicBezTo>
                  <a:cubicBezTo>
                    <a:pt x="50140" y="6364"/>
                    <a:pt x="49301" y="6740"/>
                    <a:pt x="48508" y="7185"/>
                  </a:cubicBezTo>
                  <a:cubicBezTo>
                    <a:pt x="47234" y="7904"/>
                    <a:pt x="46427" y="8981"/>
                    <a:pt x="46133" y="10448"/>
                  </a:cubicBezTo>
                  <a:cubicBezTo>
                    <a:pt x="45874" y="11764"/>
                    <a:pt x="46294" y="12904"/>
                    <a:pt x="46876" y="14028"/>
                  </a:cubicBezTo>
                  <a:cubicBezTo>
                    <a:pt x="47156" y="14573"/>
                    <a:pt x="47092" y="15027"/>
                    <a:pt x="46735" y="15554"/>
                  </a:cubicBezTo>
                  <a:cubicBezTo>
                    <a:pt x="45950" y="16718"/>
                    <a:pt x="45134" y="17887"/>
                    <a:pt x="44547" y="19152"/>
                  </a:cubicBezTo>
                  <a:cubicBezTo>
                    <a:pt x="43663" y="21059"/>
                    <a:pt x="44653" y="23066"/>
                    <a:pt x="46642" y="23731"/>
                  </a:cubicBezTo>
                  <a:cubicBezTo>
                    <a:pt x="47027" y="23855"/>
                    <a:pt x="47412" y="23969"/>
                    <a:pt x="47797" y="24084"/>
                  </a:cubicBezTo>
                  <a:cubicBezTo>
                    <a:pt x="48613" y="24322"/>
                    <a:pt x="48618" y="24318"/>
                    <a:pt x="48536" y="25175"/>
                  </a:cubicBezTo>
                  <a:cubicBezTo>
                    <a:pt x="48424" y="26359"/>
                    <a:pt x="49166" y="27181"/>
                    <a:pt x="50213" y="27181"/>
                  </a:cubicBezTo>
                  <a:cubicBezTo>
                    <a:pt x="50415" y="27181"/>
                    <a:pt x="50629" y="27151"/>
                    <a:pt x="50850" y="27086"/>
                  </a:cubicBezTo>
                  <a:cubicBezTo>
                    <a:pt x="51176" y="26991"/>
                    <a:pt x="51491" y="26871"/>
                    <a:pt x="51799" y="26766"/>
                  </a:cubicBezTo>
                  <a:lnTo>
                    <a:pt x="51799" y="26766"/>
                  </a:lnTo>
                  <a:cubicBezTo>
                    <a:pt x="51350" y="27944"/>
                    <a:pt x="50900" y="29085"/>
                    <a:pt x="50483" y="30235"/>
                  </a:cubicBezTo>
                  <a:cubicBezTo>
                    <a:pt x="50387" y="30509"/>
                    <a:pt x="50401" y="30826"/>
                    <a:pt x="50355" y="31152"/>
                  </a:cubicBezTo>
                  <a:cubicBezTo>
                    <a:pt x="49993" y="31409"/>
                    <a:pt x="49552" y="31702"/>
                    <a:pt x="49131" y="32027"/>
                  </a:cubicBezTo>
                  <a:cubicBezTo>
                    <a:pt x="48984" y="32142"/>
                    <a:pt x="48866" y="32312"/>
                    <a:pt x="48765" y="32482"/>
                  </a:cubicBezTo>
                  <a:cubicBezTo>
                    <a:pt x="47600" y="34470"/>
                    <a:pt x="46565" y="36546"/>
                    <a:pt x="45248" y="38431"/>
                  </a:cubicBezTo>
                  <a:cubicBezTo>
                    <a:pt x="43388" y="41102"/>
                    <a:pt x="41316" y="43628"/>
                    <a:pt x="38956" y="45902"/>
                  </a:cubicBezTo>
                  <a:cubicBezTo>
                    <a:pt x="36619" y="48152"/>
                    <a:pt x="34294" y="50407"/>
                    <a:pt x="31453" y="52053"/>
                  </a:cubicBezTo>
                  <a:cubicBezTo>
                    <a:pt x="29995" y="52897"/>
                    <a:pt x="28606" y="53845"/>
                    <a:pt x="26983" y="54382"/>
                  </a:cubicBezTo>
                  <a:cubicBezTo>
                    <a:pt x="25142" y="54989"/>
                    <a:pt x="23270" y="55232"/>
                    <a:pt x="21376" y="55232"/>
                  </a:cubicBezTo>
                  <a:cubicBezTo>
                    <a:pt x="20587" y="55232"/>
                    <a:pt x="19794" y="55190"/>
                    <a:pt x="18998" y="55114"/>
                  </a:cubicBezTo>
                  <a:cubicBezTo>
                    <a:pt x="17027" y="54927"/>
                    <a:pt x="15117" y="54483"/>
                    <a:pt x="13493" y="53263"/>
                  </a:cubicBezTo>
                  <a:cubicBezTo>
                    <a:pt x="12834" y="52763"/>
                    <a:pt x="12284" y="52108"/>
                    <a:pt x="11624" y="51603"/>
                  </a:cubicBezTo>
                  <a:cubicBezTo>
                    <a:pt x="10739" y="50930"/>
                    <a:pt x="9804" y="50320"/>
                    <a:pt x="8874" y="49706"/>
                  </a:cubicBezTo>
                  <a:cubicBezTo>
                    <a:pt x="8463" y="49436"/>
                    <a:pt x="8135" y="49297"/>
                    <a:pt x="7837" y="49297"/>
                  </a:cubicBezTo>
                  <a:cubicBezTo>
                    <a:pt x="7445" y="49297"/>
                    <a:pt x="7105" y="49537"/>
                    <a:pt x="6696" y="50036"/>
                  </a:cubicBezTo>
                  <a:cubicBezTo>
                    <a:pt x="6032" y="50843"/>
                    <a:pt x="5409" y="51677"/>
                    <a:pt x="4757" y="52493"/>
                  </a:cubicBezTo>
                  <a:cubicBezTo>
                    <a:pt x="3474" y="54098"/>
                    <a:pt x="2191" y="55697"/>
                    <a:pt x="907" y="57291"/>
                  </a:cubicBezTo>
                  <a:cubicBezTo>
                    <a:pt x="747" y="57493"/>
                    <a:pt x="600" y="57708"/>
                    <a:pt x="491" y="57938"/>
                  </a:cubicBezTo>
                  <a:cubicBezTo>
                    <a:pt x="284" y="58364"/>
                    <a:pt x="0" y="58841"/>
                    <a:pt x="421" y="59258"/>
                  </a:cubicBezTo>
                  <a:cubicBezTo>
                    <a:pt x="576" y="59409"/>
                    <a:pt x="741" y="59467"/>
                    <a:pt x="905" y="59467"/>
                  </a:cubicBezTo>
                  <a:cubicBezTo>
                    <a:pt x="1180" y="59467"/>
                    <a:pt x="1455" y="59307"/>
                    <a:pt x="1687" y="59153"/>
                  </a:cubicBezTo>
                  <a:cubicBezTo>
                    <a:pt x="2750" y="58446"/>
                    <a:pt x="3787" y="57695"/>
                    <a:pt x="4826" y="56948"/>
                  </a:cubicBezTo>
                  <a:cubicBezTo>
                    <a:pt x="5500" y="56462"/>
                    <a:pt x="6156" y="55958"/>
                    <a:pt x="6802" y="55476"/>
                  </a:cubicBezTo>
                  <a:cubicBezTo>
                    <a:pt x="6829" y="55821"/>
                    <a:pt x="6806" y="56109"/>
                    <a:pt x="6884" y="56361"/>
                  </a:cubicBezTo>
                  <a:cubicBezTo>
                    <a:pt x="7342" y="57777"/>
                    <a:pt x="8346" y="58808"/>
                    <a:pt x="9551" y="59538"/>
                  </a:cubicBezTo>
                  <a:cubicBezTo>
                    <a:pt x="11486" y="60711"/>
                    <a:pt x="13521" y="61724"/>
                    <a:pt x="15533" y="62765"/>
                  </a:cubicBezTo>
                  <a:cubicBezTo>
                    <a:pt x="16028" y="63021"/>
                    <a:pt x="16592" y="63196"/>
                    <a:pt x="17147" y="63295"/>
                  </a:cubicBezTo>
                  <a:cubicBezTo>
                    <a:pt x="18746" y="63589"/>
                    <a:pt x="20351" y="63882"/>
                    <a:pt x="21964" y="64071"/>
                  </a:cubicBezTo>
                  <a:cubicBezTo>
                    <a:pt x="23345" y="64232"/>
                    <a:pt x="24727" y="64296"/>
                    <a:pt x="26109" y="64296"/>
                  </a:cubicBezTo>
                  <a:cubicBezTo>
                    <a:pt x="28040" y="64296"/>
                    <a:pt x="29971" y="64170"/>
                    <a:pt x="31897" y="64002"/>
                  </a:cubicBezTo>
                  <a:cubicBezTo>
                    <a:pt x="35471" y="63695"/>
                    <a:pt x="38698" y="62302"/>
                    <a:pt x="41852" y="60726"/>
                  </a:cubicBezTo>
                  <a:cubicBezTo>
                    <a:pt x="42223" y="60537"/>
                    <a:pt x="42571" y="60303"/>
                    <a:pt x="43016" y="60038"/>
                  </a:cubicBezTo>
                  <a:lnTo>
                    <a:pt x="43016" y="60038"/>
                  </a:lnTo>
                  <a:cubicBezTo>
                    <a:pt x="42989" y="60358"/>
                    <a:pt x="42975" y="60570"/>
                    <a:pt x="42957" y="60780"/>
                  </a:cubicBezTo>
                  <a:cubicBezTo>
                    <a:pt x="42856" y="61820"/>
                    <a:pt x="42699" y="62857"/>
                    <a:pt x="42668" y="63898"/>
                  </a:cubicBezTo>
                  <a:cubicBezTo>
                    <a:pt x="42461" y="70291"/>
                    <a:pt x="42274" y="76685"/>
                    <a:pt x="42104" y="83079"/>
                  </a:cubicBezTo>
                  <a:cubicBezTo>
                    <a:pt x="42072" y="84216"/>
                    <a:pt x="42071" y="85352"/>
                    <a:pt x="42099" y="86489"/>
                  </a:cubicBezTo>
                  <a:cubicBezTo>
                    <a:pt x="42104" y="86700"/>
                    <a:pt x="42287" y="87062"/>
                    <a:pt x="42430" y="87085"/>
                  </a:cubicBezTo>
                  <a:cubicBezTo>
                    <a:pt x="42993" y="87176"/>
                    <a:pt x="43039" y="87502"/>
                    <a:pt x="42979" y="87952"/>
                  </a:cubicBezTo>
                  <a:cubicBezTo>
                    <a:pt x="42943" y="88203"/>
                    <a:pt x="42943" y="88460"/>
                    <a:pt x="42907" y="88712"/>
                  </a:cubicBezTo>
                  <a:cubicBezTo>
                    <a:pt x="42695" y="90110"/>
                    <a:pt x="42957" y="90418"/>
                    <a:pt x="44382" y="90449"/>
                  </a:cubicBezTo>
                  <a:cubicBezTo>
                    <a:pt x="44501" y="90452"/>
                    <a:pt x="44620" y="90452"/>
                    <a:pt x="44739" y="90452"/>
                  </a:cubicBezTo>
                  <a:cubicBezTo>
                    <a:pt x="44859" y="90452"/>
                    <a:pt x="44978" y="90452"/>
                    <a:pt x="45097" y="90454"/>
                  </a:cubicBezTo>
                  <a:cubicBezTo>
                    <a:pt x="46376" y="90500"/>
                    <a:pt x="47659" y="90536"/>
                    <a:pt x="48942" y="90601"/>
                  </a:cubicBezTo>
                  <a:cubicBezTo>
                    <a:pt x="51285" y="90715"/>
                    <a:pt x="53623" y="90853"/>
                    <a:pt x="55964" y="90971"/>
                  </a:cubicBezTo>
                  <a:cubicBezTo>
                    <a:pt x="56026" y="90975"/>
                    <a:pt x="56089" y="90978"/>
                    <a:pt x="56152" y="90978"/>
                  </a:cubicBezTo>
                  <a:cubicBezTo>
                    <a:pt x="56333" y="90978"/>
                    <a:pt x="56514" y="90957"/>
                    <a:pt x="56671" y="90889"/>
                  </a:cubicBezTo>
                  <a:cubicBezTo>
                    <a:pt x="56886" y="90803"/>
                    <a:pt x="57188" y="90615"/>
                    <a:pt x="57207" y="90441"/>
                  </a:cubicBezTo>
                  <a:cubicBezTo>
                    <a:pt x="57234" y="90226"/>
                    <a:pt x="57060" y="89918"/>
                    <a:pt x="56877" y="89772"/>
                  </a:cubicBezTo>
                  <a:cubicBezTo>
                    <a:pt x="56630" y="89570"/>
                    <a:pt x="56286" y="89496"/>
                    <a:pt x="55987" y="89355"/>
                  </a:cubicBezTo>
                  <a:cubicBezTo>
                    <a:pt x="54416" y="88621"/>
                    <a:pt x="52843" y="87878"/>
                    <a:pt x="51303" y="87155"/>
                  </a:cubicBezTo>
                  <a:cubicBezTo>
                    <a:pt x="51816" y="84391"/>
                    <a:pt x="52293" y="81690"/>
                    <a:pt x="52830" y="79000"/>
                  </a:cubicBezTo>
                  <a:cubicBezTo>
                    <a:pt x="53329" y="76470"/>
                    <a:pt x="53930" y="73959"/>
                    <a:pt x="54416" y="71424"/>
                  </a:cubicBezTo>
                  <a:cubicBezTo>
                    <a:pt x="54975" y="68494"/>
                    <a:pt x="55424" y="65543"/>
                    <a:pt x="55978" y="62610"/>
                  </a:cubicBezTo>
                  <a:cubicBezTo>
                    <a:pt x="56313" y="60850"/>
                    <a:pt x="56818" y="59121"/>
                    <a:pt x="57138" y="57362"/>
                  </a:cubicBezTo>
                  <a:cubicBezTo>
                    <a:pt x="57555" y="55097"/>
                    <a:pt x="57857" y="52814"/>
                    <a:pt x="58219" y="50546"/>
                  </a:cubicBezTo>
                  <a:cubicBezTo>
                    <a:pt x="58665" y="47740"/>
                    <a:pt x="59201" y="44949"/>
                    <a:pt x="59027" y="42084"/>
                  </a:cubicBezTo>
                  <a:cubicBezTo>
                    <a:pt x="59022" y="42021"/>
                    <a:pt x="59063" y="41951"/>
                    <a:pt x="59100" y="41832"/>
                  </a:cubicBezTo>
                  <a:cubicBezTo>
                    <a:pt x="60182" y="41832"/>
                    <a:pt x="61264" y="41867"/>
                    <a:pt x="62342" y="41867"/>
                  </a:cubicBezTo>
                  <a:cubicBezTo>
                    <a:pt x="63058" y="41867"/>
                    <a:pt x="63773" y="41851"/>
                    <a:pt x="64485" y="41800"/>
                  </a:cubicBezTo>
                  <a:cubicBezTo>
                    <a:pt x="66158" y="41681"/>
                    <a:pt x="67859" y="41489"/>
                    <a:pt x="69463" y="41026"/>
                  </a:cubicBezTo>
                  <a:cubicBezTo>
                    <a:pt x="71278" y="40504"/>
                    <a:pt x="73066" y="39898"/>
                    <a:pt x="74784" y="39073"/>
                  </a:cubicBezTo>
                  <a:cubicBezTo>
                    <a:pt x="74602" y="38867"/>
                    <a:pt x="74438" y="38647"/>
                    <a:pt x="74294" y="38413"/>
                  </a:cubicBezTo>
                  <a:cubicBezTo>
                    <a:pt x="74187" y="38466"/>
                    <a:pt x="74087" y="38516"/>
                    <a:pt x="73981" y="38571"/>
                  </a:cubicBezTo>
                  <a:cubicBezTo>
                    <a:pt x="73105" y="39011"/>
                    <a:pt x="72129" y="39249"/>
                    <a:pt x="71218" y="39621"/>
                  </a:cubicBezTo>
                  <a:cubicBezTo>
                    <a:pt x="68181" y="40849"/>
                    <a:pt x="65026" y="41127"/>
                    <a:pt x="61838" y="41127"/>
                  </a:cubicBezTo>
                  <a:cubicBezTo>
                    <a:pt x="61017" y="41127"/>
                    <a:pt x="60193" y="41108"/>
                    <a:pt x="59369" y="41083"/>
                  </a:cubicBezTo>
                  <a:cubicBezTo>
                    <a:pt x="59209" y="41078"/>
                    <a:pt x="58993" y="41024"/>
                    <a:pt x="58906" y="40908"/>
                  </a:cubicBezTo>
                  <a:cubicBezTo>
                    <a:pt x="58721" y="40680"/>
                    <a:pt x="58618" y="40558"/>
                    <a:pt x="58530" y="40558"/>
                  </a:cubicBezTo>
                  <a:cubicBezTo>
                    <a:pt x="58431" y="40558"/>
                    <a:pt x="58351" y="40713"/>
                    <a:pt x="58195" y="41045"/>
                  </a:cubicBezTo>
                  <a:cubicBezTo>
                    <a:pt x="57425" y="40972"/>
                    <a:pt x="56691" y="40950"/>
                    <a:pt x="55972" y="40835"/>
                  </a:cubicBezTo>
                  <a:cubicBezTo>
                    <a:pt x="53584" y="40450"/>
                    <a:pt x="51502" y="39446"/>
                    <a:pt x="49909" y="37594"/>
                  </a:cubicBezTo>
                  <a:cubicBezTo>
                    <a:pt x="48804" y="36311"/>
                    <a:pt x="48653" y="34248"/>
                    <a:pt x="49509" y="32795"/>
                  </a:cubicBezTo>
                  <a:cubicBezTo>
                    <a:pt x="49904" y="32136"/>
                    <a:pt x="50532" y="31741"/>
                    <a:pt x="51310" y="31701"/>
                  </a:cubicBezTo>
                  <a:cubicBezTo>
                    <a:pt x="51497" y="31691"/>
                    <a:pt x="51683" y="31687"/>
                    <a:pt x="51868" y="31687"/>
                  </a:cubicBezTo>
                  <a:cubicBezTo>
                    <a:pt x="53556" y="31687"/>
                    <a:pt x="55199" y="32061"/>
                    <a:pt x="56843" y="32429"/>
                  </a:cubicBezTo>
                  <a:cubicBezTo>
                    <a:pt x="58399" y="32774"/>
                    <a:pt x="59962" y="33095"/>
                    <a:pt x="61546" y="33213"/>
                  </a:cubicBezTo>
                  <a:cubicBezTo>
                    <a:pt x="61466" y="32942"/>
                    <a:pt x="61453" y="32657"/>
                    <a:pt x="61517" y="32400"/>
                  </a:cubicBezTo>
                  <a:cubicBezTo>
                    <a:pt x="61399" y="32388"/>
                    <a:pt x="61281" y="32380"/>
                    <a:pt x="61161" y="32364"/>
                  </a:cubicBezTo>
                  <a:lnTo>
                    <a:pt x="61161" y="31489"/>
                  </a:lnTo>
                  <a:cubicBezTo>
                    <a:pt x="61310" y="31447"/>
                    <a:pt x="61459" y="31407"/>
                    <a:pt x="61610" y="31366"/>
                  </a:cubicBezTo>
                  <a:cubicBezTo>
                    <a:pt x="61514" y="31181"/>
                    <a:pt x="61457" y="30978"/>
                    <a:pt x="61443" y="30769"/>
                  </a:cubicBezTo>
                  <a:cubicBezTo>
                    <a:pt x="61401" y="30783"/>
                    <a:pt x="61358" y="30795"/>
                    <a:pt x="61317" y="30807"/>
                  </a:cubicBezTo>
                  <a:lnTo>
                    <a:pt x="61317" y="27581"/>
                  </a:lnTo>
                  <a:cubicBezTo>
                    <a:pt x="62389" y="27306"/>
                    <a:pt x="63366" y="27076"/>
                    <a:pt x="64324" y="26801"/>
                  </a:cubicBezTo>
                  <a:cubicBezTo>
                    <a:pt x="65290" y="26521"/>
                    <a:pt x="66290" y="26288"/>
                    <a:pt x="67198" y="25871"/>
                  </a:cubicBezTo>
                  <a:cubicBezTo>
                    <a:pt x="69613" y="24767"/>
                    <a:pt x="70507" y="23244"/>
                    <a:pt x="70195" y="20848"/>
                  </a:cubicBezTo>
                  <a:cubicBezTo>
                    <a:pt x="70113" y="20196"/>
                    <a:pt x="70048" y="19545"/>
                    <a:pt x="69976" y="18908"/>
                  </a:cubicBezTo>
                  <a:cubicBezTo>
                    <a:pt x="71777" y="17987"/>
                    <a:pt x="72511" y="16896"/>
                    <a:pt x="71997" y="15622"/>
                  </a:cubicBezTo>
                  <a:cubicBezTo>
                    <a:pt x="71464" y="14302"/>
                    <a:pt x="70563" y="13231"/>
                    <a:pt x="69026" y="13231"/>
                  </a:cubicBezTo>
                  <a:cubicBezTo>
                    <a:pt x="68780" y="13231"/>
                    <a:pt x="68518" y="13259"/>
                    <a:pt x="68239" y="13317"/>
                  </a:cubicBezTo>
                  <a:cubicBezTo>
                    <a:pt x="68009" y="12748"/>
                    <a:pt x="67794" y="12166"/>
                    <a:pt x="67538" y="11607"/>
                  </a:cubicBezTo>
                  <a:cubicBezTo>
                    <a:pt x="67460" y="11442"/>
                    <a:pt x="67248" y="11346"/>
                    <a:pt x="67097" y="11218"/>
                  </a:cubicBezTo>
                  <a:cubicBezTo>
                    <a:pt x="67046" y="11409"/>
                    <a:pt x="66924" y="11616"/>
                    <a:pt x="66955" y="11790"/>
                  </a:cubicBezTo>
                  <a:cubicBezTo>
                    <a:pt x="67033" y="12221"/>
                    <a:pt x="67143" y="12652"/>
                    <a:pt x="67303" y="13060"/>
                  </a:cubicBezTo>
                  <a:cubicBezTo>
                    <a:pt x="67482" y="13504"/>
                    <a:pt x="67464" y="13807"/>
                    <a:pt x="67006" y="14096"/>
                  </a:cubicBezTo>
                  <a:cubicBezTo>
                    <a:pt x="66194" y="14609"/>
                    <a:pt x="65713" y="15370"/>
                    <a:pt x="65612" y="16241"/>
                  </a:cubicBezTo>
                  <a:cubicBezTo>
                    <a:pt x="64774" y="16529"/>
                    <a:pt x="63985" y="16800"/>
                    <a:pt x="63178" y="17079"/>
                  </a:cubicBezTo>
                  <a:cubicBezTo>
                    <a:pt x="62990" y="16813"/>
                    <a:pt x="62803" y="16521"/>
                    <a:pt x="62587" y="16250"/>
                  </a:cubicBezTo>
                  <a:cubicBezTo>
                    <a:pt x="62061" y="15590"/>
                    <a:pt x="61007" y="15163"/>
                    <a:pt x="60093" y="15163"/>
                  </a:cubicBezTo>
                  <a:cubicBezTo>
                    <a:pt x="59654" y="15163"/>
                    <a:pt x="59248" y="15261"/>
                    <a:pt x="58948" y="15480"/>
                  </a:cubicBezTo>
                  <a:cubicBezTo>
                    <a:pt x="58293" y="15957"/>
                    <a:pt x="57719" y="16580"/>
                    <a:pt x="57234" y="17230"/>
                  </a:cubicBezTo>
                  <a:cubicBezTo>
                    <a:pt x="56982" y="17560"/>
                    <a:pt x="56904" y="18092"/>
                    <a:pt x="56917" y="18528"/>
                  </a:cubicBezTo>
                  <a:cubicBezTo>
                    <a:pt x="56923" y="18610"/>
                    <a:pt x="56927" y="18692"/>
                    <a:pt x="56936" y="18775"/>
                  </a:cubicBezTo>
                  <a:cubicBezTo>
                    <a:pt x="57101" y="19994"/>
                    <a:pt x="58215" y="20979"/>
                    <a:pt x="59673" y="21223"/>
                  </a:cubicBezTo>
                  <a:cubicBezTo>
                    <a:pt x="59947" y="21269"/>
                    <a:pt x="60212" y="21291"/>
                    <a:pt x="60465" y="21291"/>
                  </a:cubicBezTo>
                  <a:cubicBezTo>
                    <a:pt x="62077" y="21291"/>
                    <a:pt x="63226" y="20378"/>
                    <a:pt x="63495" y="18802"/>
                  </a:cubicBezTo>
                  <a:cubicBezTo>
                    <a:pt x="63550" y="18486"/>
                    <a:pt x="63505" y="18156"/>
                    <a:pt x="63505" y="17803"/>
                  </a:cubicBezTo>
                  <a:cubicBezTo>
                    <a:pt x="64252" y="17560"/>
                    <a:pt x="64971" y="17321"/>
                    <a:pt x="65700" y="17083"/>
                  </a:cubicBezTo>
                  <a:cubicBezTo>
                    <a:pt x="66225" y="18503"/>
                    <a:pt x="67109" y="19288"/>
                    <a:pt x="68514" y="19288"/>
                  </a:cubicBezTo>
                  <a:cubicBezTo>
                    <a:pt x="68728" y="19288"/>
                    <a:pt x="68954" y="19270"/>
                    <a:pt x="69193" y="19233"/>
                  </a:cubicBezTo>
                  <a:cubicBezTo>
                    <a:pt x="69261" y="20077"/>
                    <a:pt x="69326" y="20874"/>
                    <a:pt x="69380" y="21671"/>
                  </a:cubicBezTo>
                  <a:cubicBezTo>
                    <a:pt x="69454" y="22725"/>
                    <a:pt x="69050" y="23596"/>
                    <a:pt x="68203" y="24193"/>
                  </a:cubicBezTo>
                  <a:cubicBezTo>
                    <a:pt x="67584" y="24633"/>
                    <a:pt x="66915" y="25068"/>
                    <a:pt x="66204" y="25288"/>
                  </a:cubicBezTo>
                  <a:cubicBezTo>
                    <a:pt x="64545" y="25806"/>
                    <a:pt x="62849" y="26196"/>
                    <a:pt x="61171" y="26644"/>
                  </a:cubicBezTo>
                  <a:cubicBezTo>
                    <a:pt x="60970" y="26699"/>
                    <a:pt x="60690" y="26778"/>
                    <a:pt x="60621" y="26928"/>
                  </a:cubicBezTo>
                  <a:cubicBezTo>
                    <a:pt x="60463" y="27265"/>
                    <a:pt x="60371" y="27629"/>
                    <a:pt x="60350" y="28001"/>
                  </a:cubicBezTo>
                  <a:cubicBezTo>
                    <a:pt x="60291" y="29115"/>
                    <a:pt x="60278" y="30234"/>
                    <a:pt x="60241" y="31352"/>
                  </a:cubicBezTo>
                  <a:cubicBezTo>
                    <a:pt x="60232" y="31636"/>
                    <a:pt x="60213" y="31920"/>
                    <a:pt x="60191" y="32305"/>
                  </a:cubicBezTo>
                  <a:cubicBezTo>
                    <a:pt x="58633" y="31989"/>
                    <a:pt x="57152" y="31650"/>
                    <a:pt x="55663" y="31393"/>
                  </a:cubicBezTo>
                  <a:cubicBezTo>
                    <a:pt x="54163" y="31132"/>
                    <a:pt x="52651" y="30948"/>
                    <a:pt x="51120" y="30733"/>
                  </a:cubicBezTo>
                  <a:cubicBezTo>
                    <a:pt x="51166" y="30614"/>
                    <a:pt x="51207" y="30477"/>
                    <a:pt x="51267" y="30344"/>
                  </a:cubicBezTo>
                  <a:cubicBezTo>
                    <a:pt x="52009" y="28699"/>
                    <a:pt x="52762" y="27048"/>
                    <a:pt x="53508" y="25398"/>
                  </a:cubicBezTo>
                  <a:cubicBezTo>
                    <a:pt x="53793" y="24765"/>
                    <a:pt x="53774" y="24610"/>
                    <a:pt x="53178" y="24294"/>
                  </a:cubicBezTo>
                  <a:cubicBezTo>
                    <a:pt x="51578" y="23446"/>
                    <a:pt x="51153" y="21947"/>
                    <a:pt x="51024" y="20338"/>
                  </a:cubicBezTo>
                  <a:cubicBezTo>
                    <a:pt x="50964" y="19555"/>
                    <a:pt x="51159" y="19177"/>
                    <a:pt x="51597" y="19177"/>
                  </a:cubicBezTo>
                  <a:cubicBezTo>
                    <a:pt x="51829" y="19177"/>
                    <a:pt x="52129" y="19282"/>
                    <a:pt x="52495" y="19490"/>
                  </a:cubicBezTo>
                  <a:cubicBezTo>
                    <a:pt x="52953" y="19746"/>
                    <a:pt x="53389" y="20049"/>
                    <a:pt x="53847" y="20319"/>
                  </a:cubicBezTo>
                  <a:cubicBezTo>
                    <a:pt x="54173" y="20511"/>
                    <a:pt x="54480" y="20604"/>
                    <a:pt x="54755" y="20604"/>
                  </a:cubicBezTo>
                  <a:cubicBezTo>
                    <a:pt x="55359" y="20604"/>
                    <a:pt x="55802" y="20155"/>
                    <a:pt x="55919" y="19330"/>
                  </a:cubicBezTo>
                  <a:cubicBezTo>
                    <a:pt x="55947" y="19151"/>
                    <a:pt x="55951" y="18969"/>
                    <a:pt x="55932" y="18789"/>
                  </a:cubicBezTo>
                  <a:cubicBezTo>
                    <a:pt x="55924" y="18714"/>
                    <a:pt x="55909" y="18641"/>
                    <a:pt x="55892" y="18570"/>
                  </a:cubicBezTo>
                  <a:cubicBezTo>
                    <a:pt x="55686" y="17753"/>
                    <a:pt x="55470" y="16937"/>
                    <a:pt x="55209" y="16140"/>
                  </a:cubicBezTo>
                  <a:cubicBezTo>
                    <a:pt x="54920" y="15265"/>
                    <a:pt x="55031" y="14847"/>
                    <a:pt x="55787" y="14266"/>
                  </a:cubicBezTo>
                  <a:cubicBezTo>
                    <a:pt x="56488" y="13727"/>
                    <a:pt x="57258" y="13554"/>
                    <a:pt x="58075" y="13554"/>
                  </a:cubicBezTo>
                  <a:cubicBezTo>
                    <a:pt x="58336" y="13554"/>
                    <a:pt x="58601" y="13572"/>
                    <a:pt x="58871" y="13601"/>
                  </a:cubicBezTo>
                  <a:cubicBezTo>
                    <a:pt x="59852" y="13706"/>
                    <a:pt x="60842" y="13775"/>
                    <a:pt x="61828" y="13775"/>
                  </a:cubicBezTo>
                  <a:cubicBezTo>
                    <a:pt x="63299" y="13770"/>
                    <a:pt x="64592" y="13403"/>
                    <a:pt x="65394" y="11966"/>
                  </a:cubicBezTo>
                  <a:cubicBezTo>
                    <a:pt x="65756" y="11323"/>
                    <a:pt x="66334" y="10938"/>
                    <a:pt x="67079" y="10906"/>
                  </a:cubicBezTo>
                  <a:cubicBezTo>
                    <a:pt x="67139" y="10901"/>
                    <a:pt x="67199" y="10898"/>
                    <a:pt x="67259" y="10898"/>
                  </a:cubicBezTo>
                  <a:cubicBezTo>
                    <a:pt x="67332" y="10898"/>
                    <a:pt x="67406" y="10902"/>
                    <a:pt x="67479" y="10910"/>
                  </a:cubicBezTo>
                  <a:cubicBezTo>
                    <a:pt x="67616" y="10926"/>
                    <a:pt x="67756" y="10932"/>
                    <a:pt x="67895" y="10932"/>
                  </a:cubicBezTo>
                  <a:cubicBezTo>
                    <a:pt x="68086" y="10932"/>
                    <a:pt x="68278" y="10921"/>
                    <a:pt x="68469" y="10910"/>
                  </a:cubicBezTo>
                  <a:cubicBezTo>
                    <a:pt x="69867" y="10837"/>
                    <a:pt x="71549" y="9101"/>
                    <a:pt x="71403" y="7717"/>
                  </a:cubicBezTo>
                  <a:cubicBezTo>
                    <a:pt x="71275" y="6469"/>
                    <a:pt x="70682" y="5346"/>
                    <a:pt x="69445" y="4870"/>
                  </a:cubicBezTo>
                  <a:cubicBezTo>
                    <a:pt x="68450" y="4485"/>
                    <a:pt x="67369" y="4311"/>
                    <a:pt x="66310" y="4113"/>
                  </a:cubicBezTo>
                  <a:cubicBezTo>
                    <a:pt x="65187" y="3898"/>
                    <a:pt x="64207" y="3499"/>
                    <a:pt x="63542" y="2510"/>
                  </a:cubicBezTo>
                  <a:cubicBezTo>
                    <a:pt x="63326" y="2193"/>
                    <a:pt x="63046" y="1923"/>
                    <a:pt x="62823" y="1612"/>
                  </a:cubicBezTo>
                  <a:cubicBezTo>
                    <a:pt x="61990" y="460"/>
                    <a:pt x="60493" y="0"/>
                    <a:pt x="591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70"/>
            <p:cNvSpPr/>
            <p:nvPr/>
          </p:nvSpPr>
          <p:spPr>
            <a:xfrm>
              <a:off x="7508650" y="2698450"/>
              <a:ext cx="641050" cy="236025"/>
            </a:xfrm>
            <a:custGeom>
              <a:rect b="b" l="l" r="r" t="t"/>
              <a:pathLst>
                <a:path extrusionOk="0" h="9441" w="25642">
                  <a:moveTo>
                    <a:pt x="23500" y="1369"/>
                  </a:moveTo>
                  <a:cubicBezTo>
                    <a:pt x="23579" y="1369"/>
                    <a:pt x="23769" y="1539"/>
                    <a:pt x="23807" y="1655"/>
                  </a:cubicBezTo>
                  <a:cubicBezTo>
                    <a:pt x="23913" y="1981"/>
                    <a:pt x="23959" y="2324"/>
                    <a:pt x="24055" y="2783"/>
                  </a:cubicBezTo>
                  <a:cubicBezTo>
                    <a:pt x="23936" y="2907"/>
                    <a:pt x="23784" y="3076"/>
                    <a:pt x="23628" y="3246"/>
                  </a:cubicBezTo>
                  <a:cubicBezTo>
                    <a:pt x="23468" y="3080"/>
                    <a:pt x="23216" y="2933"/>
                    <a:pt x="23170" y="2741"/>
                  </a:cubicBezTo>
                  <a:cubicBezTo>
                    <a:pt x="23092" y="2417"/>
                    <a:pt x="23111" y="2059"/>
                    <a:pt x="23157" y="1719"/>
                  </a:cubicBezTo>
                  <a:cubicBezTo>
                    <a:pt x="23174" y="1586"/>
                    <a:pt x="23350" y="1426"/>
                    <a:pt x="23487" y="1371"/>
                  </a:cubicBezTo>
                  <a:cubicBezTo>
                    <a:pt x="23491" y="1370"/>
                    <a:pt x="23495" y="1369"/>
                    <a:pt x="23500" y="1369"/>
                  </a:cubicBezTo>
                  <a:close/>
                  <a:moveTo>
                    <a:pt x="8269" y="1952"/>
                  </a:moveTo>
                  <a:cubicBezTo>
                    <a:pt x="8281" y="1952"/>
                    <a:pt x="8289" y="1954"/>
                    <a:pt x="8292" y="1958"/>
                  </a:cubicBezTo>
                  <a:cubicBezTo>
                    <a:pt x="8411" y="2146"/>
                    <a:pt x="8498" y="2357"/>
                    <a:pt x="8603" y="2562"/>
                  </a:cubicBezTo>
                  <a:lnTo>
                    <a:pt x="8604" y="2562"/>
                  </a:lnTo>
                  <a:cubicBezTo>
                    <a:pt x="8494" y="2893"/>
                    <a:pt x="8416" y="3195"/>
                    <a:pt x="8287" y="3471"/>
                  </a:cubicBezTo>
                  <a:cubicBezTo>
                    <a:pt x="8215" y="3626"/>
                    <a:pt x="8130" y="3697"/>
                    <a:pt x="8042" y="3697"/>
                  </a:cubicBezTo>
                  <a:cubicBezTo>
                    <a:pt x="7950" y="3697"/>
                    <a:pt x="7856" y="3620"/>
                    <a:pt x="7770" y="3479"/>
                  </a:cubicBezTo>
                  <a:cubicBezTo>
                    <a:pt x="7582" y="3177"/>
                    <a:pt x="7732" y="2270"/>
                    <a:pt x="8012" y="2040"/>
                  </a:cubicBezTo>
                  <a:cubicBezTo>
                    <a:pt x="8073" y="1992"/>
                    <a:pt x="8213" y="1952"/>
                    <a:pt x="8269" y="1952"/>
                  </a:cubicBezTo>
                  <a:close/>
                  <a:moveTo>
                    <a:pt x="19754" y="2391"/>
                  </a:moveTo>
                  <a:cubicBezTo>
                    <a:pt x="19783" y="2391"/>
                    <a:pt x="19805" y="2396"/>
                    <a:pt x="19815" y="2407"/>
                  </a:cubicBezTo>
                  <a:cubicBezTo>
                    <a:pt x="19971" y="2572"/>
                    <a:pt x="20067" y="2802"/>
                    <a:pt x="20154" y="2952"/>
                  </a:cubicBezTo>
                  <a:cubicBezTo>
                    <a:pt x="20066" y="3337"/>
                    <a:pt x="20025" y="3626"/>
                    <a:pt x="19929" y="3896"/>
                  </a:cubicBezTo>
                  <a:lnTo>
                    <a:pt x="19930" y="3896"/>
                  </a:lnTo>
                  <a:cubicBezTo>
                    <a:pt x="19888" y="4011"/>
                    <a:pt x="19728" y="4140"/>
                    <a:pt x="19619" y="4148"/>
                  </a:cubicBezTo>
                  <a:cubicBezTo>
                    <a:pt x="19617" y="4149"/>
                    <a:pt x="19615" y="4149"/>
                    <a:pt x="19613" y="4149"/>
                  </a:cubicBezTo>
                  <a:cubicBezTo>
                    <a:pt x="19500" y="4149"/>
                    <a:pt x="19297" y="4001"/>
                    <a:pt x="19302" y="3925"/>
                  </a:cubicBezTo>
                  <a:cubicBezTo>
                    <a:pt x="19306" y="3452"/>
                    <a:pt x="19343" y="2980"/>
                    <a:pt x="19411" y="2512"/>
                  </a:cubicBezTo>
                  <a:cubicBezTo>
                    <a:pt x="19419" y="2465"/>
                    <a:pt x="19639" y="2391"/>
                    <a:pt x="19754" y="2391"/>
                  </a:cubicBezTo>
                  <a:close/>
                  <a:moveTo>
                    <a:pt x="16080" y="2329"/>
                  </a:moveTo>
                  <a:cubicBezTo>
                    <a:pt x="16189" y="2329"/>
                    <a:pt x="16305" y="2401"/>
                    <a:pt x="16383" y="2545"/>
                  </a:cubicBezTo>
                  <a:cubicBezTo>
                    <a:pt x="16487" y="2741"/>
                    <a:pt x="16510" y="2989"/>
                    <a:pt x="16575" y="3237"/>
                  </a:cubicBezTo>
                  <a:cubicBezTo>
                    <a:pt x="16483" y="3534"/>
                    <a:pt x="16428" y="3847"/>
                    <a:pt x="16286" y="4112"/>
                  </a:cubicBezTo>
                  <a:cubicBezTo>
                    <a:pt x="16222" y="4241"/>
                    <a:pt x="15992" y="4336"/>
                    <a:pt x="15841" y="4336"/>
                  </a:cubicBezTo>
                  <a:cubicBezTo>
                    <a:pt x="15754" y="4332"/>
                    <a:pt x="15594" y="4094"/>
                    <a:pt x="15603" y="3974"/>
                  </a:cubicBezTo>
                  <a:cubicBezTo>
                    <a:pt x="15640" y="3502"/>
                    <a:pt x="15691" y="3025"/>
                    <a:pt x="15814" y="2572"/>
                  </a:cubicBezTo>
                  <a:cubicBezTo>
                    <a:pt x="15857" y="2411"/>
                    <a:pt x="15964" y="2329"/>
                    <a:pt x="16080" y="2329"/>
                  </a:cubicBezTo>
                  <a:close/>
                  <a:moveTo>
                    <a:pt x="12076" y="2454"/>
                  </a:moveTo>
                  <a:cubicBezTo>
                    <a:pt x="12231" y="2454"/>
                    <a:pt x="12322" y="2605"/>
                    <a:pt x="12366" y="2815"/>
                  </a:cubicBezTo>
                  <a:cubicBezTo>
                    <a:pt x="12458" y="3255"/>
                    <a:pt x="12114" y="4075"/>
                    <a:pt x="11684" y="4437"/>
                  </a:cubicBezTo>
                  <a:cubicBezTo>
                    <a:pt x="11257" y="3974"/>
                    <a:pt x="11350" y="2888"/>
                    <a:pt x="11830" y="2549"/>
                  </a:cubicBezTo>
                  <a:cubicBezTo>
                    <a:pt x="11926" y="2483"/>
                    <a:pt x="12007" y="2454"/>
                    <a:pt x="12076" y="2454"/>
                  </a:cubicBezTo>
                  <a:close/>
                  <a:moveTo>
                    <a:pt x="5202" y="2934"/>
                  </a:moveTo>
                  <a:cubicBezTo>
                    <a:pt x="5358" y="3141"/>
                    <a:pt x="5513" y="3347"/>
                    <a:pt x="5669" y="3549"/>
                  </a:cubicBezTo>
                  <a:lnTo>
                    <a:pt x="5670" y="3549"/>
                  </a:lnTo>
                  <a:cubicBezTo>
                    <a:pt x="5464" y="4258"/>
                    <a:pt x="5308" y="4882"/>
                    <a:pt x="5092" y="5478"/>
                  </a:cubicBezTo>
                  <a:cubicBezTo>
                    <a:pt x="5037" y="5638"/>
                    <a:pt x="4794" y="5730"/>
                    <a:pt x="4634" y="5854"/>
                  </a:cubicBezTo>
                  <a:cubicBezTo>
                    <a:pt x="4505" y="5671"/>
                    <a:pt x="4291" y="5491"/>
                    <a:pt x="4276" y="5299"/>
                  </a:cubicBezTo>
                  <a:cubicBezTo>
                    <a:pt x="4249" y="5024"/>
                    <a:pt x="4359" y="4731"/>
                    <a:pt x="4432" y="4447"/>
                  </a:cubicBezTo>
                  <a:cubicBezTo>
                    <a:pt x="4514" y="4130"/>
                    <a:pt x="4589" y="3801"/>
                    <a:pt x="4726" y="3507"/>
                  </a:cubicBezTo>
                  <a:cubicBezTo>
                    <a:pt x="4831" y="3292"/>
                    <a:pt x="5037" y="3122"/>
                    <a:pt x="5202" y="2934"/>
                  </a:cubicBezTo>
                  <a:close/>
                  <a:moveTo>
                    <a:pt x="21826" y="4719"/>
                  </a:moveTo>
                  <a:cubicBezTo>
                    <a:pt x="21934" y="4719"/>
                    <a:pt x="22065" y="4755"/>
                    <a:pt x="22112" y="4818"/>
                  </a:cubicBezTo>
                  <a:cubicBezTo>
                    <a:pt x="22400" y="5221"/>
                    <a:pt x="22657" y="5652"/>
                    <a:pt x="22927" y="6088"/>
                  </a:cubicBezTo>
                  <a:cubicBezTo>
                    <a:pt x="22785" y="6317"/>
                    <a:pt x="22720" y="6546"/>
                    <a:pt x="22602" y="6582"/>
                  </a:cubicBezTo>
                  <a:cubicBezTo>
                    <a:pt x="22563" y="6594"/>
                    <a:pt x="22515" y="6599"/>
                    <a:pt x="22464" y="6599"/>
                  </a:cubicBezTo>
                  <a:cubicBezTo>
                    <a:pt x="22305" y="6599"/>
                    <a:pt x="22117" y="6548"/>
                    <a:pt x="22074" y="6468"/>
                  </a:cubicBezTo>
                  <a:cubicBezTo>
                    <a:pt x="21845" y="6024"/>
                    <a:pt x="21676" y="5547"/>
                    <a:pt x="21519" y="5070"/>
                  </a:cubicBezTo>
                  <a:cubicBezTo>
                    <a:pt x="21492" y="4982"/>
                    <a:pt x="21616" y="4777"/>
                    <a:pt x="21717" y="4735"/>
                  </a:cubicBezTo>
                  <a:cubicBezTo>
                    <a:pt x="21746" y="4724"/>
                    <a:pt x="21784" y="4719"/>
                    <a:pt x="21826" y="4719"/>
                  </a:cubicBezTo>
                  <a:close/>
                  <a:moveTo>
                    <a:pt x="9270" y="5234"/>
                  </a:moveTo>
                  <a:cubicBezTo>
                    <a:pt x="9298" y="5234"/>
                    <a:pt x="9321" y="5238"/>
                    <a:pt x="9333" y="5249"/>
                  </a:cubicBezTo>
                  <a:cubicBezTo>
                    <a:pt x="9497" y="5400"/>
                    <a:pt x="9585" y="5635"/>
                    <a:pt x="9671" y="5785"/>
                  </a:cubicBezTo>
                  <a:cubicBezTo>
                    <a:pt x="9571" y="6216"/>
                    <a:pt x="9525" y="6542"/>
                    <a:pt x="9406" y="6843"/>
                  </a:cubicBezTo>
                  <a:cubicBezTo>
                    <a:pt x="9354" y="6975"/>
                    <a:pt x="9155" y="7152"/>
                    <a:pt x="9045" y="7152"/>
                  </a:cubicBezTo>
                  <a:cubicBezTo>
                    <a:pt x="9040" y="7152"/>
                    <a:pt x="9035" y="7151"/>
                    <a:pt x="9030" y="7150"/>
                  </a:cubicBezTo>
                  <a:cubicBezTo>
                    <a:pt x="8870" y="7119"/>
                    <a:pt x="8617" y="6917"/>
                    <a:pt x="8622" y="6803"/>
                  </a:cubicBezTo>
                  <a:cubicBezTo>
                    <a:pt x="8660" y="6326"/>
                    <a:pt x="8748" y="5854"/>
                    <a:pt x="8883" y="5396"/>
                  </a:cubicBezTo>
                  <a:cubicBezTo>
                    <a:pt x="8902" y="5321"/>
                    <a:pt x="9145" y="5234"/>
                    <a:pt x="9270" y="5234"/>
                  </a:cubicBezTo>
                  <a:close/>
                  <a:moveTo>
                    <a:pt x="17629" y="5088"/>
                  </a:moveTo>
                  <a:cubicBezTo>
                    <a:pt x="17816" y="5253"/>
                    <a:pt x="18092" y="5387"/>
                    <a:pt x="18174" y="5592"/>
                  </a:cubicBezTo>
                  <a:cubicBezTo>
                    <a:pt x="18311" y="5936"/>
                    <a:pt x="18371" y="6330"/>
                    <a:pt x="18376" y="6706"/>
                  </a:cubicBezTo>
                  <a:cubicBezTo>
                    <a:pt x="18376" y="6898"/>
                    <a:pt x="18178" y="7096"/>
                    <a:pt x="18073" y="7289"/>
                  </a:cubicBezTo>
                  <a:cubicBezTo>
                    <a:pt x="17899" y="7165"/>
                    <a:pt x="17638" y="7077"/>
                    <a:pt x="17569" y="6908"/>
                  </a:cubicBezTo>
                  <a:cubicBezTo>
                    <a:pt x="17417" y="6546"/>
                    <a:pt x="17362" y="6147"/>
                    <a:pt x="17244" y="5648"/>
                  </a:cubicBezTo>
                  <a:cubicBezTo>
                    <a:pt x="17354" y="5482"/>
                    <a:pt x="17492" y="5286"/>
                    <a:pt x="17629" y="5088"/>
                  </a:cubicBezTo>
                  <a:close/>
                  <a:moveTo>
                    <a:pt x="13872" y="5193"/>
                  </a:moveTo>
                  <a:cubicBezTo>
                    <a:pt x="14007" y="5193"/>
                    <a:pt x="14251" y="5352"/>
                    <a:pt x="14264" y="5464"/>
                  </a:cubicBezTo>
                  <a:cubicBezTo>
                    <a:pt x="14341" y="6069"/>
                    <a:pt x="14380" y="6679"/>
                    <a:pt x="14383" y="7289"/>
                  </a:cubicBezTo>
                  <a:cubicBezTo>
                    <a:pt x="14383" y="7403"/>
                    <a:pt x="14159" y="7605"/>
                    <a:pt x="14026" y="7613"/>
                  </a:cubicBezTo>
                  <a:cubicBezTo>
                    <a:pt x="14021" y="7614"/>
                    <a:pt x="14017" y="7614"/>
                    <a:pt x="14012" y="7614"/>
                  </a:cubicBezTo>
                  <a:cubicBezTo>
                    <a:pt x="13872" y="7614"/>
                    <a:pt x="13653" y="7477"/>
                    <a:pt x="13609" y="7357"/>
                  </a:cubicBezTo>
                  <a:cubicBezTo>
                    <a:pt x="13499" y="7018"/>
                    <a:pt x="13462" y="6656"/>
                    <a:pt x="13417" y="6408"/>
                  </a:cubicBezTo>
                  <a:cubicBezTo>
                    <a:pt x="13453" y="6037"/>
                    <a:pt x="13439" y="5776"/>
                    <a:pt x="13513" y="5537"/>
                  </a:cubicBezTo>
                  <a:cubicBezTo>
                    <a:pt x="13559" y="5396"/>
                    <a:pt x="13733" y="5207"/>
                    <a:pt x="13861" y="5194"/>
                  </a:cubicBezTo>
                  <a:cubicBezTo>
                    <a:pt x="13865" y="5194"/>
                    <a:pt x="13868" y="5193"/>
                    <a:pt x="13872" y="5193"/>
                  </a:cubicBezTo>
                  <a:close/>
                  <a:moveTo>
                    <a:pt x="3216" y="1"/>
                  </a:moveTo>
                  <a:cubicBezTo>
                    <a:pt x="3031" y="1"/>
                    <a:pt x="2845" y="5"/>
                    <a:pt x="2658" y="15"/>
                  </a:cubicBezTo>
                  <a:cubicBezTo>
                    <a:pt x="1880" y="55"/>
                    <a:pt x="1252" y="450"/>
                    <a:pt x="857" y="1109"/>
                  </a:cubicBezTo>
                  <a:cubicBezTo>
                    <a:pt x="1" y="2562"/>
                    <a:pt x="152" y="4625"/>
                    <a:pt x="1257" y="5908"/>
                  </a:cubicBezTo>
                  <a:cubicBezTo>
                    <a:pt x="2850" y="7760"/>
                    <a:pt x="4932" y="8764"/>
                    <a:pt x="7320" y="9149"/>
                  </a:cubicBezTo>
                  <a:cubicBezTo>
                    <a:pt x="8041" y="9264"/>
                    <a:pt x="8773" y="9286"/>
                    <a:pt x="9543" y="9359"/>
                  </a:cubicBezTo>
                  <a:cubicBezTo>
                    <a:pt x="9699" y="9027"/>
                    <a:pt x="9779" y="8872"/>
                    <a:pt x="9878" y="8872"/>
                  </a:cubicBezTo>
                  <a:cubicBezTo>
                    <a:pt x="9966" y="8872"/>
                    <a:pt x="10069" y="8994"/>
                    <a:pt x="10254" y="9222"/>
                  </a:cubicBezTo>
                  <a:cubicBezTo>
                    <a:pt x="10341" y="9338"/>
                    <a:pt x="10557" y="9392"/>
                    <a:pt x="10717" y="9397"/>
                  </a:cubicBezTo>
                  <a:cubicBezTo>
                    <a:pt x="11541" y="9422"/>
                    <a:pt x="12365" y="9441"/>
                    <a:pt x="13186" y="9441"/>
                  </a:cubicBezTo>
                  <a:cubicBezTo>
                    <a:pt x="16374" y="9441"/>
                    <a:pt x="19529" y="9163"/>
                    <a:pt x="22566" y="7935"/>
                  </a:cubicBezTo>
                  <a:cubicBezTo>
                    <a:pt x="23477" y="7563"/>
                    <a:pt x="24453" y="7325"/>
                    <a:pt x="25329" y="6885"/>
                  </a:cubicBezTo>
                  <a:cubicBezTo>
                    <a:pt x="25435" y="6830"/>
                    <a:pt x="25535" y="6780"/>
                    <a:pt x="25641" y="6725"/>
                  </a:cubicBezTo>
                  <a:cubicBezTo>
                    <a:pt x="25571" y="6622"/>
                    <a:pt x="25507" y="6517"/>
                    <a:pt x="25448" y="6407"/>
                  </a:cubicBezTo>
                  <a:cubicBezTo>
                    <a:pt x="25017" y="5656"/>
                    <a:pt x="24687" y="4762"/>
                    <a:pt x="24430" y="3790"/>
                  </a:cubicBezTo>
                  <a:cubicBezTo>
                    <a:pt x="24398" y="3671"/>
                    <a:pt x="24367" y="3546"/>
                    <a:pt x="24339" y="3423"/>
                  </a:cubicBezTo>
                  <a:cubicBezTo>
                    <a:pt x="24228" y="2961"/>
                    <a:pt x="24133" y="2479"/>
                    <a:pt x="24051" y="1989"/>
                  </a:cubicBezTo>
                  <a:cubicBezTo>
                    <a:pt x="24009" y="1764"/>
                    <a:pt x="23977" y="1535"/>
                    <a:pt x="23944" y="1306"/>
                  </a:cubicBezTo>
                  <a:cubicBezTo>
                    <a:pt x="23936" y="1255"/>
                    <a:pt x="23927" y="1200"/>
                    <a:pt x="23922" y="1150"/>
                  </a:cubicBezTo>
                  <a:cubicBezTo>
                    <a:pt x="23885" y="889"/>
                    <a:pt x="23853" y="623"/>
                    <a:pt x="23822" y="357"/>
                  </a:cubicBezTo>
                  <a:lnTo>
                    <a:pt x="23822" y="338"/>
                  </a:lnTo>
                  <a:cubicBezTo>
                    <a:pt x="23816" y="302"/>
                    <a:pt x="23812" y="266"/>
                    <a:pt x="23807" y="228"/>
                  </a:cubicBezTo>
                  <a:cubicBezTo>
                    <a:pt x="20961" y="958"/>
                    <a:pt x="18041" y="1334"/>
                    <a:pt x="15099" y="1545"/>
                  </a:cubicBezTo>
                  <a:cubicBezTo>
                    <a:pt x="14767" y="1568"/>
                    <a:pt x="14438" y="1579"/>
                    <a:pt x="14109" y="1579"/>
                  </a:cubicBezTo>
                  <a:cubicBezTo>
                    <a:pt x="12106" y="1579"/>
                    <a:pt x="10144" y="1176"/>
                    <a:pt x="8191" y="743"/>
                  </a:cubicBezTo>
                  <a:cubicBezTo>
                    <a:pt x="6547" y="375"/>
                    <a:pt x="4904" y="1"/>
                    <a:pt x="3216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70"/>
            <p:cNvSpPr/>
            <p:nvPr/>
          </p:nvSpPr>
          <p:spPr>
            <a:xfrm>
              <a:off x="8117125" y="2784050"/>
              <a:ext cx="2300" cy="9175"/>
            </a:xfrm>
            <a:custGeom>
              <a:rect b="b" l="l" r="r" t="t"/>
              <a:pathLst>
                <a:path extrusionOk="0" h="367" w="92">
                  <a:moveTo>
                    <a:pt x="0" y="1"/>
                  </a:moveTo>
                  <a:lnTo>
                    <a:pt x="0" y="1"/>
                  </a:lnTo>
                  <a:cubicBezTo>
                    <a:pt x="28" y="125"/>
                    <a:pt x="59" y="248"/>
                    <a:pt x="91" y="367"/>
                  </a:cubicBezTo>
                  <a:cubicBezTo>
                    <a:pt x="59" y="248"/>
                    <a:pt x="28" y="123"/>
                    <a:pt x="0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70"/>
            <p:cNvSpPr/>
            <p:nvPr/>
          </p:nvSpPr>
          <p:spPr>
            <a:xfrm>
              <a:off x="8107250" y="2731125"/>
              <a:ext cx="2675" cy="17075"/>
            </a:xfrm>
            <a:custGeom>
              <a:rect b="b" l="l" r="r" t="t"/>
              <a:pathLst>
                <a:path extrusionOk="0" h="683" w="107">
                  <a:moveTo>
                    <a:pt x="0" y="1"/>
                  </a:moveTo>
                  <a:lnTo>
                    <a:pt x="0" y="1"/>
                  </a:lnTo>
                  <a:cubicBezTo>
                    <a:pt x="33" y="229"/>
                    <a:pt x="65" y="458"/>
                    <a:pt x="107" y="683"/>
                  </a:cubicBezTo>
                  <a:cubicBezTo>
                    <a:pt x="69" y="458"/>
                    <a:pt x="33" y="229"/>
                    <a:pt x="0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70"/>
            <p:cNvSpPr/>
            <p:nvPr/>
          </p:nvSpPr>
          <p:spPr>
            <a:xfrm>
              <a:off x="8104175" y="2707375"/>
              <a:ext cx="2550" cy="19850"/>
            </a:xfrm>
            <a:custGeom>
              <a:rect b="b" l="l" r="r" t="t"/>
              <a:pathLst>
                <a:path extrusionOk="0" h="794" w="102">
                  <a:moveTo>
                    <a:pt x="1" y="1"/>
                  </a:moveTo>
                  <a:cubicBezTo>
                    <a:pt x="32" y="267"/>
                    <a:pt x="64" y="533"/>
                    <a:pt x="101" y="794"/>
                  </a:cubicBezTo>
                  <a:cubicBezTo>
                    <a:pt x="64" y="533"/>
                    <a:pt x="32" y="267"/>
                    <a:pt x="1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70"/>
            <p:cNvSpPr/>
            <p:nvPr/>
          </p:nvSpPr>
          <p:spPr>
            <a:xfrm>
              <a:off x="8085950" y="2732675"/>
              <a:ext cx="24100" cy="46925"/>
            </a:xfrm>
            <a:custGeom>
              <a:rect b="b" l="l" r="r" t="t"/>
              <a:pathLst>
                <a:path extrusionOk="0" h="1877" w="964">
                  <a:moveTo>
                    <a:pt x="407" y="0"/>
                  </a:moveTo>
                  <a:cubicBezTo>
                    <a:pt x="402" y="0"/>
                    <a:pt x="398" y="1"/>
                    <a:pt x="394" y="2"/>
                  </a:cubicBezTo>
                  <a:cubicBezTo>
                    <a:pt x="257" y="57"/>
                    <a:pt x="82" y="217"/>
                    <a:pt x="65" y="350"/>
                  </a:cubicBezTo>
                  <a:cubicBezTo>
                    <a:pt x="19" y="690"/>
                    <a:pt x="0" y="1048"/>
                    <a:pt x="78" y="1372"/>
                  </a:cubicBezTo>
                  <a:cubicBezTo>
                    <a:pt x="124" y="1565"/>
                    <a:pt x="376" y="1712"/>
                    <a:pt x="536" y="1877"/>
                  </a:cubicBezTo>
                  <a:cubicBezTo>
                    <a:pt x="692" y="1707"/>
                    <a:pt x="844" y="1537"/>
                    <a:pt x="963" y="1414"/>
                  </a:cubicBezTo>
                  <a:cubicBezTo>
                    <a:pt x="867" y="955"/>
                    <a:pt x="821" y="612"/>
                    <a:pt x="715" y="286"/>
                  </a:cubicBezTo>
                  <a:cubicBezTo>
                    <a:pt x="676" y="170"/>
                    <a:pt x="487" y="0"/>
                    <a:pt x="407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70"/>
            <p:cNvSpPr/>
            <p:nvPr/>
          </p:nvSpPr>
          <p:spPr>
            <a:xfrm>
              <a:off x="8103825" y="2704175"/>
              <a:ext cx="375" cy="2775"/>
            </a:xfrm>
            <a:custGeom>
              <a:rect b="b" l="l" r="r" t="t"/>
              <a:pathLst>
                <a:path extrusionOk="0" h="111" w="15">
                  <a:moveTo>
                    <a:pt x="0" y="1"/>
                  </a:moveTo>
                  <a:cubicBezTo>
                    <a:pt x="5" y="37"/>
                    <a:pt x="9" y="74"/>
                    <a:pt x="15" y="110"/>
                  </a:cubicBezTo>
                  <a:cubicBezTo>
                    <a:pt x="9" y="74"/>
                    <a:pt x="6" y="38"/>
                    <a:pt x="5" y="1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70"/>
            <p:cNvSpPr/>
            <p:nvPr/>
          </p:nvSpPr>
          <p:spPr>
            <a:xfrm>
              <a:off x="8098675" y="2644025"/>
              <a:ext cx="3100" cy="38975"/>
            </a:xfrm>
            <a:custGeom>
              <a:rect b="b" l="l" r="r" t="t"/>
              <a:pathLst>
                <a:path extrusionOk="0" h="1559" w="124">
                  <a:moveTo>
                    <a:pt x="0" y="0"/>
                  </a:moveTo>
                  <a:lnTo>
                    <a:pt x="0" y="0"/>
                  </a:lnTo>
                  <a:cubicBezTo>
                    <a:pt x="32" y="518"/>
                    <a:pt x="74" y="1037"/>
                    <a:pt x="120" y="1559"/>
                  </a:cubicBezTo>
                  <a:lnTo>
                    <a:pt x="124" y="1559"/>
                  </a:lnTo>
                  <a:cubicBezTo>
                    <a:pt x="74" y="1037"/>
                    <a:pt x="32" y="513"/>
                    <a:pt x="0" y="0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70"/>
            <p:cNvSpPr/>
            <p:nvPr/>
          </p:nvSpPr>
          <p:spPr>
            <a:xfrm>
              <a:off x="8045950" y="2816400"/>
              <a:ext cx="35900" cy="47025"/>
            </a:xfrm>
            <a:custGeom>
              <a:rect b="b" l="l" r="r" t="t"/>
              <a:pathLst>
                <a:path extrusionOk="0" h="1881" w="1436">
                  <a:moveTo>
                    <a:pt x="335" y="0"/>
                  </a:moveTo>
                  <a:cubicBezTo>
                    <a:pt x="293" y="0"/>
                    <a:pt x="254" y="6"/>
                    <a:pt x="225" y="17"/>
                  </a:cubicBezTo>
                  <a:cubicBezTo>
                    <a:pt x="124" y="58"/>
                    <a:pt x="1" y="264"/>
                    <a:pt x="28" y="352"/>
                  </a:cubicBezTo>
                  <a:cubicBezTo>
                    <a:pt x="184" y="829"/>
                    <a:pt x="353" y="1305"/>
                    <a:pt x="582" y="1750"/>
                  </a:cubicBezTo>
                  <a:cubicBezTo>
                    <a:pt x="625" y="1830"/>
                    <a:pt x="813" y="1881"/>
                    <a:pt x="972" y="1881"/>
                  </a:cubicBezTo>
                  <a:cubicBezTo>
                    <a:pt x="1023" y="1881"/>
                    <a:pt x="1071" y="1876"/>
                    <a:pt x="1110" y="1864"/>
                  </a:cubicBezTo>
                  <a:cubicBezTo>
                    <a:pt x="1229" y="1828"/>
                    <a:pt x="1293" y="1599"/>
                    <a:pt x="1436" y="1370"/>
                  </a:cubicBezTo>
                  <a:cubicBezTo>
                    <a:pt x="1165" y="934"/>
                    <a:pt x="908" y="503"/>
                    <a:pt x="620" y="100"/>
                  </a:cubicBezTo>
                  <a:cubicBezTo>
                    <a:pt x="573" y="37"/>
                    <a:pt x="443" y="0"/>
                    <a:pt x="335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70"/>
            <p:cNvSpPr/>
            <p:nvPr/>
          </p:nvSpPr>
          <p:spPr>
            <a:xfrm>
              <a:off x="7411250" y="1926575"/>
              <a:ext cx="644475" cy="638375"/>
            </a:xfrm>
            <a:custGeom>
              <a:rect b="b" l="l" r="r" t="t"/>
              <a:pathLst>
                <a:path extrusionOk="0" h="25535" w="25779">
                  <a:moveTo>
                    <a:pt x="14640" y="1"/>
                  </a:moveTo>
                  <a:cubicBezTo>
                    <a:pt x="14397" y="1"/>
                    <a:pt x="14149" y="22"/>
                    <a:pt x="13898" y="61"/>
                  </a:cubicBezTo>
                  <a:cubicBezTo>
                    <a:pt x="12252" y="318"/>
                    <a:pt x="10923" y="1170"/>
                    <a:pt x="10134" y="2706"/>
                  </a:cubicBezTo>
                  <a:cubicBezTo>
                    <a:pt x="9327" y="4273"/>
                    <a:pt x="8113" y="5360"/>
                    <a:pt x="6468" y="6006"/>
                  </a:cubicBezTo>
                  <a:cubicBezTo>
                    <a:pt x="5707" y="6309"/>
                    <a:pt x="4960" y="6666"/>
                    <a:pt x="4230" y="7043"/>
                  </a:cubicBezTo>
                  <a:cubicBezTo>
                    <a:pt x="2297" y="8051"/>
                    <a:pt x="1573" y="10388"/>
                    <a:pt x="2535" y="12208"/>
                  </a:cubicBezTo>
                  <a:cubicBezTo>
                    <a:pt x="2728" y="12561"/>
                    <a:pt x="2888" y="12937"/>
                    <a:pt x="3029" y="13312"/>
                  </a:cubicBezTo>
                  <a:cubicBezTo>
                    <a:pt x="3237" y="13853"/>
                    <a:pt x="3218" y="14385"/>
                    <a:pt x="2865" y="14880"/>
                  </a:cubicBezTo>
                  <a:cubicBezTo>
                    <a:pt x="2393" y="15554"/>
                    <a:pt x="1884" y="16209"/>
                    <a:pt x="1463" y="16915"/>
                  </a:cubicBezTo>
                  <a:cubicBezTo>
                    <a:pt x="1059" y="17603"/>
                    <a:pt x="656" y="18313"/>
                    <a:pt x="413" y="19069"/>
                  </a:cubicBezTo>
                  <a:cubicBezTo>
                    <a:pt x="1" y="20352"/>
                    <a:pt x="725" y="21640"/>
                    <a:pt x="1999" y="22104"/>
                  </a:cubicBezTo>
                  <a:cubicBezTo>
                    <a:pt x="2361" y="22231"/>
                    <a:pt x="2728" y="22342"/>
                    <a:pt x="3099" y="22447"/>
                  </a:cubicBezTo>
                  <a:cubicBezTo>
                    <a:pt x="4562" y="22864"/>
                    <a:pt x="4625" y="22946"/>
                    <a:pt x="4593" y="24450"/>
                  </a:cubicBezTo>
                  <a:cubicBezTo>
                    <a:pt x="4575" y="25147"/>
                    <a:pt x="4872" y="25535"/>
                    <a:pt x="5406" y="25535"/>
                  </a:cubicBezTo>
                  <a:cubicBezTo>
                    <a:pt x="5560" y="25535"/>
                    <a:pt x="5735" y="25502"/>
                    <a:pt x="5927" y="25435"/>
                  </a:cubicBezTo>
                  <a:cubicBezTo>
                    <a:pt x="6446" y="25257"/>
                    <a:pt x="6945" y="25023"/>
                    <a:pt x="7435" y="24785"/>
                  </a:cubicBezTo>
                  <a:cubicBezTo>
                    <a:pt x="7664" y="24675"/>
                    <a:pt x="7862" y="24486"/>
                    <a:pt x="8142" y="24286"/>
                  </a:cubicBezTo>
                  <a:cubicBezTo>
                    <a:pt x="6129" y="23016"/>
                    <a:pt x="5093" y="20788"/>
                    <a:pt x="5474" y="18798"/>
                  </a:cubicBezTo>
                  <a:cubicBezTo>
                    <a:pt x="5504" y="18638"/>
                    <a:pt x="5549" y="18480"/>
                    <a:pt x="5607" y="18327"/>
                  </a:cubicBezTo>
                  <a:cubicBezTo>
                    <a:pt x="5826" y="17816"/>
                    <a:pt x="6218" y="17528"/>
                    <a:pt x="6733" y="17528"/>
                  </a:cubicBezTo>
                  <a:cubicBezTo>
                    <a:pt x="6810" y="17528"/>
                    <a:pt x="6890" y="17535"/>
                    <a:pt x="6972" y="17548"/>
                  </a:cubicBezTo>
                  <a:cubicBezTo>
                    <a:pt x="7788" y="17681"/>
                    <a:pt x="8687" y="17671"/>
                    <a:pt x="9126" y="18592"/>
                  </a:cubicBezTo>
                  <a:cubicBezTo>
                    <a:pt x="9145" y="18625"/>
                    <a:pt x="9173" y="18657"/>
                    <a:pt x="9204" y="18670"/>
                  </a:cubicBezTo>
                  <a:cubicBezTo>
                    <a:pt x="9465" y="18771"/>
                    <a:pt x="9732" y="18872"/>
                    <a:pt x="9993" y="18968"/>
                  </a:cubicBezTo>
                  <a:cubicBezTo>
                    <a:pt x="10098" y="18693"/>
                    <a:pt x="10213" y="18419"/>
                    <a:pt x="10296" y="18139"/>
                  </a:cubicBezTo>
                  <a:cubicBezTo>
                    <a:pt x="10323" y="18043"/>
                    <a:pt x="10277" y="17919"/>
                    <a:pt x="10245" y="17813"/>
                  </a:cubicBezTo>
                  <a:cubicBezTo>
                    <a:pt x="10012" y="17006"/>
                    <a:pt x="9791" y="16196"/>
                    <a:pt x="9530" y="15398"/>
                  </a:cubicBezTo>
                  <a:cubicBezTo>
                    <a:pt x="9347" y="14848"/>
                    <a:pt x="9196" y="14458"/>
                    <a:pt x="9663" y="13835"/>
                  </a:cubicBezTo>
                  <a:cubicBezTo>
                    <a:pt x="10662" y="12494"/>
                    <a:pt x="11882" y="11910"/>
                    <a:pt x="13410" y="11910"/>
                  </a:cubicBezTo>
                  <a:cubicBezTo>
                    <a:pt x="13600" y="11910"/>
                    <a:pt x="13795" y="11919"/>
                    <a:pt x="13994" y="11937"/>
                  </a:cubicBezTo>
                  <a:cubicBezTo>
                    <a:pt x="15085" y="12038"/>
                    <a:pt x="16186" y="12069"/>
                    <a:pt x="17281" y="12088"/>
                  </a:cubicBezTo>
                  <a:cubicBezTo>
                    <a:pt x="17299" y="12088"/>
                    <a:pt x="17317" y="12088"/>
                    <a:pt x="17335" y="12088"/>
                  </a:cubicBezTo>
                  <a:cubicBezTo>
                    <a:pt x="18403" y="12088"/>
                    <a:pt x="19234" y="11695"/>
                    <a:pt x="19834" y="10699"/>
                  </a:cubicBezTo>
                  <a:cubicBezTo>
                    <a:pt x="20389" y="9778"/>
                    <a:pt x="21224" y="9204"/>
                    <a:pt x="22335" y="9204"/>
                  </a:cubicBezTo>
                  <a:cubicBezTo>
                    <a:pt x="22436" y="9204"/>
                    <a:pt x="22539" y="9209"/>
                    <a:pt x="22644" y="9219"/>
                  </a:cubicBezTo>
                  <a:cubicBezTo>
                    <a:pt x="22767" y="9230"/>
                    <a:pt x="22891" y="9234"/>
                    <a:pt x="23016" y="9234"/>
                  </a:cubicBezTo>
                  <a:cubicBezTo>
                    <a:pt x="23203" y="9234"/>
                    <a:pt x="23390" y="9224"/>
                    <a:pt x="23574" y="9213"/>
                  </a:cubicBezTo>
                  <a:cubicBezTo>
                    <a:pt x="24546" y="9150"/>
                    <a:pt x="25673" y="8013"/>
                    <a:pt x="25732" y="7042"/>
                  </a:cubicBezTo>
                  <a:cubicBezTo>
                    <a:pt x="25778" y="6349"/>
                    <a:pt x="25036" y="5075"/>
                    <a:pt x="24334" y="4823"/>
                  </a:cubicBezTo>
                  <a:cubicBezTo>
                    <a:pt x="23564" y="4543"/>
                    <a:pt x="22762" y="4291"/>
                    <a:pt x="21955" y="4183"/>
                  </a:cubicBezTo>
                  <a:cubicBezTo>
                    <a:pt x="20217" y="3948"/>
                    <a:pt x="18747" y="3321"/>
                    <a:pt x="17784" y="1771"/>
                  </a:cubicBezTo>
                  <a:cubicBezTo>
                    <a:pt x="17701" y="1634"/>
                    <a:pt x="17573" y="1520"/>
                    <a:pt x="17472" y="1392"/>
                  </a:cubicBezTo>
                  <a:cubicBezTo>
                    <a:pt x="16722" y="420"/>
                    <a:pt x="15733" y="1"/>
                    <a:pt x="1464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70"/>
            <p:cNvSpPr/>
            <p:nvPr/>
          </p:nvSpPr>
          <p:spPr>
            <a:xfrm>
              <a:off x="8012375" y="2646950"/>
              <a:ext cx="25150" cy="43725"/>
            </a:xfrm>
            <a:custGeom>
              <a:rect b="b" l="l" r="r" t="t"/>
              <a:pathLst>
                <a:path extrusionOk="0" h="1749" w="1006">
                  <a:moveTo>
                    <a:pt x="260" y="0"/>
                  </a:moveTo>
                  <a:cubicBezTo>
                    <a:pt x="244" y="0"/>
                    <a:pt x="230" y="1"/>
                    <a:pt x="216" y="3"/>
                  </a:cubicBezTo>
                  <a:cubicBezTo>
                    <a:pt x="124" y="16"/>
                    <a:pt x="0" y="245"/>
                    <a:pt x="0" y="379"/>
                  </a:cubicBezTo>
                  <a:cubicBezTo>
                    <a:pt x="0" y="663"/>
                    <a:pt x="15" y="974"/>
                    <a:pt x="129" y="1227"/>
                  </a:cubicBezTo>
                  <a:cubicBezTo>
                    <a:pt x="225" y="1437"/>
                    <a:pt x="469" y="1574"/>
                    <a:pt x="647" y="1749"/>
                  </a:cubicBezTo>
                  <a:cubicBezTo>
                    <a:pt x="771" y="1551"/>
                    <a:pt x="890" y="1359"/>
                    <a:pt x="1005" y="1185"/>
                  </a:cubicBezTo>
                  <a:cubicBezTo>
                    <a:pt x="876" y="786"/>
                    <a:pt x="813" y="461"/>
                    <a:pt x="665" y="180"/>
                  </a:cubicBezTo>
                  <a:cubicBezTo>
                    <a:pt x="611" y="77"/>
                    <a:pt x="404" y="0"/>
                    <a:pt x="260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70"/>
            <p:cNvSpPr/>
            <p:nvPr/>
          </p:nvSpPr>
          <p:spPr>
            <a:xfrm>
              <a:off x="7991075" y="2758200"/>
              <a:ext cx="21425" cy="43975"/>
            </a:xfrm>
            <a:custGeom>
              <a:rect b="b" l="l" r="r" t="t"/>
              <a:pathLst>
                <a:path extrusionOk="0" h="1759" w="857">
                  <a:moveTo>
                    <a:pt x="457" y="1"/>
                  </a:moveTo>
                  <a:cubicBezTo>
                    <a:pt x="342" y="1"/>
                    <a:pt x="121" y="75"/>
                    <a:pt x="114" y="122"/>
                  </a:cubicBezTo>
                  <a:cubicBezTo>
                    <a:pt x="45" y="589"/>
                    <a:pt x="9" y="1061"/>
                    <a:pt x="5" y="1534"/>
                  </a:cubicBezTo>
                  <a:cubicBezTo>
                    <a:pt x="0" y="1610"/>
                    <a:pt x="205" y="1759"/>
                    <a:pt x="316" y="1759"/>
                  </a:cubicBezTo>
                  <a:cubicBezTo>
                    <a:pt x="317" y="1759"/>
                    <a:pt x="319" y="1759"/>
                    <a:pt x="320" y="1758"/>
                  </a:cubicBezTo>
                  <a:cubicBezTo>
                    <a:pt x="431" y="1750"/>
                    <a:pt x="591" y="1621"/>
                    <a:pt x="633" y="1506"/>
                  </a:cubicBezTo>
                  <a:cubicBezTo>
                    <a:pt x="728" y="1236"/>
                    <a:pt x="770" y="947"/>
                    <a:pt x="857" y="562"/>
                  </a:cubicBezTo>
                  <a:cubicBezTo>
                    <a:pt x="770" y="412"/>
                    <a:pt x="674" y="181"/>
                    <a:pt x="518" y="17"/>
                  </a:cubicBezTo>
                  <a:cubicBezTo>
                    <a:pt x="508" y="6"/>
                    <a:pt x="485" y="1"/>
                    <a:pt x="457" y="1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70"/>
            <p:cNvSpPr/>
            <p:nvPr/>
          </p:nvSpPr>
          <p:spPr>
            <a:xfrm>
              <a:off x="7968275" y="2296925"/>
              <a:ext cx="32075" cy="45000"/>
            </a:xfrm>
            <a:custGeom>
              <a:rect b="b" l="l" r="r" t="t"/>
              <a:pathLst>
                <a:path extrusionOk="0" h="1800" w="1283">
                  <a:moveTo>
                    <a:pt x="599" y="1"/>
                  </a:moveTo>
                  <a:cubicBezTo>
                    <a:pt x="577" y="1"/>
                    <a:pt x="554" y="2"/>
                    <a:pt x="532" y="5"/>
                  </a:cubicBezTo>
                  <a:cubicBezTo>
                    <a:pt x="147" y="55"/>
                    <a:pt x="1" y="446"/>
                    <a:pt x="110" y="1092"/>
                  </a:cubicBezTo>
                  <a:cubicBezTo>
                    <a:pt x="169" y="1436"/>
                    <a:pt x="233" y="1800"/>
                    <a:pt x="644" y="1800"/>
                  </a:cubicBezTo>
                  <a:cubicBezTo>
                    <a:pt x="676" y="1800"/>
                    <a:pt x="711" y="1798"/>
                    <a:pt x="748" y="1793"/>
                  </a:cubicBezTo>
                  <a:cubicBezTo>
                    <a:pt x="1219" y="1734"/>
                    <a:pt x="1283" y="1367"/>
                    <a:pt x="1265" y="1033"/>
                  </a:cubicBezTo>
                  <a:cubicBezTo>
                    <a:pt x="1244" y="396"/>
                    <a:pt x="969" y="1"/>
                    <a:pt x="5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70"/>
            <p:cNvSpPr/>
            <p:nvPr/>
          </p:nvSpPr>
          <p:spPr>
            <a:xfrm>
              <a:off x="7913250" y="2366225"/>
              <a:ext cx="65575" cy="66925"/>
            </a:xfrm>
            <a:custGeom>
              <a:rect b="b" l="l" r="r" t="t"/>
              <a:pathLst>
                <a:path extrusionOk="0" h="2677" w="2623">
                  <a:moveTo>
                    <a:pt x="495" y="0"/>
                  </a:moveTo>
                  <a:cubicBezTo>
                    <a:pt x="344" y="0"/>
                    <a:pt x="160" y="68"/>
                    <a:pt x="0" y="89"/>
                  </a:cubicBezTo>
                  <a:cubicBezTo>
                    <a:pt x="124" y="245"/>
                    <a:pt x="221" y="447"/>
                    <a:pt x="381" y="556"/>
                  </a:cubicBezTo>
                  <a:cubicBezTo>
                    <a:pt x="808" y="850"/>
                    <a:pt x="1262" y="1102"/>
                    <a:pt x="1779" y="1423"/>
                  </a:cubicBezTo>
                  <a:cubicBezTo>
                    <a:pt x="1481" y="1703"/>
                    <a:pt x="1256" y="1881"/>
                    <a:pt x="1073" y="2096"/>
                  </a:cubicBezTo>
                  <a:cubicBezTo>
                    <a:pt x="991" y="2188"/>
                    <a:pt x="936" y="2386"/>
                    <a:pt x="982" y="2481"/>
                  </a:cubicBezTo>
                  <a:cubicBezTo>
                    <a:pt x="1018" y="2570"/>
                    <a:pt x="1207" y="2676"/>
                    <a:pt x="1292" y="2676"/>
                  </a:cubicBezTo>
                  <a:cubicBezTo>
                    <a:pt x="1304" y="2676"/>
                    <a:pt x="1314" y="2674"/>
                    <a:pt x="1321" y="2670"/>
                  </a:cubicBezTo>
                  <a:cubicBezTo>
                    <a:pt x="1687" y="2435"/>
                    <a:pt x="2105" y="2220"/>
                    <a:pt x="2356" y="1886"/>
                  </a:cubicBezTo>
                  <a:cubicBezTo>
                    <a:pt x="2623" y="1533"/>
                    <a:pt x="2485" y="1078"/>
                    <a:pt x="2110" y="827"/>
                  </a:cubicBezTo>
                  <a:cubicBezTo>
                    <a:pt x="1647" y="520"/>
                    <a:pt x="1142" y="254"/>
                    <a:pt x="628" y="24"/>
                  </a:cubicBezTo>
                  <a:cubicBezTo>
                    <a:pt x="588" y="7"/>
                    <a:pt x="543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70"/>
            <p:cNvSpPr/>
            <p:nvPr/>
          </p:nvSpPr>
          <p:spPr>
            <a:xfrm>
              <a:off x="7939725" y="2825650"/>
              <a:ext cx="28325" cy="55025"/>
            </a:xfrm>
            <a:custGeom>
              <a:rect b="b" l="l" r="r" t="t"/>
              <a:pathLst>
                <a:path extrusionOk="0" h="2201" w="1133">
                  <a:moveTo>
                    <a:pt x="386" y="0"/>
                  </a:moveTo>
                  <a:cubicBezTo>
                    <a:pt x="248" y="198"/>
                    <a:pt x="111" y="395"/>
                    <a:pt x="1" y="560"/>
                  </a:cubicBezTo>
                  <a:cubicBezTo>
                    <a:pt x="120" y="1059"/>
                    <a:pt x="175" y="1458"/>
                    <a:pt x="327" y="1820"/>
                  </a:cubicBezTo>
                  <a:cubicBezTo>
                    <a:pt x="395" y="1989"/>
                    <a:pt x="656" y="2077"/>
                    <a:pt x="830" y="2201"/>
                  </a:cubicBezTo>
                  <a:cubicBezTo>
                    <a:pt x="935" y="2008"/>
                    <a:pt x="1133" y="1810"/>
                    <a:pt x="1133" y="1618"/>
                  </a:cubicBezTo>
                  <a:cubicBezTo>
                    <a:pt x="1128" y="1242"/>
                    <a:pt x="1068" y="848"/>
                    <a:pt x="931" y="504"/>
                  </a:cubicBezTo>
                  <a:cubicBezTo>
                    <a:pt x="849" y="298"/>
                    <a:pt x="573" y="165"/>
                    <a:pt x="386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70"/>
            <p:cNvSpPr/>
            <p:nvPr/>
          </p:nvSpPr>
          <p:spPr>
            <a:xfrm>
              <a:off x="7898600" y="2448250"/>
              <a:ext cx="65350" cy="75850"/>
            </a:xfrm>
            <a:custGeom>
              <a:rect b="b" l="l" r="r" t="t"/>
              <a:pathLst>
                <a:path extrusionOk="0" h="3034" w="2614">
                  <a:moveTo>
                    <a:pt x="1087" y="723"/>
                  </a:moveTo>
                  <a:cubicBezTo>
                    <a:pt x="1238" y="883"/>
                    <a:pt x="1463" y="1020"/>
                    <a:pt x="1522" y="1209"/>
                  </a:cubicBezTo>
                  <a:cubicBezTo>
                    <a:pt x="1595" y="1461"/>
                    <a:pt x="1558" y="1758"/>
                    <a:pt x="1522" y="2029"/>
                  </a:cubicBezTo>
                  <a:cubicBezTo>
                    <a:pt x="1514" y="2089"/>
                    <a:pt x="1327" y="2189"/>
                    <a:pt x="1248" y="2189"/>
                  </a:cubicBezTo>
                  <a:cubicBezTo>
                    <a:pt x="1238" y="2189"/>
                    <a:pt x="1230" y="2187"/>
                    <a:pt x="1224" y="2184"/>
                  </a:cubicBezTo>
                  <a:cubicBezTo>
                    <a:pt x="1082" y="2093"/>
                    <a:pt x="908" y="1950"/>
                    <a:pt x="885" y="1804"/>
                  </a:cubicBezTo>
                  <a:cubicBezTo>
                    <a:pt x="830" y="1492"/>
                    <a:pt x="866" y="1167"/>
                    <a:pt x="866" y="846"/>
                  </a:cubicBezTo>
                  <a:lnTo>
                    <a:pt x="1087" y="723"/>
                  </a:lnTo>
                  <a:close/>
                  <a:moveTo>
                    <a:pt x="1283" y="0"/>
                  </a:moveTo>
                  <a:cubicBezTo>
                    <a:pt x="1051" y="0"/>
                    <a:pt x="824" y="83"/>
                    <a:pt x="679" y="250"/>
                  </a:cubicBezTo>
                  <a:cubicBezTo>
                    <a:pt x="302" y="672"/>
                    <a:pt x="1" y="1135"/>
                    <a:pt x="64" y="1762"/>
                  </a:cubicBezTo>
                  <a:cubicBezTo>
                    <a:pt x="141" y="2484"/>
                    <a:pt x="643" y="3033"/>
                    <a:pt x="1288" y="3033"/>
                  </a:cubicBezTo>
                  <a:cubicBezTo>
                    <a:pt x="1299" y="3033"/>
                    <a:pt x="1309" y="3033"/>
                    <a:pt x="1320" y="3033"/>
                  </a:cubicBezTo>
                  <a:cubicBezTo>
                    <a:pt x="1972" y="3015"/>
                    <a:pt x="2494" y="2423"/>
                    <a:pt x="2613" y="1644"/>
                  </a:cubicBezTo>
                  <a:cubicBezTo>
                    <a:pt x="2411" y="1203"/>
                    <a:pt x="2260" y="731"/>
                    <a:pt x="1989" y="342"/>
                  </a:cubicBezTo>
                  <a:cubicBezTo>
                    <a:pt x="1831" y="114"/>
                    <a:pt x="1554" y="0"/>
                    <a:pt x="12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70"/>
            <p:cNvSpPr/>
            <p:nvPr/>
          </p:nvSpPr>
          <p:spPr>
            <a:xfrm>
              <a:off x="7898475" y="2756675"/>
              <a:ext cx="24550" cy="50200"/>
            </a:xfrm>
            <a:custGeom>
              <a:rect b="b" l="l" r="r" t="t"/>
              <a:pathLst>
                <a:path extrusionOk="0" h="2008" w="982">
                  <a:moveTo>
                    <a:pt x="487" y="0"/>
                  </a:moveTo>
                  <a:cubicBezTo>
                    <a:pt x="371" y="0"/>
                    <a:pt x="263" y="81"/>
                    <a:pt x="221" y="242"/>
                  </a:cubicBezTo>
                  <a:cubicBezTo>
                    <a:pt x="97" y="696"/>
                    <a:pt x="46" y="1172"/>
                    <a:pt x="10" y="1645"/>
                  </a:cubicBezTo>
                  <a:cubicBezTo>
                    <a:pt x="0" y="1765"/>
                    <a:pt x="161" y="2003"/>
                    <a:pt x="248" y="2007"/>
                  </a:cubicBezTo>
                  <a:cubicBezTo>
                    <a:pt x="399" y="2007"/>
                    <a:pt x="629" y="1911"/>
                    <a:pt x="692" y="1782"/>
                  </a:cubicBezTo>
                  <a:cubicBezTo>
                    <a:pt x="835" y="1517"/>
                    <a:pt x="890" y="1205"/>
                    <a:pt x="982" y="907"/>
                  </a:cubicBezTo>
                  <a:cubicBezTo>
                    <a:pt x="918" y="659"/>
                    <a:pt x="895" y="412"/>
                    <a:pt x="790" y="215"/>
                  </a:cubicBezTo>
                  <a:cubicBezTo>
                    <a:pt x="712" y="71"/>
                    <a:pt x="596" y="0"/>
                    <a:pt x="487" y="0"/>
                  </a:cubicBezTo>
                  <a:close/>
                </a:path>
              </a:pathLst>
            </a:custGeom>
            <a:solidFill>
              <a:srgbClr val="2F3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70"/>
            <p:cNvSpPr/>
            <p:nvPr/>
          </p:nvSpPr>
          <p:spPr>
            <a:xfrm>
              <a:off x="7844075" y="2828275"/>
              <a:ext cx="24175" cy="60550"/>
            </a:xfrm>
            <a:custGeom>
              <a:rect b="b" l="l" r="r" t="t"/>
              <a:pathLst>
                <a:path extrusionOk="0" h="2422" w="967">
                  <a:moveTo>
                    <a:pt x="455" y="0"/>
                  </a:moveTo>
                  <a:cubicBezTo>
                    <a:pt x="451" y="0"/>
                    <a:pt x="448" y="1"/>
                    <a:pt x="444" y="1"/>
                  </a:cubicBezTo>
                  <a:cubicBezTo>
                    <a:pt x="315" y="15"/>
                    <a:pt x="142" y="203"/>
                    <a:pt x="96" y="344"/>
                  </a:cubicBezTo>
                  <a:cubicBezTo>
                    <a:pt x="23" y="583"/>
                    <a:pt x="36" y="844"/>
                    <a:pt x="0" y="1215"/>
                  </a:cubicBezTo>
                  <a:cubicBezTo>
                    <a:pt x="45" y="1463"/>
                    <a:pt x="82" y="1825"/>
                    <a:pt x="192" y="2165"/>
                  </a:cubicBezTo>
                  <a:cubicBezTo>
                    <a:pt x="237" y="2284"/>
                    <a:pt x="458" y="2422"/>
                    <a:pt x="596" y="2422"/>
                  </a:cubicBezTo>
                  <a:cubicBezTo>
                    <a:pt x="601" y="2422"/>
                    <a:pt x="605" y="2422"/>
                    <a:pt x="609" y="2421"/>
                  </a:cubicBezTo>
                  <a:cubicBezTo>
                    <a:pt x="742" y="2412"/>
                    <a:pt x="966" y="2210"/>
                    <a:pt x="966" y="2096"/>
                  </a:cubicBezTo>
                  <a:cubicBezTo>
                    <a:pt x="963" y="1486"/>
                    <a:pt x="924" y="876"/>
                    <a:pt x="848" y="272"/>
                  </a:cubicBezTo>
                  <a:cubicBezTo>
                    <a:pt x="834" y="159"/>
                    <a:pt x="590" y="0"/>
                    <a:pt x="4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70"/>
            <p:cNvSpPr/>
            <p:nvPr/>
          </p:nvSpPr>
          <p:spPr>
            <a:xfrm>
              <a:off x="7790075" y="2759800"/>
              <a:ext cx="30050" cy="49575"/>
            </a:xfrm>
            <a:custGeom>
              <a:rect b="b" l="l" r="r" t="t"/>
              <a:pathLst>
                <a:path extrusionOk="0" h="1983" w="1202">
                  <a:moveTo>
                    <a:pt x="819" y="0"/>
                  </a:moveTo>
                  <a:cubicBezTo>
                    <a:pt x="750" y="0"/>
                    <a:pt x="669" y="29"/>
                    <a:pt x="573" y="95"/>
                  </a:cubicBezTo>
                  <a:cubicBezTo>
                    <a:pt x="93" y="434"/>
                    <a:pt x="0" y="1520"/>
                    <a:pt x="427" y="1983"/>
                  </a:cubicBezTo>
                  <a:cubicBezTo>
                    <a:pt x="858" y="1621"/>
                    <a:pt x="1201" y="801"/>
                    <a:pt x="1109" y="361"/>
                  </a:cubicBezTo>
                  <a:cubicBezTo>
                    <a:pt x="1065" y="151"/>
                    <a:pt x="974" y="0"/>
                    <a:pt x="8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70"/>
            <p:cNvSpPr/>
            <p:nvPr/>
          </p:nvSpPr>
          <p:spPr>
            <a:xfrm>
              <a:off x="7773350" y="2343575"/>
              <a:ext cx="40825" cy="44850"/>
            </a:xfrm>
            <a:custGeom>
              <a:rect b="b" l="l" r="r" t="t"/>
              <a:pathLst>
                <a:path extrusionOk="0" h="1794" w="1633">
                  <a:moveTo>
                    <a:pt x="623" y="0"/>
                  </a:moveTo>
                  <a:cubicBezTo>
                    <a:pt x="250" y="0"/>
                    <a:pt x="1" y="328"/>
                    <a:pt x="15" y="802"/>
                  </a:cubicBezTo>
                  <a:cubicBezTo>
                    <a:pt x="23" y="1376"/>
                    <a:pt x="348" y="1793"/>
                    <a:pt x="784" y="1793"/>
                  </a:cubicBezTo>
                  <a:cubicBezTo>
                    <a:pt x="793" y="1793"/>
                    <a:pt x="802" y="1793"/>
                    <a:pt x="812" y="1793"/>
                  </a:cubicBezTo>
                  <a:cubicBezTo>
                    <a:pt x="1233" y="1779"/>
                    <a:pt x="1623" y="1357"/>
                    <a:pt x="1628" y="913"/>
                  </a:cubicBezTo>
                  <a:cubicBezTo>
                    <a:pt x="1632" y="445"/>
                    <a:pt x="1160" y="9"/>
                    <a:pt x="638" y="0"/>
                  </a:cubicBezTo>
                  <a:cubicBezTo>
                    <a:pt x="633" y="0"/>
                    <a:pt x="628" y="0"/>
                    <a:pt x="62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70"/>
            <p:cNvSpPr/>
            <p:nvPr/>
          </p:nvSpPr>
          <p:spPr>
            <a:xfrm>
              <a:off x="7704250" y="2462725"/>
              <a:ext cx="77700" cy="71550"/>
            </a:xfrm>
            <a:custGeom>
              <a:rect b="b" l="l" r="r" t="t"/>
              <a:pathLst>
                <a:path extrusionOk="0" h="2862" w="3108">
                  <a:moveTo>
                    <a:pt x="1324" y="1"/>
                  </a:moveTo>
                  <a:cubicBezTo>
                    <a:pt x="505" y="1"/>
                    <a:pt x="0" y="531"/>
                    <a:pt x="0" y="1381"/>
                  </a:cubicBezTo>
                  <a:cubicBezTo>
                    <a:pt x="0" y="2340"/>
                    <a:pt x="491" y="2862"/>
                    <a:pt x="1398" y="2862"/>
                  </a:cubicBezTo>
                  <a:cubicBezTo>
                    <a:pt x="1406" y="2862"/>
                    <a:pt x="1413" y="2862"/>
                    <a:pt x="1421" y="2862"/>
                  </a:cubicBezTo>
                  <a:cubicBezTo>
                    <a:pt x="2297" y="2857"/>
                    <a:pt x="3108" y="2138"/>
                    <a:pt x="3090" y="1381"/>
                  </a:cubicBezTo>
                  <a:cubicBezTo>
                    <a:pt x="3072" y="602"/>
                    <a:pt x="2320" y="5"/>
                    <a:pt x="1344" y="1"/>
                  </a:cubicBezTo>
                  <a:cubicBezTo>
                    <a:pt x="1337" y="1"/>
                    <a:pt x="1331" y="1"/>
                    <a:pt x="1324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70"/>
            <p:cNvSpPr/>
            <p:nvPr/>
          </p:nvSpPr>
          <p:spPr>
            <a:xfrm>
              <a:off x="7298150" y="2781650"/>
              <a:ext cx="452775" cy="398875"/>
            </a:xfrm>
            <a:custGeom>
              <a:rect b="b" l="l" r="r" t="t"/>
              <a:pathLst>
                <a:path extrusionOk="0" h="15955" w="18111">
                  <a:moveTo>
                    <a:pt x="7932" y="4413"/>
                  </a:moveTo>
                  <a:cubicBezTo>
                    <a:pt x="8111" y="4413"/>
                    <a:pt x="8261" y="4615"/>
                    <a:pt x="8237" y="4878"/>
                  </a:cubicBezTo>
                  <a:lnTo>
                    <a:pt x="8238" y="4878"/>
                  </a:lnTo>
                  <a:cubicBezTo>
                    <a:pt x="8200" y="5335"/>
                    <a:pt x="7344" y="6155"/>
                    <a:pt x="6884" y="6175"/>
                  </a:cubicBezTo>
                  <a:cubicBezTo>
                    <a:pt x="6877" y="6175"/>
                    <a:pt x="6869" y="6176"/>
                    <a:pt x="6862" y="6176"/>
                  </a:cubicBezTo>
                  <a:cubicBezTo>
                    <a:pt x="6536" y="6176"/>
                    <a:pt x="6331" y="5898"/>
                    <a:pt x="6537" y="5648"/>
                  </a:cubicBezTo>
                  <a:cubicBezTo>
                    <a:pt x="6902" y="5221"/>
                    <a:pt x="7309" y="4830"/>
                    <a:pt x="7751" y="4484"/>
                  </a:cubicBezTo>
                  <a:cubicBezTo>
                    <a:pt x="7811" y="4435"/>
                    <a:pt x="7873" y="4413"/>
                    <a:pt x="7932" y="4413"/>
                  </a:cubicBezTo>
                  <a:close/>
                  <a:moveTo>
                    <a:pt x="10183" y="5560"/>
                  </a:moveTo>
                  <a:cubicBezTo>
                    <a:pt x="10242" y="5560"/>
                    <a:pt x="10295" y="5570"/>
                    <a:pt x="10323" y="5593"/>
                  </a:cubicBezTo>
                  <a:cubicBezTo>
                    <a:pt x="10423" y="5675"/>
                    <a:pt x="10523" y="5900"/>
                    <a:pt x="10483" y="5996"/>
                  </a:cubicBezTo>
                  <a:lnTo>
                    <a:pt x="10483" y="5995"/>
                  </a:lnTo>
                  <a:cubicBezTo>
                    <a:pt x="10223" y="6579"/>
                    <a:pt x="9932" y="7148"/>
                    <a:pt x="9612" y="7701"/>
                  </a:cubicBezTo>
                  <a:cubicBezTo>
                    <a:pt x="9560" y="7790"/>
                    <a:pt x="9373" y="7855"/>
                    <a:pt x="9233" y="7855"/>
                  </a:cubicBezTo>
                  <a:cubicBezTo>
                    <a:pt x="9200" y="7855"/>
                    <a:pt x="9170" y="7851"/>
                    <a:pt x="9145" y="7843"/>
                  </a:cubicBezTo>
                  <a:cubicBezTo>
                    <a:pt x="9015" y="7806"/>
                    <a:pt x="8943" y="7590"/>
                    <a:pt x="8782" y="7371"/>
                  </a:cubicBezTo>
                  <a:cubicBezTo>
                    <a:pt x="9172" y="6775"/>
                    <a:pt x="9539" y="6193"/>
                    <a:pt x="9938" y="5633"/>
                  </a:cubicBezTo>
                  <a:cubicBezTo>
                    <a:pt x="9972" y="5588"/>
                    <a:pt x="10085" y="5560"/>
                    <a:pt x="10183" y="5560"/>
                  </a:cubicBezTo>
                  <a:close/>
                  <a:moveTo>
                    <a:pt x="13618" y="6775"/>
                  </a:moveTo>
                  <a:cubicBezTo>
                    <a:pt x="13746" y="6949"/>
                    <a:pt x="13880" y="7118"/>
                    <a:pt x="13989" y="7303"/>
                  </a:cubicBezTo>
                  <a:cubicBezTo>
                    <a:pt x="14034" y="7376"/>
                    <a:pt x="14021" y="7481"/>
                    <a:pt x="14044" y="7668"/>
                  </a:cubicBezTo>
                  <a:lnTo>
                    <a:pt x="14044" y="7668"/>
                  </a:lnTo>
                  <a:cubicBezTo>
                    <a:pt x="13989" y="7876"/>
                    <a:pt x="13958" y="8197"/>
                    <a:pt x="13811" y="8458"/>
                  </a:cubicBezTo>
                  <a:cubicBezTo>
                    <a:pt x="13741" y="8583"/>
                    <a:pt x="13502" y="8706"/>
                    <a:pt x="13343" y="8706"/>
                  </a:cubicBezTo>
                  <a:cubicBezTo>
                    <a:pt x="13323" y="8706"/>
                    <a:pt x="13304" y="8704"/>
                    <a:pt x="13287" y="8700"/>
                  </a:cubicBezTo>
                  <a:cubicBezTo>
                    <a:pt x="13150" y="8664"/>
                    <a:pt x="12999" y="8380"/>
                    <a:pt x="13003" y="8210"/>
                  </a:cubicBezTo>
                  <a:cubicBezTo>
                    <a:pt x="13008" y="7888"/>
                    <a:pt x="13086" y="7559"/>
                    <a:pt x="13205" y="7257"/>
                  </a:cubicBezTo>
                  <a:cubicBezTo>
                    <a:pt x="13279" y="7073"/>
                    <a:pt x="13476" y="6935"/>
                    <a:pt x="13618" y="6775"/>
                  </a:cubicBezTo>
                  <a:close/>
                  <a:moveTo>
                    <a:pt x="5558" y="7404"/>
                  </a:moveTo>
                  <a:cubicBezTo>
                    <a:pt x="5608" y="7404"/>
                    <a:pt x="5654" y="7412"/>
                    <a:pt x="5689" y="7427"/>
                  </a:cubicBezTo>
                  <a:cubicBezTo>
                    <a:pt x="5798" y="7473"/>
                    <a:pt x="5853" y="7637"/>
                    <a:pt x="5990" y="7839"/>
                  </a:cubicBezTo>
                  <a:lnTo>
                    <a:pt x="5991" y="7838"/>
                  </a:lnTo>
                  <a:lnTo>
                    <a:pt x="5991" y="7838"/>
                  </a:lnTo>
                  <a:cubicBezTo>
                    <a:pt x="5629" y="8351"/>
                    <a:pt x="5285" y="8860"/>
                    <a:pt x="4904" y="9338"/>
                  </a:cubicBezTo>
                  <a:cubicBezTo>
                    <a:pt x="4871" y="9382"/>
                    <a:pt x="4772" y="9404"/>
                    <a:pt x="4676" y="9404"/>
                  </a:cubicBezTo>
                  <a:cubicBezTo>
                    <a:pt x="4590" y="9404"/>
                    <a:pt x="4506" y="9387"/>
                    <a:pt x="4469" y="9353"/>
                  </a:cubicBezTo>
                  <a:cubicBezTo>
                    <a:pt x="4364" y="9256"/>
                    <a:pt x="4281" y="8990"/>
                    <a:pt x="4341" y="8889"/>
                  </a:cubicBezTo>
                  <a:cubicBezTo>
                    <a:pt x="4629" y="8403"/>
                    <a:pt x="4959" y="7940"/>
                    <a:pt x="5298" y="7490"/>
                  </a:cubicBezTo>
                  <a:cubicBezTo>
                    <a:pt x="5342" y="7435"/>
                    <a:pt x="5456" y="7404"/>
                    <a:pt x="5558" y="7404"/>
                  </a:cubicBezTo>
                  <a:close/>
                  <a:moveTo>
                    <a:pt x="8274" y="8440"/>
                  </a:moveTo>
                  <a:cubicBezTo>
                    <a:pt x="8290" y="8440"/>
                    <a:pt x="8305" y="8441"/>
                    <a:pt x="8319" y="8443"/>
                  </a:cubicBezTo>
                  <a:cubicBezTo>
                    <a:pt x="8434" y="8462"/>
                    <a:pt x="8516" y="8696"/>
                    <a:pt x="8631" y="8856"/>
                  </a:cubicBezTo>
                  <a:cubicBezTo>
                    <a:pt x="8430" y="9424"/>
                    <a:pt x="8274" y="9969"/>
                    <a:pt x="8029" y="10474"/>
                  </a:cubicBezTo>
                  <a:cubicBezTo>
                    <a:pt x="7957" y="10626"/>
                    <a:pt x="7654" y="10671"/>
                    <a:pt x="7457" y="10763"/>
                  </a:cubicBezTo>
                  <a:cubicBezTo>
                    <a:pt x="7370" y="10566"/>
                    <a:pt x="7174" y="10332"/>
                    <a:pt x="7224" y="10172"/>
                  </a:cubicBezTo>
                  <a:cubicBezTo>
                    <a:pt x="7376" y="9649"/>
                    <a:pt x="7595" y="9140"/>
                    <a:pt x="7838" y="8654"/>
                  </a:cubicBezTo>
                  <a:cubicBezTo>
                    <a:pt x="7896" y="8538"/>
                    <a:pt x="8121" y="8440"/>
                    <a:pt x="8274" y="8440"/>
                  </a:cubicBezTo>
                  <a:close/>
                  <a:moveTo>
                    <a:pt x="2631" y="9349"/>
                  </a:moveTo>
                  <a:cubicBezTo>
                    <a:pt x="2656" y="9349"/>
                    <a:pt x="2679" y="9352"/>
                    <a:pt x="2697" y="9359"/>
                  </a:cubicBezTo>
                  <a:cubicBezTo>
                    <a:pt x="2788" y="9401"/>
                    <a:pt x="2825" y="9585"/>
                    <a:pt x="2935" y="9805"/>
                  </a:cubicBezTo>
                  <a:cubicBezTo>
                    <a:pt x="2613" y="10230"/>
                    <a:pt x="2311" y="10666"/>
                    <a:pt x="1967" y="11069"/>
                  </a:cubicBezTo>
                  <a:cubicBezTo>
                    <a:pt x="1923" y="11120"/>
                    <a:pt x="1823" y="11124"/>
                    <a:pt x="1718" y="11124"/>
                  </a:cubicBezTo>
                  <a:cubicBezTo>
                    <a:pt x="1699" y="11124"/>
                    <a:pt x="1678" y="11124"/>
                    <a:pt x="1658" y="11124"/>
                  </a:cubicBezTo>
                  <a:cubicBezTo>
                    <a:pt x="1613" y="11124"/>
                    <a:pt x="1568" y="11124"/>
                    <a:pt x="1527" y="11129"/>
                  </a:cubicBezTo>
                  <a:cubicBezTo>
                    <a:pt x="1519" y="10978"/>
                    <a:pt x="1445" y="10789"/>
                    <a:pt x="1504" y="10684"/>
                  </a:cubicBezTo>
                  <a:cubicBezTo>
                    <a:pt x="1759" y="10266"/>
                    <a:pt x="2036" y="9863"/>
                    <a:pt x="2335" y="9474"/>
                  </a:cubicBezTo>
                  <a:cubicBezTo>
                    <a:pt x="2386" y="9404"/>
                    <a:pt x="2529" y="9349"/>
                    <a:pt x="2631" y="9349"/>
                  </a:cubicBezTo>
                  <a:close/>
                  <a:moveTo>
                    <a:pt x="11556" y="9232"/>
                  </a:moveTo>
                  <a:cubicBezTo>
                    <a:pt x="11665" y="9402"/>
                    <a:pt x="11780" y="9572"/>
                    <a:pt x="11871" y="9746"/>
                  </a:cubicBezTo>
                  <a:cubicBezTo>
                    <a:pt x="11903" y="9805"/>
                    <a:pt x="11876" y="9892"/>
                    <a:pt x="11876" y="9966"/>
                  </a:cubicBezTo>
                  <a:cubicBezTo>
                    <a:pt x="11894" y="9966"/>
                    <a:pt x="11913" y="9969"/>
                    <a:pt x="11931" y="9975"/>
                  </a:cubicBezTo>
                  <a:lnTo>
                    <a:pt x="11932" y="9973"/>
                  </a:lnTo>
                  <a:lnTo>
                    <a:pt x="11932" y="9973"/>
                  </a:lnTo>
                  <a:cubicBezTo>
                    <a:pt x="11821" y="10396"/>
                    <a:pt x="11766" y="10840"/>
                    <a:pt x="11583" y="11226"/>
                  </a:cubicBezTo>
                  <a:cubicBezTo>
                    <a:pt x="11495" y="11419"/>
                    <a:pt x="11188" y="11511"/>
                    <a:pt x="10978" y="11648"/>
                  </a:cubicBezTo>
                  <a:cubicBezTo>
                    <a:pt x="10877" y="11423"/>
                    <a:pt x="10670" y="11180"/>
                    <a:pt x="10703" y="10969"/>
                  </a:cubicBezTo>
                  <a:cubicBezTo>
                    <a:pt x="10771" y="10511"/>
                    <a:pt x="10927" y="10052"/>
                    <a:pt x="11110" y="9617"/>
                  </a:cubicBezTo>
                  <a:cubicBezTo>
                    <a:pt x="11175" y="9457"/>
                    <a:pt x="11404" y="9360"/>
                    <a:pt x="11556" y="9232"/>
                  </a:cubicBezTo>
                  <a:close/>
                  <a:moveTo>
                    <a:pt x="14979" y="9676"/>
                  </a:moveTo>
                  <a:cubicBezTo>
                    <a:pt x="15103" y="9855"/>
                    <a:pt x="15241" y="10034"/>
                    <a:pt x="15351" y="10222"/>
                  </a:cubicBezTo>
                  <a:cubicBezTo>
                    <a:pt x="15391" y="10295"/>
                    <a:pt x="15369" y="10401"/>
                    <a:pt x="15378" y="10556"/>
                  </a:cubicBezTo>
                  <a:lnTo>
                    <a:pt x="15378" y="10556"/>
                  </a:lnTo>
                  <a:cubicBezTo>
                    <a:pt x="15332" y="10817"/>
                    <a:pt x="15332" y="11170"/>
                    <a:pt x="15199" y="11455"/>
                  </a:cubicBezTo>
                  <a:cubicBezTo>
                    <a:pt x="15098" y="11680"/>
                    <a:pt x="14833" y="11964"/>
                    <a:pt x="14631" y="11969"/>
                  </a:cubicBezTo>
                  <a:cubicBezTo>
                    <a:pt x="14625" y="11969"/>
                    <a:pt x="14618" y="11969"/>
                    <a:pt x="14612" y="11969"/>
                  </a:cubicBezTo>
                  <a:cubicBezTo>
                    <a:pt x="14263" y="11969"/>
                    <a:pt x="14215" y="11614"/>
                    <a:pt x="14265" y="11313"/>
                  </a:cubicBezTo>
                  <a:cubicBezTo>
                    <a:pt x="14328" y="10919"/>
                    <a:pt x="14402" y="10515"/>
                    <a:pt x="14539" y="10145"/>
                  </a:cubicBezTo>
                  <a:cubicBezTo>
                    <a:pt x="14604" y="9960"/>
                    <a:pt x="14828" y="9828"/>
                    <a:pt x="14979" y="9676"/>
                  </a:cubicBezTo>
                  <a:close/>
                  <a:moveTo>
                    <a:pt x="4191" y="10944"/>
                  </a:moveTo>
                  <a:cubicBezTo>
                    <a:pt x="4291" y="10944"/>
                    <a:pt x="4590" y="11067"/>
                    <a:pt x="4629" y="11172"/>
                  </a:cubicBezTo>
                  <a:cubicBezTo>
                    <a:pt x="4744" y="11478"/>
                    <a:pt x="3979" y="12355"/>
                    <a:pt x="3506" y="12363"/>
                  </a:cubicBezTo>
                  <a:lnTo>
                    <a:pt x="3507" y="12362"/>
                  </a:lnTo>
                  <a:cubicBezTo>
                    <a:pt x="3465" y="12257"/>
                    <a:pt x="3310" y="12045"/>
                    <a:pt x="3360" y="11964"/>
                  </a:cubicBezTo>
                  <a:cubicBezTo>
                    <a:pt x="3592" y="11600"/>
                    <a:pt x="3860" y="11261"/>
                    <a:pt x="4162" y="10952"/>
                  </a:cubicBezTo>
                  <a:cubicBezTo>
                    <a:pt x="4167" y="10947"/>
                    <a:pt x="4177" y="10944"/>
                    <a:pt x="4191" y="10944"/>
                  </a:cubicBezTo>
                  <a:close/>
                  <a:moveTo>
                    <a:pt x="8673" y="12370"/>
                  </a:moveTo>
                  <a:cubicBezTo>
                    <a:pt x="8691" y="12370"/>
                    <a:pt x="8709" y="12372"/>
                    <a:pt x="8724" y="12377"/>
                  </a:cubicBezTo>
                  <a:cubicBezTo>
                    <a:pt x="8838" y="12404"/>
                    <a:pt x="9011" y="12629"/>
                    <a:pt x="8984" y="12715"/>
                  </a:cubicBezTo>
                  <a:lnTo>
                    <a:pt x="8985" y="12714"/>
                  </a:lnTo>
                  <a:lnTo>
                    <a:pt x="8985" y="12714"/>
                  </a:lnTo>
                  <a:cubicBezTo>
                    <a:pt x="8874" y="13105"/>
                    <a:pt x="8718" y="13480"/>
                    <a:pt x="8535" y="13843"/>
                  </a:cubicBezTo>
                  <a:cubicBezTo>
                    <a:pt x="8504" y="13906"/>
                    <a:pt x="8360" y="13953"/>
                    <a:pt x="8249" y="13953"/>
                  </a:cubicBezTo>
                  <a:cubicBezTo>
                    <a:pt x="8215" y="13953"/>
                    <a:pt x="8184" y="13948"/>
                    <a:pt x="8160" y="13938"/>
                  </a:cubicBezTo>
                  <a:cubicBezTo>
                    <a:pt x="8063" y="13902"/>
                    <a:pt x="8022" y="13719"/>
                    <a:pt x="7944" y="13576"/>
                  </a:cubicBezTo>
                  <a:cubicBezTo>
                    <a:pt x="8072" y="13223"/>
                    <a:pt x="8169" y="12871"/>
                    <a:pt x="8329" y="12554"/>
                  </a:cubicBezTo>
                  <a:cubicBezTo>
                    <a:pt x="8373" y="12459"/>
                    <a:pt x="8551" y="12370"/>
                    <a:pt x="8673" y="12370"/>
                  </a:cubicBezTo>
                  <a:close/>
                  <a:moveTo>
                    <a:pt x="12986" y="12939"/>
                  </a:moveTo>
                  <a:cubicBezTo>
                    <a:pt x="12990" y="12939"/>
                    <a:pt x="12995" y="12940"/>
                    <a:pt x="12999" y="12940"/>
                  </a:cubicBezTo>
                  <a:cubicBezTo>
                    <a:pt x="13119" y="12958"/>
                    <a:pt x="13325" y="13109"/>
                    <a:pt x="13310" y="13174"/>
                  </a:cubicBezTo>
                  <a:lnTo>
                    <a:pt x="13312" y="13173"/>
                  </a:lnTo>
                  <a:lnTo>
                    <a:pt x="13312" y="13173"/>
                  </a:lnTo>
                  <a:cubicBezTo>
                    <a:pt x="13229" y="13696"/>
                    <a:pt x="13117" y="14213"/>
                    <a:pt x="12976" y="14723"/>
                  </a:cubicBezTo>
                  <a:cubicBezTo>
                    <a:pt x="12961" y="14777"/>
                    <a:pt x="12789" y="14839"/>
                    <a:pt x="12675" y="14839"/>
                  </a:cubicBezTo>
                  <a:cubicBezTo>
                    <a:pt x="12644" y="14839"/>
                    <a:pt x="12617" y="14834"/>
                    <a:pt x="12600" y="14824"/>
                  </a:cubicBezTo>
                  <a:cubicBezTo>
                    <a:pt x="12467" y="14746"/>
                    <a:pt x="12389" y="14567"/>
                    <a:pt x="12293" y="14439"/>
                  </a:cubicBezTo>
                  <a:cubicBezTo>
                    <a:pt x="12444" y="13971"/>
                    <a:pt x="12568" y="13550"/>
                    <a:pt x="12724" y="13142"/>
                  </a:cubicBezTo>
                  <a:cubicBezTo>
                    <a:pt x="12759" y="13055"/>
                    <a:pt x="12904" y="12939"/>
                    <a:pt x="12986" y="12939"/>
                  </a:cubicBezTo>
                  <a:close/>
                  <a:moveTo>
                    <a:pt x="16369" y="13187"/>
                  </a:moveTo>
                  <a:cubicBezTo>
                    <a:pt x="16462" y="13187"/>
                    <a:pt x="16562" y="13204"/>
                    <a:pt x="16593" y="13242"/>
                  </a:cubicBezTo>
                  <a:cubicBezTo>
                    <a:pt x="16703" y="13389"/>
                    <a:pt x="16726" y="13604"/>
                    <a:pt x="16804" y="13833"/>
                  </a:cubicBezTo>
                  <a:cubicBezTo>
                    <a:pt x="16675" y="14108"/>
                    <a:pt x="16570" y="14401"/>
                    <a:pt x="16400" y="14649"/>
                  </a:cubicBezTo>
                  <a:cubicBezTo>
                    <a:pt x="16331" y="14749"/>
                    <a:pt x="16140" y="14849"/>
                    <a:pt x="16023" y="14849"/>
                  </a:cubicBezTo>
                  <a:cubicBezTo>
                    <a:pt x="16000" y="14849"/>
                    <a:pt x="15980" y="14845"/>
                    <a:pt x="15965" y="14837"/>
                  </a:cubicBezTo>
                  <a:cubicBezTo>
                    <a:pt x="15841" y="14782"/>
                    <a:pt x="15718" y="14525"/>
                    <a:pt x="15750" y="14397"/>
                  </a:cubicBezTo>
                  <a:cubicBezTo>
                    <a:pt x="15851" y="13993"/>
                    <a:pt x="16011" y="13604"/>
                    <a:pt x="16185" y="13229"/>
                  </a:cubicBezTo>
                  <a:cubicBezTo>
                    <a:pt x="16199" y="13202"/>
                    <a:pt x="16281" y="13187"/>
                    <a:pt x="16369" y="13187"/>
                  </a:cubicBezTo>
                  <a:close/>
                  <a:moveTo>
                    <a:pt x="7944" y="0"/>
                  </a:moveTo>
                  <a:cubicBezTo>
                    <a:pt x="5827" y="3969"/>
                    <a:pt x="3067" y="7435"/>
                    <a:pt x="1" y="10740"/>
                  </a:cubicBezTo>
                  <a:cubicBezTo>
                    <a:pt x="1082" y="11303"/>
                    <a:pt x="2104" y="11936"/>
                    <a:pt x="3196" y="12385"/>
                  </a:cubicBezTo>
                  <a:cubicBezTo>
                    <a:pt x="5015" y="13141"/>
                    <a:pt x="6890" y="13774"/>
                    <a:pt x="8737" y="14475"/>
                  </a:cubicBezTo>
                  <a:cubicBezTo>
                    <a:pt x="11280" y="15451"/>
                    <a:pt x="13948" y="15768"/>
                    <a:pt x="16638" y="15947"/>
                  </a:cubicBezTo>
                  <a:cubicBezTo>
                    <a:pt x="16695" y="15951"/>
                    <a:pt x="16750" y="15955"/>
                    <a:pt x="16801" y="15955"/>
                  </a:cubicBezTo>
                  <a:cubicBezTo>
                    <a:pt x="16973" y="15955"/>
                    <a:pt x="17105" y="15906"/>
                    <a:pt x="17147" y="15634"/>
                  </a:cubicBezTo>
                  <a:cubicBezTo>
                    <a:pt x="17542" y="13013"/>
                    <a:pt x="18074" y="10404"/>
                    <a:pt x="18106" y="7741"/>
                  </a:cubicBezTo>
                  <a:cubicBezTo>
                    <a:pt x="18110" y="7440"/>
                    <a:pt x="18078" y="7137"/>
                    <a:pt x="18060" y="6839"/>
                  </a:cubicBezTo>
                  <a:cubicBezTo>
                    <a:pt x="17203" y="6752"/>
                    <a:pt x="16419" y="6688"/>
                    <a:pt x="15635" y="6596"/>
                  </a:cubicBezTo>
                  <a:cubicBezTo>
                    <a:pt x="13371" y="6340"/>
                    <a:pt x="11469" y="5244"/>
                    <a:pt x="9759" y="3837"/>
                  </a:cubicBezTo>
                  <a:cubicBezTo>
                    <a:pt x="8604" y="2888"/>
                    <a:pt x="8045" y="1550"/>
                    <a:pt x="7944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70"/>
            <p:cNvSpPr/>
            <p:nvPr/>
          </p:nvSpPr>
          <p:spPr>
            <a:xfrm>
              <a:off x="7724075" y="2829275"/>
              <a:ext cx="26375" cy="47975"/>
            </a:xfrm>
            <a:custGeom>
              <a:rect b="b" l="l" r="r" t="t"/>
              <a:pathLst>
                <a:path extrusionOk="0" h="1919" w="1055">
                  <a:moveTo>
                    <a:pt x="653" y="1"/>
                  </a:moveTo>
                  <a:cubicBezTo>
                    <a:pt x="528" y="1"/>
                    <a:pt x="285" y="88"/>
                    <a:pt x="266" y="163"/>
                  </a:cubicBezTo>
                  <a:cubicBezTo>
                    <a:pt x="131" y="621"/>
                    <a:pt x="43" y="1093"/>
                    <a:pt x="5" y="1570"/>
                  </a:cubicBezTo>
                  <a:cubicBezTo>
                    <a:pt x="0" y="1684"/>
                    <a:pt x="253" y="1886"/>
                    <a:pt x="413" y="1917"/>
                  </a:cubicBezTo>
                  <a:cubicBezTo>
                    <a:pt x="418" y="1918"/>
                    <a:pt x="423" y="1919"/>
                    <a:pt x="428" y="1919"/>
                  </a:cubicBezTo>
                  <a:cubicBezTo>
                    <a:pt x="538" y="1919"/>
                    <a:pt x="737" y="1741"/>
                    <a:pt x="789" y="1610"/>
                  </a:cubicBezTo>
                  <a:cubicBezTo>
                    <a:pt x="908" y="1309"/>
                    <a:pt x="954" y="983"/>
                    <a:pt x="1054" y="552"/>
                  </a:cubicBezTo>
                  <a:cubicBezTo>
                    <a:pt x="968" y="401"/>
                    <a:pt x="880" y="167"/>
                    <a:pt x="716" y="16"/>
                  </a:cubicBezTo>
                  <a:cubicBezTo>
                    <a:pt x="704" y="5"/>
                    <a:pt x="681" y="1"/>
                    <a:pt x="6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70"/>
            <p:cNvSpPr/>
            <p:nvPr/>
          </p:nvSpPr>
          <p:spPr>
            <a:xfrm>
              <a:off x="7698200" y="2747250"/>
              <a:ext cx="25575" cy="43625"/>
            </a:xfrm>
            <a:custGeom>
              <a:rect b="b" l="l" r="r" t="t"/>
              <a:pathLst>
                <a:path extrusionOk="0" h="1745" w="1023">
                  <a:moveTo>
                    <a:pt x="687" y="0"/>
                  </a:moveTo>
                  <a:cubicBezTo>
                    <a:pt x="631" y="0"/>
                    <a:pt x="490" y="40"/>
                    <a:pt x="430" y="87"/>
                  </a:cubicBezTo>
                  <a:cubicBezTo>
                    <a:pt x="151" y="318"/>
                    <a:pt x="0" y="1225"/>
                    <a:pt x="188" y="1527"/>
                  </a:cubicBezTo>
                  <a:cubicBezTo>
                    <a:pt x="274" y="1668"/>
                    <a:pt x="369" y="1745"/>
                    <a:pt x="460" y="1745"/>
                  </a:cubicBezTo>
                  <a:cubicBezTo>
                    <a:pt x="548" y="1745"/>
                    <a:pt x="633" y="1674"/>
                    <a:pt x="705" y="1519"/>
                  </a:cubicBezTo>
                  <a:cubicBezTo>
                    <a:pt x="834" y="1243"/>
                    <a:pt x="913" y="941"/>
                    <a:pt x="1022" y="610"/>
                  </a:cubicBezTo>
                  <a:cubicBezTo>
                    <a:pt x="916" y="404"/>
                    <a:pt x="829" y="194"/>
                    <a:pt x="710" y="6"/>
                  </a:cubicBezTo>
                  <a:cubicBezTo>
                    <a:pt x="707" y="2"/>
                    <a:pt x="699" y="0"/>
                    <a:pt x="6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70"/>
            <p:cNvSpPr/>
            <p:nvPr/>
          </p:nvSpPr>
          <p:spPr>
            <a:xfrm>
              <a:off x="7691075" y="3111300"/>
              <a:ext cx="27175" cy="41575"/>
            </a:xfrm>
            <a:custGeom>
              <a:rect b="b" l="l" r="r" t="t"/>
              <a:pathLst>
                <a:path extrusionOk="0" h="1663" w="1087">
                  <a:moveTo>
                    <a:pt x="649" y="1"/>
                  </a:moveTo>
                  <a:cubicBezTo>
                    <a:pt x="562" y="1"/>
                    <a:pt x="481" y="15"/>
                    <a:pt x="468" y="42"/>
                  </a:cubicBezTo>
                  <a:cubicBezTo>
                    <a:pt x="293" y="418"/>
                    <a:pt x="134" y="807"/>
                    <a:pt x="33" y="1211"/>
                  </a:cubicBezTo>
                  <a:cubicBezTo>
                    <a:pt x="1" y="1339"/>
                    <a:pt x="125" y="1596"/>
                    <a:pt x="248" y="1651"/>
                  </a:cubicBezTo>
                  <a:cubicBezTo>
                    <a:pt x="263" y="1659"/>
                    <a:pt x="283" y="1663"/>
                    <a:pt x="306" y="1663"/>
                  </a:cubicBezTo>
                  <a:cubicBezTo>
                    <a:pt x="423" y="1663"/>
                    <a:pt x="614" y="1562"/>
                    <a:pt x="683" y="1462"/>
                  </a:cubicBezTo>
                  <a:cubicBezTo>
                    <a:pt x="853" y="1215"/>
                    <a:pt x="958" y="921"/>
                    <a:pt x="1087" y="647"/>
                  </a:cubicBezTo>
                  <a:cubicBezTo>
                    <a:pt x="1009" y="418"/>
                    <a:pt x="986" y="202"/>
                    <a:pt x="876" y="56"/>
                  </a:cubicBezTo>
                  <a:cubicBezTo>
                    <a:pt x="845" y="18"/>
                    <a:pt x="743" y="1"/>
                    <a:pt x="6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70"/>
            <p:cNvSpPr/>
            <p:nvPr/>
          </p:nvSpPr>
          <p:spPr>
            <a:xfrm>
              <a:off x="6475425" y="3062950"/>
              <a:ext cx="1247075" cy="428875"/>
            </a:xfrm>
            <a:custGeom>
              <a:rect b="b" l="l" r="r" t="t"/>
              <a:pathLst>
                <a:path extrusionOk="0" h="17155" w="49883">
                  <a:moveTo>
                    <a:pt x="32255" y="0"/>
                  </a:moveTo>
                  <a:cubicBezTo>
                    <a:pt x="32057" y="230"/>
                    <a:pt x="31874" y="486"/>
                    <a:pt x="31655" y="702"/>
                  </a:cubicBezTo>
                  <a:cubicBezTo>
                    <a:pt x="29463" y="2838"/>
                    <a:pt x="27231" y="4924"/>
                    <a:pt x="24555" y="6473"/>
                  </a:cubicBezTo>
                  <a:cubicBezTo>
                    <a:pt x="23065" y="7335"/>
                    <a:pt x="21649" y="8315"/>
                    <a:pt x="19989" y="8865"/>
                  </a:cubicBezTo>
                  <a:cubicBezTo>
                    <a:pt x="18045" y="9509"/>
                    <a:pt x="16066" y="9774"/>
                    <a:pt x="14067" y="9774"/>
                  </a:cubicBezTo>
                  <a:cubicBezTo>
                    <a:pt x="13148" y="9774"/>
                    <a:pt x="12225" y="9718"/>
                    <a:pt x="11299" y="9617"/>
                  </a:cubicBezTo>
                  <a:cubicBezTo>
                    <a:pt x="9369" y="9407"/>
                    <a:pt x="7508" y="8943"/>
                    <a:pt x="5899" y="7783"/>
                  </a:cubicBezTo>
                  <a:cubicBezTo>
                    <a:pt x="5235" y="7307"/>
                    <a:pt x="4612" y="6780"/>
                    <a:pt x="4002" y="6298"/>
                  </a:cubicBezTo>
                  <a:cubicBezTo>
                    <a:pt x="2681" y="7531"/>
                    <a:pt x="1348" y="8774"/>
                    <a:pt x="1" y="10025"/>
                  </a:cubicBezTo>
                  <a:cubicBezTo>
                    <a:pt x="973" y="11176"/>
                    <a:pt x="2058" y="12367"/>
                    <a:pt x="3493" y="13160"/>
                  </a:cubicBezTo>
                  <a:cubicBezTo>
                    <a:pt x="4763" y="13852"/>
                    <a:pt x="6028" y="14558"/>
                    <a:pt x="7338" y="15163"/>
                  </a:cubicBezTo>
                  <a:cubicBezTo>
                    <a:pt x="8365" y="15631"/>
                    <a:pt x="9433" y="16088"/>
                    <a:pt x="10529" y="16300"/>
                  </a:cubicBezTo>
                  <a:cubicBezTo>
                    <a:pt x="12450" y="16675"/>
                    <a:pt x="14398" y="16914"/>
                    <a:pt x="16346" y="17097"/>
                  </a:cubicBezTo>
                  <a:cubicBezTo>
                    <a:pt x="16804" y="17141"/>
                    <a:pt x="17267" y="17155"/>
                    <a:pt x="17727" y="17155"/>
                  </a:cubicBezTo>
                  <a:cubicBezTo>
                    <a:pt x="18462" y="17155"/>
                    <a:pt x="19193" y="17121"/>
                    <a:pt x="19897" y="17121"/>
                  </a:cubicBezTo>
                  <a:cubicBezTo>
                    <a:pt x="19957" y="16759"/>
                    <a:pt x="19957" y="16437"/>
                    <a:pt x="20058" y="16153"/>
                  </a:cubicBezTo>
                  <a:cubicBezTo>
                    <a:pt x="20578" y="14687"/>
                    <a:pt x="22645" y="13408"/>
                    <a:pt x="24270" y="13408"/>
                  </a:cubicBezTo>
                  <a:cubicBezTo>
                    <a:pt x="24393" y="13408"/>
                    <a:pt x="24514" y="13416"/>
                    <a:pt x="24632" y="13431"/>
                  </a:cubicBezTo>
                  <a:cubicBezTo>
                    <a:pt x="26186" y="13633"/>
                    <a:pt x="27309" y="14457"/>
                    <a:pt x="28143" y="15726"/>
                  </a:cubicBezTo>
                  <a:cubicBezTo>
                    <a:pt x="28279" y="15934"/>
                    <a:pt x="28405" y="16035"/>
                    <a:pt x="28574" y="16035"/>
                  </a:cubicBezTo>
                  <a:cubicBezTo>
                    <a:pt x="28655" y="16035"/>
                    <a:pt x="28746" y="16011"/>
                    <a:pt x="28854" y="15966"/>
                  </a:cubicBezTo>
                  <a:cubicBezTo>
                    <a:pt x="30486" y="15264"/>
                    <a:pt x="32154" y="14641"/>
                    <a:pt x="33744" y="13861"/>
                  </a:cubicBezTo>
                  <a:cubicBezTo>
                    <a:pt x="34583" y="13454"/>
                    <a:pt x="35257" y="12716"/>
                    <a:pt x="36073" y="12247"/>
                  </a:cubicBezTo>
                  <a:cubicBezTo>
                    <a:pt x="37287" y="11561"/>
                    <a:pt x="38269" y="10625"/>
                    <a:pt x="39222" y="9635"/>
                  </a:cubicBezTo>
                  <a:cubicBezTo>
                    <a:pt x="39382" y="9466"/>
                    <a:pt x="39625" y="9369"/>
                    <a:pt x="39832" y="9241"/>
                  </a:cubicBezTo>
                  <a:cubicBezTo>
                    <a:pt x="39941" y="9429"/>
                    <a:pt x="40051" y="9617"/>
                    <a:pt x="40194" y="9864"/>
                  </a:cubicBezTo>
                  <a:cubicBezTo>
                    <a:pt x="43095" y="10126"/>
                    <a:pt x="46056" y="10396"/>
                    <a:pt x="49048" y="10671"/>
                  </a:cubicBezTo>
                  <a:cubicBezTo>
                    <a:pt x="49338" y="8928"/>
                    <a:pt x="49608" y="7293"/>
                    <a:pt x="49883" y="5611"/>
                  </a:cubicBezTo>
                  <a:cubicBezTo>
                    <a:pt x="43474" y="5377"/>
                    <a:pt x="37796" y="3159"/>
                    <a:pt x="32255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70"/>
            <p:cNvSpPr/>
            <p:nvPr/>
          </p:nvSpPr>
          <p:spPr>
            <a:xfrm>
              <a:off x="7363475" y="3326650"/>
              <a:ext cx="331650" cy="755125"/>
            </a:xfrm>
            <a:custGeom>
              <a:rect b="b" l="l" r="r" t="t"/>
              <a:pathLst>
                <a:path extrusionOk="0" h="30205" w="13266">
                  <a:moveTo>
                    <a:pt x="4198" y="0"/>
                  </a:moveTo>
                  <a:cubicBezTo>
                    <a:pt x="4020" y="0"/>
                    <a:pt x="3817" y="51"/>
                    <a:pt x="3690" y="151"/>
                  </a:cubicBezTo>
                  <a:cubicBezTo>
                    <a:pt x="2939" y="759"/>
                    <a:pt x="2199" y="1383"/>
                    <a:pt x="1485" y="2038"/>
                  </a:cubicBezTo>
                  <a:cubicBezTo>
                    <a:pt x="1242" y="2259"/>
                    <a:pt x="939" y="2570"/>
                    <a:pt x="922" y="2854"/>
                  </a:cubicBezTo>
                  <a:cubicBezTo>
                    <a:pt x="743" y="5994"/>
                    <a:pt x="582" y="9138"/>
                    <a:pt x="472" y="12287"/>
                  </a:cubicBezTo>
                  <a:cubicBezTo>
                    <a:pt x="384" y="14832"/>
                    <a:pt x="384" y="17379"/>
                    <a:pt x="316" y="19924"/>
                  </a:cubicBezTo>
                  <a:cubicBezTo>
                    <a:pt x="234" y="23036"/>
                    <a:pt x="123" y="26148"/>
                    <a:pt x="13" y="29260"/>
                  </a:cubicBezTo>
                  <a:cubicBezTo>
                    <a:pt x="0" y="29646"/>
                    <a:pt x="142" y="29773"/>
                    <a:pt x="508" y="29796"/>
                  </a:cubicBezTo>
                  <a:cubicBezTo>
                    <a:pt x="1164" y="29838"/>
                    <a:pt x="1820" y="29920"/>
                    <a:pt x="2475" y="29980"/>
                  </a:cubicBezTo>
                  <a:cubicBezTo>
                    <a:pt x="3500" y="30066"/>
                    <a:pt x="4524" y="30205"/>
                    <a:pt x="5545" y="30205"/>
                  </a:cubicBezTo>
                  <a:cubicBezTo>
                    <a:pt x="5560" y="30205"/>
                    <a:pt x="5576" y="30205"/>
                    <a:pt x="5592" y="30205"/>
                  </a:cubicBezTo>
                  <a:cubicBezTo>
                    <a:pt x="6270" y="30205"/>
                    <a:pt x="6944" y="29980"/>
                    <a:pt x="7668" y="29847"/>
                  </a:cubicBezTo>
                  <a:cubicBezTo>
                    <a:pt x="8442" y="25954"/>
                    <a:pt x="9227" y="22032"/>
                    <a:pt x="10020" y="18081"/>
                  </a:cubicBezTo>
                  <a:lnTo>
                    <a:pt x="9772" y="18031"/>
                  </a:lnTo>
                  <a:cubicBezTo>
                    <a:pt x="9631" y="18037"/>
                    <a:pt x="9474" y="18077"/>
                    <a:pt x="9337" y="18077"/>
                  </a:cubicBezTo>
                  <a:cubicBezTo>
                    <a:pt x="9273" y="18077"/>
                    <a:pt x="9214" y="18069"/>
                    <a:pt x="9162" y="18044"/>
                  </a:cubicBezTo>
                  <a:cubicBezTo>
                    <a:pt x="8943" y="17943"/>
                    <a:pt x="8740" y="17741"/>
                    <a:pt x="8603" y="17535"/>
                  </a:cubicBezTo>
                  <a:cubicBezTo>
                    <a:pt x="7403" y="15679"/>
                    <a:pt x="7131" y="13910"/>
                    <a:pt x="8434" y="12017"/>
                  </a:cubicBezTo>
                  <a:cubicBezTo>
                    <a:pt x="9104" y="11050"/>
                    <a:pt x="9856" y="10372"/>
                    <a:pt x="10981" y="10372"/>
                  </a:cubicBezTo>
                  <a:cubicBezTo>
                    <a:pt x="11109" y="10372"/>
                    <a:pt x="11242" y="10381"/>
                    <a:pt x="11381" y="10399"/>
                  </a:cubicBezTo>
                  <a:cubicBezTo>
                    <a:pt x="12009" y="7255"/>
                    <a:pt x="12632" y="4143"/>
                    <a:pt x="13265" y="985"/>
                  </a:cubicBezTo>
                  <a:cubicBezTo>
                    <a:pt x="12962" y="948"/>
                    <a:pt x="12655" y="902"/>
                    <a:pt x="12348" y="870"/>
                  </a:cubicBezTo>
                  <a:cubicBezTo>
                    <a:pt x="9658" y="572"/>
                    <a:pt x="6967" y="283"/>
                    <a:pt x="4277" y="4"/>
                  </a:cubicBezTo>
                  <a:cubicBezTo>
                    <a:pt x="4251" y="1"/>
                    <a:pt x="4225" y="0"/>
                    <a:pt x="419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70"/>
            <p:cNvSpPr/>
            <p:nvPr/>
          </p:nvSpPr>
          <p:spPr>
            <a:xfrm>
              <a:off x="7653525" y="3023550"/>
              <a:ext cx="29450" cy="57300"/>
            </a:xfrm>
            <a:custGeom>
              <a:rect b="b" l="l" r="r" t="t"/>
              <a:pathLst>
                <a:path extrusionOk="0" h="2292" w="1178">
                  <a:moveTo>
                    <a:pt x="765" y="0"/>
                  </a:moveTo>
                  <a:cubicBezTo>
                    <a:pt x="613" y="152"/>
                    <a:pt x="389" y="284"/>
                    <a:pt x="325" y="467"/>
                  </a:cubicBezTo>
                  <a:cubicBezTo>
                    <a:pt x="187" y="839"/>
                    <a:pt x="114" y="1242"/>
                    <a:pt x="50" y="1637"/>
                  </a:cubicBezTo>
                  <a:cubicBezTo>
                    <a:pt x="0" y="1938"/>
                    <a:pt x="48" y="2292"/>
                    <a:pt x="395" y="2292"/>
                  </a:cubicBezTo>
                  <a:cubicBezTo>
                    <a:pt x="402" y="2292"/>
                    <a:pt x="409" y="2292"/>
                    <a:pt x="416" y="2291"/>
                  </a:cubicBezTo>
                  <a:cubicBezTo>
                    <a:pt x="618" y="2287"/>
                    <a:pt x="884" y="2003"/>
                    <a:pt x="985" y="1778"/>
                  </a:cubicBezTo>
                  <a:cubicBezTo>
                    <a:pt x="1117" y="1494"/>
                    <a:pt x="1117" y="1141"/>
                    <a:pt x="1163" y="880"/>
                  </a:cubicBezTo>
                  <a:cubicBezTo>
                    <a:pt x="1154" y="724"/>
                    <a:pt x="1177" y="619"/>
                    <a:pt x="1136" y="545"/>
                  </a:cubicBezTo>
                  <a:cubicBezTo>
                    <a:pt x="1026" y="358"/>
                    <a:pt x="889" y="179"/>
                    <a:pt x="7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70"/>
            <p:cNvSpPr/>
            <p:nvPr/>
          </p:nvSpPr>
          <p:spPr>
            <a:xfrm>
              <a:off x="7614875" y="2771800"/>
              <a:ext cx="35550" cy="73025"/>
            </a:xfrm>
            <a:custGeom>
              <a:rect b="b" l="l" r="r" t="t"/>
              <a:pathLst>
                <a:path extrusionOk="0" h="2921" w="1422">
                  <a:moveTo>
                    <a:pt x="954" y="0"/>
                  </a:moveTo>
                  <a:cubicBezTo>
                    <a:pt x="788" y="188"/>
                    <a:pt x="582" y="358"/>
                    <a:pt x="477" y="573"/>
                  </a:cubicBezTo>
                  <a:cubicBezTo>
                    <a:pt x="340" y="867"/>
                    <a:pt x="266" y="1196"/>
                    <a:pt x="184" y="1513"/>
                  </a:cubicBezTo>
                  <a:cubicBezTo>
                    <a:pt x="111" y="1797"/>
                    <a:pt x="1" y="2090"/>
                    <a:pt x="28" y="2365"/>
                  </a:cubicBezTo>
                  <a:cubicBezTo>
                    <a:pt x="42" y="2558"/>
                    <a:pt x="256" y="2737"/>
                    <a:pt x="386" y="2920"/>
                  </a:cubicBezTo>
                  <a:cubicBezTo>
                    <a:pt x="546" y="2796"/>
                    <a:pt x="788" y="2704"/>
                    <a:pt x="843" y="2544"/>
                  </a:cubicBezTo>
                  <a:cubicBezTo>
                    <a:pt x="1059" y="1948"/>
                    <a:pt x="1215" y="1324"/>
                    <a:pt x="1421" y="615"/>
                  </a:cubicBezTo>
                  <a:cubicBezTo>
                    <a:pt x="1266" y="413"/>
                    <a:pt x="1110" y="205"/>
                    <a:pt x="9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70"/>
            <p:cNvSpPr/>
            <p:nvPr/>
          </p:nvSpPr>
          <p:spPr>
            <a:xfrm>
              <a:off x="7623150" y="2951000"/>
              <a:ext cx="26125" cy="48300"/>
            </a:xfrm>
            <a:custGeom>
              <a:rect b="b" l="l" r="r" t="t"/>
              <a:pathLst>
                <a:path extrusionOk="0" h="1932" w="1045">
                  <a:moveTo>
                    <a:pt x="619" y="0"/>
                  </a:moveTo>
                  <a:cubicBezTo>
                    <a:pt x="476" y="161"/>
                    <a:pt x="280" y="298"/>
                    <a:pt x="206" y="482"/>
                  </a:cubicBezTo>
                  <a:cubicBezTo>
                    <a:pt x="87" y="784"/>
                    <a:pt x="9" y="1114"/>
                    <a:pt x="4" y="1436"/>
                  </a:cubicBezTo>
                  <a:cubicBezTo>
                    <a:pt x="0" y="1605"/>
                    <a:pt x="151" y="1889"/>
                    <a:pt x="289" y="1926"/>
                  </a:cubicBezTo>
                  <a:cubicBezTo>
                    <a:pt x="305" y="1930"/>
                    <a:pt x="324" y="1932"/>
                    <a:pt x="343" y="1932"/>
                  </a:cubicBezTo>
                  <a:cubicBezTo>
                    <a:pt x="502" y="1932"/>
                    <a:pt x="742" y="1809"/>
                    <a:pt x="812" y="1683"/>
                  </a:cubicBezTo>
                  <a:cubicBezTo>
                    <a:pt x="958" y="1421"/>
                    <a:pt x="989" y="1100"/>
                    <a:pt x="1044" y="894"/>
                  </a:cubicBezTo>
                  <a:cubicBezTo>
                    <a:pt x="1021" y="706"/>
                    <a:pt x="1035" y="601"/>
                    <a:pt x="989" y="528"/>
                  </a:cubicBezTo>
                  <a:cubicBezTo>
                    <a:pt x="880" y="344"/>
                    <a:pt x="747" y="174"/>
                    <a:pt x="6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70"/>
            <p:cNvSpPr/>
            <p:nvPr/>
          </p:nvSpPr>
          <p:spPr>
            <a:xfrm>
              <a:off x="7605475" y="3105125"/>
              <a:ext cx="25800" cy="47525"/>
            </a:xfrm>
            <a:custGeom>
              <a:rect b="b" l="l" r="r" t="t"/>
              <a:pathLst>
                <a:path extrusionOk="0" h="1901" w="1032">
                  <a:moveTo>
                    <a:pt x="693" y="0"/>
                  </a:moveTo>
                  <a:cubicBezTo>
                    <a:pt x="611" y="0"/>
                    <a:pt x="466" y="116"/>
                    <a:pt x="432" y="202"/>
                  </a:cubicBezTo>
                  <a:cubicBezTo>
                    <a:pt x="276" y="610"/>
                    <a:pt x="151" y="1032"/>
                    <a:pt x="1" y="1500"/>
                  </a:cubicBezTo>
                  <a:cubicBezTo>
                    <a:pt x="97" y="1628"/>
                    <a:pt x="175" y="1807"/>
                    <a:pt x="308" y="1885"/>
                  </a:cubicBezTo>
                  <a:cubicBezTo>
                    <a:pt x="326" y="1895"/>
                    <a:pt x="352" y="1900"/>
                    <a:pt x="383" y="1900"/>
                  </a:cubicBezTo>
                  <a:cubicBezTo>
                    <a:pt x="497" y="1900"/>
                    <a:pt x="669" y="1838"/>
                    <a:pt x="684" y="1784"/>
                  </a:cubicBezTo>
                  <a:cubicBezTo>
                    <a:pt x="824" y="1275"/>
                    <a:pt x="936" y="757"/>
                    <a:pt x="1019" y="235"/>
                  </a:cubicBezTo>
                  <a:cubicBezTo>
                    <a:pt x="1032" y="170"/>
                    <a:pt x="826" y="19"/>
                    <a:pt x="706" y="1"/>
                  </a:cubicBezTo>
                  <a:cubicBezTo>
                    <a:pt x="702" y="1"/>
                    <a:pt x="697" y="0"/>
                    <a:pt x="6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70"/>
            <p:cNvSpPr/>
            <p:nvPr/>
          </p:nvSpPr>
          <p:spPr>
            <a:xfrm>
              <a:off x="7564900" y="3012400"/>
              <a:ext cx="31550" cy="60450"/>
            </a:xfrm>
            <a:custGeom>
              <a:rect b="b" l="l" r="r" t="t"/>
              <a:pathLst>
                <a:path extrusionOk="0" h="2418" w="1262">
                  <a:moveTo>
                    <a:pt x="886" y="1"/>
                  </a:moveTo>
                  <a:cubicBezTo>
                    <a:pt x="734" y="129"/>
                    <a:pt x="505" y="226"/>
                    <a:pt x="441" y="387"/>
                  </a:cubicBezTo>
                  <a:cubicBezTo>
                    <a:pt x="257" y="822"/>
                    <a:pt x="101" y="1280"/>
                    <a:pt x="33" y="1738"/>
                  </a:cubicBezTo>
                  <a:cubicBezTo>
                    <a:pt x="0" y="1950"/>
                    <a:pt x="207" y="2192"/>
                    <a:pt x="308" y="2417"/>
                  </a:cubicBezTo>
                  <a:cubicBezTo>
                    <a:pt x="519" y="2279"/>
                    <a:pt x="826" y="2187"/>
                    <a:pt x="913" y="1995"/>
                  </a:cubicBezTo>
                  <a:cubicBezTo>
                    <a:pt x="1097" y="1610"/>
                    <a:pt x="1152" y="1166"/>
                    <a:pt x="1262" y="743"/>
                  </a:cubicBezTo>
                  <a:cubicBezTo>
                    <a:pt x="1243" y="739"/>
                    <a:pt x="1224" y="736"/>
                    <a:pt x="1207" y="735"/>
                  </a:cubicBezTo>
                  <a:cubicBezTo>
                    <a:pt x="1207" y="661"/>
                    <a:pt x="1234" y="575"/>
                    <a:pt x="1201" y="515"/>
                  </a:cubicBezTo>
                  <a:cubicBezTo>
                    <a:pt x="1110" y="341"/>
                    <a:pt x="995" y="171"/>
                    <a:pt x="8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70"/>
            <p:cNvSpPr/>
            <p:nvPr/>
          </p:nvSpPr>
          <p:spPr>
            <a:xfrm>
              <a:off x="7517700" y="2920625"/>
              <a:ext cx="43575" cy="57400"/>
            </a:xfrm>
            <a:custGeom>
              <a:rect b="b" l="l" r="r" t="t"/>
              <a:pathLst>
                <a:path extrusionOk="0" h="2296" w="1743">
                  <a:moveTo>
                    <a:pt x="1401" y="0"/>
                  </a:moveTo>
                  <a:cubicBezTo>
                    <a:pt x="1303" y="0"/>
                    <a:pt x="1190" y="28"/>
                    <a:pt x="1156" y="74"/>
                  </a:cubicBezTo>
                  <a:cubicBezTo>
                    <a:pt x="757" y="634"/>
                    <a:pt x="390" y="1216"/>
                    <a:pt x="1" y="1812"/>
                  </a:cubicBezTo>
                  <a:cubicBezTo>
                    <a:pt x="161" y="2031"/>
                    <a:pt x="234" y="2247"/>
                    <a:pt x="363" y="2283"/>
                  </a:cubicBezTo>
                  <a:cubicBezTo>
                    <a:pt x="388" y="2291"/>
                    <a:pt x="419" y="2295"/>
                    <a:pt x="453" y="2295"/>
                  </a:cubicBezTo>
                  <a:cubicBezTo>
                    <a:pt x="593" y="2295"/>
                    <a:pt x="779" y="2230"/>
                    <a:pt x="830" y="2142"/>
                  </a:cubicBezTo>
                  <a:cubicBezTo>
                    <a:pt x="1150" y="1589"/>
                    <a:pt x="1441" y="1020"/>
                    <a:pt x="1701" y="436"/>
                  </a:cubicBezTo>
                  <a:cubicBezTo>
                    <a:pt x="1743" y="340"/>
                    <a:pt x="1642" y="115"/>
                    <a:pt x="1541" y="33"/>
                  </a:cubicBezTo>
                  <a:cubicBezTo>
                    <a:pt x="1513" y="10"/>
                    <a:pt x="1460" y="0"/>
                    <a:pt x="1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70"/>
            <p:cNvSpPr/>
            <p:nvPr/>
          </p:nvSpPr>
          <p:spPr>
            <a:xfrm>
              <a:off x="7496700" y="3090875"/>
              <a:ext cx="26775" cy="39600"/>
            </a:xfrm>
            <a:custGeom>
              <a:rect b="b" l="l" r="r" t="t"/>
              <a:pathLst>
                <a:path extrusionOk="0" h="1584" w="1071">
                  <a:moveTo>
                    <a:pt x="733" y="0"/>
                  </a:moveTo>
                  <a:cubicBezTo>
                    <a:pt x="611" y="0"/>
                    <a:pt x="431" y="90"/>
                    <a:pt x="386" y="185"/>
                  </a:cubicBezTo>
                  <a:cubicBezTo>
                    <a:pt x="225" y="501"/>
                    <a:pt x="129" y="854"/>
                    <a:pt x="1" y="1207"/>
                  </a:cubicBezTo>
                  <a:cubicBezTo>
                    <a:pt x="80" y="1350"/>
                    <a:pt x="120" y="1533"/>
                    <a:pt x="217" y="1569"/>
                  </a:cubicBezTo>
                  <a:cubicBezTo>
                    <a:pt x="240" y="1579"/>
                    <a:pt x="271" y="1583"/>
                    <a:pt x="304" y="1583"/>
                  </a:cubicBezTo>
                  <a:cubicBezTo>
                    <a:pt x="416" y="1583"/>
                    <a:pt x="561" y="1536"/>
                    <a:pt x="593" y="1473"/>
                  </a:cubicBezTo>
                  <a:cubicBezTo>
                    <a:pt x="776" y="1111"/>
                    <a:pt x="932" y="736"/>
                    <a:pt x="1042" y="345"/>
                  </a:cubicBezTo>
                  <a:cubicBezTo>
                    <a:pt x="1070" y="259"/>
                    <a:pt x="896" y="34"/>
                    <a:pt x="782" y="6"/>
                  </a:cubicBezTo>
                  <a:cubicBezTo>
                    <a:pt x="767" y="2"/>
                    <a:pt x="750" y="0"/>
                    <a:pt x="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70"/>
            <p:cNvSpPr/>
            <p:nvPr/>
          </p:nvSpPr>
          <p:spPr>
            <a:xfrm>
              <a:off x="7477475" y="2992650"/>
              <a:ext cx="36475" cy="58075"/>
            </a:xfrm>
            <a:custGeom>
              <a:rect b="b" l="l" r="r" t="t"/>
              <a:pathLst>
                <a:path extrusionOk="0" h="2323" w="1459">
                  <a:moveTo>
                    <a:pt x="1102" y="0"/>
                  </a:moveTo>
                  <a:cubicBezTo>
                    <a:pt x="948" y="0"/>
                    <a:pt x="723" y="98"/>
                    <a:pt x="667" y="214"/>
                  </a:cubicBezTo>
                  <a:cubicBezTo>
                    <a:pt x="423" y="700"/>
                    <a:pt x="203" y="1208"/>
                    <a:pt x="52" y="1731"/>
                  </a:cubicBezTo>
                  <a:cubicBezTo>
                    <a:pt x="1" y="1891"/>
                    <a:pt x="198" y="2125"/>
                    <a:pt x="285" y="2322"/>
                  </a:cubicBezTo>
                  <a:cubicBezTo>
                    <a:pt x="482" y="2230"/>
                    <a:pt x="785" y="2184"/>
                    <a:pt x="857" y="2034"/>
                  </a:cubicBezTo>
                  <a:cubicBezTo>
                    <a:pt x="1101" y="1529"/>
                    <a:pt x="1257" y="984"/>
                    <a:pt x="1458" y="416"/>
                  </a:cubicBezTo>
                  <a:cubicBezTo>
                    <a:pt x="1343" y="255"/>
                    <a:pt x="1261" y="21"/>
                    <a:pt x="1147" y="3"/>
                  </a:cubicBezTo>
                  <a:cubicBezTo>
                    <a:pt x="1133" y="1"/>
                    <a:pt x="1118" y="0"/>
                    <a:pt x="11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70"/>
            <p:cNvSpPr/>
            <p:nvPr/>
          </p:nvSpPr>
          <p:spPr>
            <a:xfrm>
              <a:off x="7456425" y="2891950"/>
              <a:ext cx="48275" cy="44075"/>
            </a:xfrm>
            <a:custGeom>
              <a:rect b="b" l="l" r="r" t="t"/>
              <a:pathLst>
                <a:path extrusionOk="0" h="1763" w="1931">
                  <a:moveTo>
                    <a:pt x="1601" y="0"/>
                  </a:moveTo>
                  <a:cubicBezTo>
                    <a:pt x="1543" y="0"/>
                    <a:pt x="1481" y="22"/>
                    <a:pt x="1421" y="71"/>
                  </a:cubicBezTo>
                  <a:cubicBezTo>
                    <a:pt x="979" y="418"/>
                    <a:pt x="572" y="808"/>
                    <a:pt x="206" y="1236"/>
                  </a:cubicBezTo>
                  <a:cubicBezTo>
                    <a:pt x="0" y="1486"/>
                    <a:pt x="204" y="1763"/>
                    <a:pt x="530" y="1763"/>
                  </a:cubicBezTo>
                  <a:cubicBezTo>
                    <a:pt x="538" y="1763"/>
                    <a:pt x="546" y="1762"/>
                    <a:pt x="554" y="1762"/>
                  </a:cubicBezTo>
                  <a:cubicBezTo>
                    <a:pt x="1013" y="1743"/>
                    <a:pt x="1869" y="923"/>
                    <a:pt x="1907" y="466"/>
                  </a:cubicBezTo>
                  <a:cubicBezTo>
                    <a:pt x="1931" y="203"/>
                    <a:pt x="1781" y="0"/>
                    <a:pt x="16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70"/>
            <p:cNvSpPr/>
            <p:nvPr/>
          </p:nvSpPr>
          <p:spPr>
            <a:xfrm>
              <a:off x="7405175" y="2966725"/>
              <a:ext cx="42775" cy="50000"/>
            </a:xfrm>
            <a:custGeom>
              <a:rect b="b" l="l" r="r" t="t"/>
              <a:pathLst>
                <a:path extrusionOk="0" h="2000" w="1711">
                  <a:moveTo>
                    <a:pt x="1277" y="0"/>
                  </a:moveTo>
                  <a:cubicBezTo>
                    <a:pt x="1175" y="0"/>
                    <a:pt x="1061" y="31"/>
                    <a:pt x="1018" y="86"/>
                  </a:cubicBezTo>
                  <a:cubicBezTo>
                    <a:pt x="678" y="536"/>
                    <a:pt x="349" y="999"/>
                    <a:pt x="60" y="1485"/>
                  </a:cubicBezTo>
                  <a:cubicBezTo>
                    <a:pt x="0" y="1585"/>
                    <a:pt x="83" y="1852"/>
                    <a:pt x="188" y="1947"/>
                  </a:cubicBezTo>
                  <a:cubicBezTo>
                    <a:pt x="225" y="1982"/>
                    <a:pt x="310" y="1999"/>
                    <a:pt x="396" y="1999"/>
                  </a:cubicBezTo>
                  <a:cubicBezTo>
                    <a:pt x="492" y="1999"/>
                    <a:pt x="590" y="1978"/>
                    <a:pt x="623" y="1934"/>
                  </a:cubicBezTo>
                  <a:cubicBezTo>
                    <a:pt x="1004" y="1457"/>
                    <a:pt x="1348" y="948"/>
                    <a:pt x="1710" y="435"/>
                  </a:cubicBezTo>
                  <a:cubicBezTo>
                    <a:pt x="1572" y="233"/>
                    <a:pt x="1517" y="69"/>
                    <a:pt x="1408" y="23"/>
                  </a:cubicBezTo>
                  <a:cubicBezTo>
                    <a:pt x="1373" y="7"/>
                    <a:pt x="1327" y="0"/>
                    <a:pt x="12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70"/>
            <p:cNvSpPr/>
            <p:nvPr/>
          </p:nvSpPr>
          <p:spPr>
            <a:xfrm>
              <a:off x="7380875" y="3055225"/>
              <a:ext cx="35900" cy="35500"/>
            </a:xfrm>
            <a:custGeom>
              <a:rect b="b" l="l" r="r" t="t"/>
              <a:pathLst>
                <a:path extrusionOk="0" h="1420" w="1436">
                  <a:moveTo>
                    <a:pt x="882" y="0"/>
                  </a:moveTo>
                  <a:cubicBezTo>
                    <a:pt x="868" y="0"/>
                    <a:pt x="858" y="3"/>
                    <a:pt x="853" y="8"/>
                  </a:cubicBezTo>
                  <a:cubicBezTo>
                    <a:pt x="552" y="317"/>
                    <a:pt x="284" y="656"/>
                    <a:pt x="51" y="1020"/>
                  </a:cubicBezTo>
                  <a:cubicBezTo>
                    <a:pt x="1" y="1102"/>
                    <a:pt x="156" y="1314"/>
                    <a:pt x="198" y="1419"/>
                  </a:cubicBezTo>
                  <a:cubicBezTo>
                    <a:pt x="670" y="1409"/>
                    <a:pt x="1435" y="534"/>
                    <a:pt x="1321" y="227"/>
                  </a:cubicBezTo>
                  <a:cubicBezTo>
                    <a:pt x="1281" y="122"/>
                    <a:pt x="983" y="0"/>
                    <a:pt x="8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70"/>
            <p:cNvSpPr/>
            <p:nvPr/>
          </p:nvSpPr>
          <p:spPr>
            <a:xfrm>
              <a:off x="7334250" y="3015350"/>
              <a:ext cx="37250" cy="44550"/>
            </a:xfrm>
            <a:custGeom>
              <a:rect b="b" l="l" r="r" t="t"/>
              <a:pathLst>
                <a:path extrusionOk="0" h="1782" w="1490">
                  <a:moveTo>
                    <a:pt x="1187" y="1"/>
                  </a:moveTo>
                  <a:cubicBezTo>
                    <a:pt x="1085" y="1"/>
                    <a:pt x="942" y="57"/>
                    <a:pt x="890" y="126"/>
                  </a:cubicBezTo>
                  <a:cubicBezTo>
                    <a:pt x="591" y="515"/>
                    <a:pt x="315" y="918"/>
                    <a:pt x="60" y="1336"/>
                  </a:cubicBezTo>
                  <a:cubicBezTo>
                    <a:pt x="0" y="1441"/>
                    <a:pt x="74" y="1630"/>
                    <a:pt x="82" y="1781"/>
                  </a:cubicBezTo>
                  <a:cubicBezTo>
                    <a:pt x="123" y="1776"/>
                    <a:pt x="168" y="1776"/>
                    <a:pt x="213" y="1776"/>
                  </a:cubicBezTo>
                  <a:cubicBezTo>
                    <a:pt x="233" y="1776"/>
                    <a:pt x="253" y="1776"/>
                    <a:pt x="273" y="1776"/>
                  </a:cubicBezTo>
                  <a:cubicBezTo>
                    <a:pt x="378" y="1776"/>
                    <a:pt x="478" y="1772"/>
                    <a:pt x="523" y="1721"/>
                  </a:cubicBezTo>
                  <a:cubicBezTo>
                    <a:pt x="867" y="1318"/>
                    <a:pt x="1169" y="882"/>
                    <a:pt x="1489" y="457"/>
                  </a:cubicBezTo>
                  <a:cubicBezTo>
                    <a:pt x="1380" y="236"/>
                    <a:pt x="1344" y="53"/>
                    <a:pt x="1251" y="11"/>
                  </a:cubicBezTo>
                  <a:cubicBezTo>
                    <a:pt x="1234" y="4"/>
                    <a:pt x="1211" y="1"/>
                    <a:pt x="11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70"/>
            <p:cNvSpPr/>
            <p:nvPr/>
          </p:nvSpPr>
          <p:spPr>
            <a:xfrm>
              <a:off x="7860725" y="2673975"/>
              <a:ext cx="489125" cy="257650"/>
            </a:xfrm>
            <a:custGeom>
              <a:rect b="b" l="l" r="r" t="t"/>
              <a:pathLst>
                <a:path extrusionOk="0" h="10306" w="19565">
                  <a:moveTo>
                    <a:pt x="12815" y="2689"/>
                  </a:moveTo>
                  <a:cubicBezTo>
                    <a:pt x="12932" y="2906"/>
                    <a:pt x="13030" y="3023"/>
                    <a:pt x="13063" y="3153"/>
                  </a:cubicBezTo>
                  <a:cubicBezTo>
                    <a:pt x="13202" y="3684"/>
                    <a:pt x="13351" y="4214"/>
                    <a:pt x="13445" y="4750"/>
                  </a:cubicBezTo>
                  <a:cubicBezTo>
                    <a:pt x="13469" y="4927"/>
                    <a:pt x="13322" y="5130"/>
                    <a:pt x="13258" y="5322"/>
                  </a:cubicBezTo>
                  <a:cubicBezTo>
                    <a:pt x="13078" y="5228"/>
                    <a:pt x="12826" y="5180"/>
                    <a:pt x="12736" y="5032"/>
                  </a:cubicBezTo>
                  <a:cubicBezTo>
                    <a:pt x="12362" y="4410"/>
                    <a:pt x="12318" y="3721"/>
                    <a:pt x="12481" y="3022"/>
                  </a:cubicBezTo>
                  <a:cubicBezTo>
                    <a:pt x="12504" y="2913"/>
                    <a:pt x="12666" y="2833"/>
                    <a:pt x="12815" y="2689"/>
                  </a:cubicBezTo>
                  <a:close/>
                  <a:moveTo>
                    <a:pt x="2922" y="4311"/>
                  </a:moveTo>
                  <a:cubicBezTo>
                    <a:pt x="2929" y="4311"/>
                    <a:pt x="2935" y="4312"/>
                    <a:pt x="2942" y="4314"/>
                  </a:cubicBezTo>
                  <a:cubicBezTo>
                    <a:pt x="3103" y="4352"/>
                    <a:pt x="3328" y="4547"/>
                    <a:pt x="3355" y="4705"/>
                  </a:cubicBezTo>
                  <a:cubicBezTo>
                    <a:pt x="3409" y="5035"/>
                    <a:pt x="3350" y="5381"/>
                    <a:pt x="3335" y="5774"/>
                  </a:cubicBezTo>
                  <a:cubicBezTo>
                    <a:pt x="3177" y="5890"/>
                    <a:pt x="3033" y="6074"/>
                    <a:pt x="2877" y="6083"/>
                  </a:cubicBezTo>
                  <a:lnTo>
                    <a:pt x="2876" y="6083"/>
                  </a:lnTo>
                  <a:cubicBezTo>
                    <a:pt x="2875" y="6083"/>
                    <a:pt x="2874" y="6083"/>
                    <a:pt x="2873" y="6083"/>
                  </a:cubicBezTo>
                  <a:cubicBezTo>
                    <a:pt x="2768" y="6083"/>
                    <a:pt x="2574" y="5861"/>
                    <a:pt x="2554" y="5722"/>
                  </a:cubicBezTo>
                  <a:cubicBezTo>
                    <a:pt x="2504" y="5369"/>
                    <a:pt x="2494" y="5001"/>
                    <a:pt x="2551" y="4649"/>
                  </a:cubicBezTo>
                  <a:cubicBezTo>
                    <a:pt x="2574" y="4519"/>
                    <a:pt x="2805" y="4311"/>
                    <a:pt x="2922" y="4311"/>
                  </a:cubicBezTo>
                  <a:close/>
                  <a:moveTo>
                    <a:pt x="15077" y="4038"/>
                  </a:moveTo>
                  <a:cubicBezTo>
                    <a:pt x="15158" y="4038"/>
                    <a:pt x="15235" y="4083"/>
                    <a:pt x="15288" y="4185"/>
                  </a:cubicBezTo>
                  <a:cubicBezTo>
                    <a:pt x="15581" y="4726"/>
                    <a:pt x="15768" y="5324"/>
                    <a:pt x="15987" y="5900"/>
                  </a:cubicBezTo>
                  <a:cubicBezTo>
                    <a:pt x="16006" y="5941"/>
                    <a:pt x="15975" y="6008"/>
                    <a:pt x="15943" y="6192"/>
                  </a:cubicBezTo>
                  <a:cubicBezTo>
                    <a:pt x="15919" y="6191"/>
                    <a:pt x="15893" y="6190"/>
                    <a:pt x="15868" y="6190"/>
                  </a:cubicBezTo>
                  <a:cubicBezTo>
                    <a:pt x="15801" y="6190"/>
                    <a:pt x="15731" y="6194"/>
                    <a:pt x="15662" y="6194"/>
                  </a:cubicBezTo>
                  <a:cubicBezTo>
                    <a:pt x="15571" y="6194"/>
                    <a:pt x="15482" y="6186"/>
                    <a:pt x="15409" y="6149"/>
                  </a:cubicBezTo>
                  <a:cubicBezTo>
                    <a:pt x="14991" y="5933"/>
                    <a:pt x="14582" y="4752"/>
                    <a:pt x="14750" y="4321"/>
                  </a:cubicBezTo>
                  <a:cubicBezTo>
                    <a:pt x="14820" y="4146"/>
                    <a:pt x="14953" y="4038"/>
                    <a:pt x="15077" y="4038"/>
                  </a:cubicBezTo>
                  <a:close/>
                  <a:moveTo>
                    <a:pt x="8599" y="4367"/>
                  </a:moveTo>
                  <a:cubicBezTo>
                    <a:pt x="8679" y="4605"/>
                    <a:pt x="8819" y="4841"/>
                    <a:pt x="8825" y="5079"/>
                  </a:cubicBezTo>
                  <a:cubicBezTo>
                    <a:pt x="8838" y="5463"/>
                    <a:pt x="8796" y="5848"/>
                    <a:pt x="8703" y="6221"/>
                  </a:cubicBezTo>
                  <a:cubicBezTo>
                    <a:pt x="8654" y="6413"/>
                    <a:pt x="8451" y="6571"/>
                    <a:pt x="8315" y="6744"/>
                  </a:cubicBezTo>
                  <a:lnTo>
                    <a:pt x="8316" y="6745"/>
                  </a:lnTo>
                  <a:cubicBezTo>
                    <a:pt x="8146" y="6585"/>
                    <a:pt x="7846" y="6445"/>
                    <a:pt x="7822" y="6264"/>
                  </a:cubicBezTo>
                  <a:cubicBezTo>
                    <a:pt x="7760" y="5802"/>
                    <a:pt x="7820" y="5329"/>
                    <a:pt x="7834" y="4746"/>
                  </a:cubicBezTo>
                  <a:cubicBezTo>
                    <a:pt x="8101" y="4613"/>
                    <a:pt x="8351" y="4488"/>
                    <a:pt x="8599" y="4367"/>
                  </a:cubicBezTo>
                  <a:close/>
                  <a:moveTo>
                    <a:pt x="10499" y="5750"/>
                  </a:moveTo>
                  <a:cubicBezTo>
                    <a:pt x="10950" y="5953"/>
                    <a:pt x="11303" y="7165"/>
                    <a:pt x="11084" y="7451"/>
                  </a:cubicBezTo>
                  <a:cubicBezTo>
                    <a:pt x="10985" y="7576"/>
                    <a:pt x="10861" y="7635"/>
                    <a:pt x="10748" y="7635"/>
                  </a:cubicBezTo>
                  <a:cubicBezTo>
                    <a:pt x="10621" y="7635"/>
                    <a:pt x="10507" y="7561"/>
                    <a:pt x="10456" y="7424"/>
                  </a:cubicBezTo>
                  <a:cubicBezTo>
                    <a:pt x="10281" y="6983"/>
                    <a:pt x="10221" y="6493"/>
                    <a:pt x="10170" y="6016"/>
                  </a:cubicBezTo>
                  <a:cubicBezTo>
                    <a:pt x="10163" y="5930"/>
                    <a:pt x="10416" y="5812"/>
                    <a:pt x="10499" y="5750"/>
                  </a:cubicBezTo>
                  <a:close/>
                  <a:moveTo>
                    <a:pt x="5820" y="6172"/>
                  </a:moveTo>
                  <a:cubicBezTo>
                    <a:pt x="5847" y="6172"/>
                    <a:pt x="5871" y="6176"/>
                    <a:pt x="5889" y="6185"/>
                  </a:cubicBezTo>
                  <a:cubicBezTo>
                    <a:pt x="6233" y="6362"/>
                    <a:pt x="6575" y="7625"/>
                    <a:pt x="6432" y="8011"/>
                  </a:cubicBezTo>
                  <a:cubicBezTo>
                    <a:pt x="6357" y="8202"/>
                    <a:pt x="6222" y="8284"/>
                    <a:pt x="6099" y="8284"/>
                  </a:cubicBezTo>
                  <a:cubicBezTo>
                    <a:pt x="5991" y="8284"/>
                    <a:pt x="5892" y="8222"/>
                    <a:pt x="5850" y="8116"/>
                  </a:cubicBezTo>
                  <a:cubicBezTo>
                    <a:pt x="5624" y="7543"/>
                    <a:pt x="5521" y="6917"/>
                    <a:pt x="5395" y="6304"/>
                  </a:cubicBezTo>
                  <a:cubicBezTo>
                    <a:pt x="5395" y="6295"/>
                    <a:pt x="5666" y="6172"/>
                    <a:pt x="5820" y="6172"/>
                  </a:cubicBezTo>
                  <a:close/>
                  <a:moveTo>
                    <a:pt x="1807" y="7003"/>
                  </a:moveTo>
                  <a:cubicBezTo>
                    <a:pt x="1809" y="7003"/>
                    <a:pt x="1811" y="7003"/>
                    <a:pt x="1813" y="7003"/>
                  </a:cubicBezTo>
                  <a:cubicBezTo>
                    <a:pt x="1950" y="7017"/>
                    <a:pt x="2167" y="7130"/>
                    <a:pt x="2197" y="7245"/>
                  </a:cubicBezTo>
                  <a:cubicBezTo>
                    <a:pt x="2331" y="7739"/>
                    <a:pt x="2411" y="8257"/>
                    <a:pt x="2509" y="8751"/>
                  </a:cubicBezTo>
                  <a:cubicBezTo>
                    <a:pt x="2306" y="8923"/>
                    <a:pt x="2188" y="9102"/>
                    <a:pt x="2071" y="9102"/>
                  </a:cubicBezTo>
                  <a:cubicBezTo>
                    <a:pt x="2070" y="9102"/>
                    <a:pt x="2070" y="9102"/>
                    <a:pt x="2070" y="9102"/>
                  </a:cubicBezTo>
                  <a:lnTo>
                    <a:pt x="2068" y="9102"/>
                  </a:lnTo>
                  <a:cubicBezTo>
                    <a:pt x="1918" y="9098"/>
                    <a:pt x="1654" y="8966"/>
                    <a:pt x="1641" y="8863"/>
                  </a:cubicBezTo>
                  <a:cubicBezTo>
                    <a:pt x="1561" y="8331"/>
                    <a:pt x="1528" y="7793"/>
                    <a:pt x="1520" y="7254"/>
                  </a:cubicBezTo>
                  <a:cubicBezTo>
                    <a:pt x="1516" y="7166"/>
                    <a:pt x="1710" y="7003"/>
                    <a:pt x="1807" y="7003"/>
                  </a:cubicBezTo>
                  <a:close/>
                  <a:moveTo>
                    <a:pt x="17051" y="1"/>
                  </a:moveTo>
                  <a:cubicBezTo>
                    <a:pt x="16635" y="328"/>
                    <a:pt x="16260" y="625"/>
                    <a:pt x="15884" y="911"/>
                  </a:cubicBezTo>
                  <a:cubicBezTo>
                    <a:pt x="15800" y="977"/>
                    <a:pt x="15694" y="1020"/>
                    <a:pt x="15597" y="1046"/>
                  </a:cubicBezTo>
                  <a:cubicBezTo>
                    <a:pt x="15266" y="1135"/>
                    <a:pt x="14901" y="1142"/>
                    <a:pt x="14615" y="1296"/>
                  </a:cubicBezTo>
                  <a:cubicBezTo>
                    <a:pt x="11432" y="2417"/>
                    <a:pt x="8871" y="2740"/>
                    <a:pt x="5942" y="2740"/>
                  </a:cubicBezTo>
                  <a:cubicBezTo>
                    <a:pt x="5230" y="2740"/>
                    <a:pt x="4496" y="2721"/>
                    <a:pt x="3726" y="2689"/>
                  </a:cubicBezTo>
                  <a:cubicBezTo>
                    <a:pt x="2875" y="2655"/>
                    <a:pt x="1860" y="2625"/>
                    <a:pt x="1014" y="2525"/>
                  </a:cubicBezTo>
                  <a:cubicBezTo>
                    <a:pt x="1001" y="2559"/>
                    <a:pt x="809" y="3659"/>
                    <a:pt x="801" y="3694"/>
                  </a:cubicBezTo>
                  <a:lnTo>
                    <a:pt x="794" y="3711"/>
                  </a:lnTo>
                  <a:cubicBezTo>
                    <a:pt x="728" y="3970"/>
                    <a:pt x="662" y="4230"/>
                    <a:pt x="602" y="4487"/>
                  </a:cubicBezTo>
                  <a:cubicBezTo>
                    <a:pt x="588" y="4536"/>
                    <a:pt x="577" y="4591"/>
                    <a:pt x="567" y="4640"/>
                  </a:cubicBezTo>
                  <a:cubicBezTo>
                    <a:pt x="514" y="4866"/>
                    <a:pt x="466" y="5093"/>
                    <a:pt x="420" y="5316"/>
                  </a:cubicBezTo>
                  <a:cubicBezTo>
                    <a:pt x="320" y="5803"/>
                    <a:pt x="237" y="6287"/>
                    <a:pt x="173" y="6758"/>
                  </a:cubicBezTo>
                  <a:cubicBezTo>
                    <a:pt x="153" y="6883"/>
                    <a:pt x="139" y="7010"/>
                    <a:pt x="126" y="7134"/>
                  </a:cubicBezTo>
                  <a:cubicBezTo>
                    <a:pt x="15" y="8132"/>
                    <a:pt x="1" y="9085"/>
                    <a:pt x="133" y="9941"/>
                  </a:cubicBezTo>
                  <a:cubicBezTo>
                    <a:pt x="152" y="10068"/>
                    <a:pt x="174" y="10188"/>
                    <a:pt x="197" y="10306"/>
                  </a:cubicBezTo>
                  <a:cubicBezTo>
                    <a:pt x="2650" y="10064"/>
                    <a:pt x="5099" y="9777"/>
                    <a:pt x="7485" y="9097"/>
                  </a:cubicBezTo>
                  <a:cubicBezTo>
                    <a:pt x="9948" y="8393"/>
                    <a:pt x="12433" y="7760"/>
                    <a:pt x="14886" y="7007"/>
                  </a:cubicBezTo>
                  <a:cubicBezTo>
                    <a:pt x="15838" y="6717"/>
                    <a:pt x="16726" y="6200"/>
                    <a:pt x="17639" y="5771"/>
                  </a:cubicBezTo>
                  <a:cubicBezTo>
                    <a:pt x="17801" y="5696"/>
                    <a:pt x="18052" y="5591"/>
                    <a:pt x="18078" y="5464"/>
                  </a:cubicBezTo>
                  <a:cubicBezTo>
                    <a:pt x="18172" y="4940"/>
                    <a:pt x="18658" y="4877"/>
                    <a:pt x="18971" y="4611"/>
                  </a:cubicBezTo>
                  <a:cubicBezTo>
                    <a:pt x="19138" y="4474"/>
                    <a:pt x="19324" y="4363"/>
                    <a:pt x="19565" y="4196"/>
                  </a:cubicBezTo>
                  <a:cubicBezTo>
                    <a:pt x="19185" y="3484"/>
                    <a:pt x="18839" y="2780"/>
                    <a:pt x="18436" y="2113"/>
                  </a:cubicBezTo>
                  <a:cubicBezTo>
                    <a:pt x="18025" y="1425"/>
                    <a:pt x="17557" y="767"/>
                    <a:pt x="17051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70"/>
            <p:cNvSpPr/>
            <p:nvPr/>
          </p:nvSpPr>
          <p:spPr>
            <a:xfrm>
              <a:off x="8225300" y="2774900"/>
              <a:ext cx="35575" cy="53950"/>
            </a:xfrm>
            <a:custGeom>
              <a:rect b="b" l="l" r="r" t="t"/>
              <a:pathLst>
                <a:path extrusionOk="0" h="2158" w="1423">
                  <a:moveTo>
                    <a:pt x="495" y="1"/>
                  </a:moveTo>
                  <a:cubicBezTo>
                    <a:pt x="371" y="1"/>
                    <a:pt x="237" y="109"/>
                    <a:pt x="167" y="284"/>
                  </a:cubicBezTo>
                  <a:cubicBezTo>
                    <a:pt x="0" y="715"/>
                    <a:pt x="409" y="1896"/>
                    <a:pt x="827" y="2112"/>
                  </a:cubicBezTo>
                  <a:cubicBezTo>
                    <a:pt x="899" y="2149"/>
                    <a:pt x="988" y="2157"/>
                    <a:pt x="1079" y="2157"/>
                  </a:cubicBezTo>
                  <a:cubicBezTo>
                    <a:pt x="1148" y="2157"/>
                    <a:pt x="1218" y="2153"/>
                    <a:pt x="1285" y="2153"/>
                  </a:cubicBezTo>
                  <a:cubicBezTo>
                    <a:pt x="1310" y="2153"/>
                    <a:pt x="1336" y="2154"/>
                    <a:pt x="1360" y="2155"/>
                  </a:cubicBezTo>
                  <a:cubicBezTo>
                    <a:pt x="1392" y="1971"/>
                    <a:pt x="1423" y="1904"/>
                    <a:pt x="1404" y="1863"/>
                  </a:cubicBezTo>
                  <a:cubicBezTo>
                    <a:pt x="1185" y="1287"/>
                    <a:pt x="998" y="689"/>
                    <a:pt x="705" y="148"/>
                  </a:cubicBezTo>
                  <a:cubicBezTo>
                    <a:pt x="652" y="46"/>
                    <a:pt x="576" y="1"/>
                    <a:pt x="49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70"/>
            <p:cNvSpPr/>
            <p:nvPr/>
          </p:nvSpPr>
          <p:spPr>
            <a:xfrm>
              <a:off x="8168675" y="2741200"/>
              <a:ext cx="28775" cy="65825"/>
            </a:xfrm>
            <a:custGeom>
              <a:rect b="b" l="l" r="r" t="t"/>
              <a:pathLst>
                <a:path extrusionOk="0" h="2633" w="1151">
                  <a:moveTo>
                    <a:pt x="497" y="0"/>
                  </a:moveTo>
                  <a:cubicBezTo>
                    <a:pt x="348" y="144"/>
                    <a:pt x="186" y="223"/>
                    <a:pt x="163" y="333"/>
                  </a:cubicBezTo>
                  <a:cubicBezTo>
                    <a:pt x="0" y="1032"/>
                    <a:pt x="44" y="1722"/>
                    <a:pt x="418" y="2343"/>
                  </a:cubicBezTo>
                  <a:cubicBezTo>
                    <a:pt x="508" y="2491"/>
                    <a:pt x="759" y="2539"/>
                    <a:pt x="940" y="2633"/>
                  </a:cubicBezTo>
                  <a:cubicBezTo>
                    <a:pt x="1004" y="2442"/>
                    <a:pt x="1151" y="2238"/>
                    <a:pt x="1127" y="2061"/>
                  </a:cubicBezTo>
                  <a:cubicBezTo>
                    <a:pt x="1033" y="1525"/>
                    <a:pt x="884" y="995"/>
                    <a:pt x="745" y="464"/>
                  </a:cubicBezTo>
                  <a:cubicBezTo>
                    <a:pt x="712" y="334"/>
                    <a:pt x="614" y="217"/>
                    <a:pt x="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70"/>
            <p:cNvSpPr/>
            <p:nvPr/>
          </p:nvSpPr>
          <p:spPr>
            <a:xfrm>
              <a:off x="8114775" y="2817700"/>
              <a:ext cx="28525" cy="47150"/>
            </a:xfrm>
            <a:custGeom>
              <a:rect b="b" l="l" r="r" t="t"/>
              <a:pathLst>
                <a:path extrusionOk="0" h="1886" w="1141">
                  <a:moveTo>
                    <a:pt x="337" y="0"/>
                  </a:moveTo>
                  <a:cubicBezTo>
                    <a:pt x="254" y="62"/>
                    <a:pt x="1" y="181"/>
                    <a:pt x="8" y="266"/>
                  </a:cubicBezTo>
                  <a:cubicBezTo>
                    <a:pt x="59" y="743"/>
                    <a:pt x="121" y="1233"/>
                    <a:pt x="294" y="1674"/>
                  </a:cubicBezTo>
                  <a:cubicBezTo>
                    <a:pt x="345" y="1811"/>
                    <a:pt x="459" y="1885"/>
                    <a:pt x="586" y="1885"/>
                  </a:cubicBezTo>
                  <a:cubicBezTo>
                    <a:pt x="699" y="1885"/>
                    <a:pt x="823" y="1826"/>
                    <a:pt x="922" y="1700"/>
                  </a:cubicBezTo>
                  <a:cubicBezTo>
                    <a:pt x="1141" y="1416"/>
                    <a:pt x="788" y="204"/>
                    <a:pt x="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70"/>
            <p:cNvSpPr/>
            <p:nvPr/>
          </p:nvSpPr>
          <p:spPr>
            <a:xfrm>
              <a:off x="7806750" y="2605675"/>
              <a:ext cx="429375" cy="142900"/>
            </a:xfrm>
            <a:custGeom>
              <a:rect b="b" l="l" r="r" t="t"/>
              <a:pathLst>
                <a:path extrusionOk="0" h="5716" w="17175">
                  <a:moveTo>
                    <a:pt x="14133" y="1370"/>
                  </a:moveTo>
                  <a:cubicBezTo>
                    <a:pt x="14228" y="1370"/>
                    <a:pt x="14338" y="1403"/>
                    <a:pt x="14437" y="1460"/>
                  </a:cubicBezTo>
                  <a:cubicBezTo>
                    <a:pt x="14811" y="1673"/>
                    <a:pt x="15185" y="2893"/>
                    <a:pt x="14975" y="3382"/>
                  </a:cubicBezTo>
                  <a:cubicBezTo>
                    <a:pt x="14916" y="3511"/>
                    <a:pt x="14817" y="3580"/>
                    <a:pt x="14715" y="3580"/>
                  </a:cubicBezTo>
                  <a:cubicBezTo>
                    <a:pt x="14616" y="3580"/>
                    <a:pt x="14515" y="3514"/>
                    <a:pt x="14449" y="3371"/>
                  </a:cubicBezTo>
                  <a:cubicBezTo>
                    <a:pt x="14206" y="2829"/>
                    <a:pt x="14000" y="2259"/>
                    <a:pt x="13900" y="1676"/>
                  </a:cubicBezTo>
                  <a:cubicBezTo>
                    <a:pt x="13862" y="1459"/>
                    <a:pt x="13977" y="1370"/>
                    <a:pt x="14133" y="1370"/>
                  </a:cubicBezTo>
                  <a:close/>
                  <a:moveTo>
                    <a:pt x="9331" y="2710"/>
                  </a:moveTo>
                  <a:cubicBezTo>
                    <a:pt x="9439" y="2710"/>
                    <a:pt x="9625" y="2898"/>
                    <a:pt x="9642" y="3018"/>
                  </a:cubicBezTo>
                  <a:cubicBezTo>
                    <a:pt x="9690" y="3411"/>
                    <a:pt x="9697" y="3807"/>
                    <a:pt x="9667" y="4202"/>
                  </a:cubicBezTo>
                  <a:cubicBezTo>
                    <a:pt x="9657" y="4314"/>
                    <a:pt x="9453" y="4498"/>
                    <a:pt x="9346" y="4498"/>
                  </a:cubicBezTo>
                  <a:cubicBezTo>
                    <a:pt x="9344" y="4498"/>
                    <a:pt x="9343" y="4498"/>
                    <a:pt x="9341" y="4498"/>
                  </a:cubicBezTo>
                  <a:cubicBezTo>
                    <a:pt x="9199" y="4482"/>
                    <a:pt x="8967" y="4334"/>
                    <a:pt x="8949" y="4214"/>
                  </a:cubicBezTo>
                  <a:cubicBezTo>
                    <a:pt x="8888" y="3826"/>
                    <a:pt x="8903" y="3429"/>
                    <a:pt x="8893" y="2998"/>
                  </a:cubicBezTo>
                  <a:cubicBezTo>
                    <a:pt x="9063" y="2878"/>
                    <a:pt x="9195" y="2712"/>
                    <a:pt x="9329" y="2710"/>
                  </a:cubicBezTo>
                  <a:cubicBezTo>
                    <a:pt x="9329" y="2710"/>
                    <a:pt x="9330" y="2710"/>
                    <a:pt x="9331" y="2710"/>
                  </a:cubicBezTo>
                  <a:close/>
                  <a:moveTo>
                    <a:pt x="5205" y="3578"/>
                  </a:moveTo>
                  <a:cubicBezTo>
                    <a:pt x="5224" y="3578"/>
                    <a:pt x="5242" y="3580"/>
                    <a:pt x="5257" y="3584"/>
                  </a:cubicBezTo>
                  <a:cubicBezTo>
                    <a:pt x="5595" y="3675"/>
                    <a:pt x="5810" y="4491"/>
                    <a:pt x="5591" y="5035"/>
                  </a:cubicBezTo>
                  <a:cubicBezTo>
                    <a:pt x="5506" y="5052"/>
                    <a:pt x="5353" y="5131"/>
                    <a:pt x="5212" y="5131"/>
                  </a:cubicBezTo>
                  <a:cubicBezTo>
                    <a:pt x="5184" y="5131"/>
                    <a:pt x="5156" y="5128"/>
                    <a:pt x="5130" y="5121"/>
                  </a:cubicBezTo>
                  <a:cubicBezTo>
                    <a:pt x="4843" y="5049"/>
                    <a:pt x="4612" y="4145"/>
                    <a:pt x="4799" y="3789"/>
                  </a:cubicBezTo>
                  <a:cubicBezTo>
                    <a:pt x="4858" y="3683"/>
                    <a:pt x="5068" y="3578"/>
                    <a:pt x="5205" y="3578"/>
                  </a:cubicBezTo>
                  <a:close/>
                  <a:moveTo>
                    <a:pt x="16499" y="1"/>
                  </a:moveTo>
                  <a:cubicBezTo>
                    <a:pt x="12599" y="1306"/>
                    <a:pt x="8694" y="2194"/>
                    <a:pt x="4645" y="2473"/>
                  </a:cubicBezTo>
                  <a:cubicBezTo>
                    <a:pt x="4473" y="2485"/>
                    <a:pt x="755" y="3506"/>
                    <a:pt x="585" y="3515"/>
                  </a:cubicBezTo>
                  <a:cubicBezTo>
                    <a:pt x="426" y="4003"/>
                    <a:pt x="312" y="3989"/>
                    <a:pt x="155" y="4499"/>
                  </a:cubicBezTo>
                  <a:cubicBezTo>
                    <a:pt x="0" y="4989"/>
                    <a:pt x="3357" y="4992"/>
                    <a:pt x="3216" y="5498"/>
                  </a:cubicBezTo>
                  <a:cubicBezTo>
                    <a:pt x="4327" y="5635"/>
                    <a:pt x="5445" y="5715"/>
                    <a:pt x="6574" y="5715"/>
                  </a:cubicBezTo>
                  <a:cubicBezTo>
                    <a:pt x="7399" y="5715"/>
                    <a:pt x="8230" y="5672"/>
                    <a:pt x="9068" y="5577"/>
                  </a:cubicBezTo>
                  <a:cubicBezTo>
                    <a:pt x="11972" y="5245"/>
                    <a:pt x="14581" y="4198"/>
                    <a:pt x="17174" y="2919"/>
                  </a:cubicBezTo>
                  <a:cubicBezTo>
                    <a:pt x="16953" y="1965"/>
                    <a:pt x="16736" y="1026"/>
                    <a:pt x="16499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70"/>
            <p:cNvSpPr/>
            <p:nvPr/>
          </p:nvSpPr>
          <p:spPr>
            <a:xfrm>
              <a:off x="8153300" y="2639900"/>
              <a:ext cx="33075" cy="55275"/>
            </a:xfrm>
            <a:custGeom>
              <a:rect b="b" l="l" r="r" t="t"/>
              <a:pathLst>
                <a:path extrusionOk="0" h="2211" w="1323">
                  <a:moveTo>
                    <a:pt x="271" y="1"/>
                  </a:moveTo>
                  <a:cubicBezTo>
                    <a:pt x="116" y="1"/>
                    <a:pt x="1" y="90"/>
                    <a:pt x="39" y="307"/>
                  </a:cubicBezTo>
                  <a:cubicBezTo>
                    <a:pt x="138" y="890"/>
                    <a:pt x="344" y="1460"/>
                    <a:pt x="588" y="2002"/>
                  </a:cubicBezTo>
                  <a:cubicBezTo>
                    <a:pt x="654" y="2145"/>
                    <a:pt x="755" y="2211"/>
                    <a:pt x="854" y="2211"/>
                  </a:cubicBezTo>
                  <a:cubicBezTo>
                    <a:pt x="955" y="2211"/>
                    <a:pt x="1054" y="2142"/>
                    <a:pt x="1113" y="2013"/>
                  </a:cubicBezTo>
                  <a:cubicBezTo>
                    <a:pt x="1323" y="1524"/>
                    <a:pt x="949" y="304"/>
                    <a:pt x="575" y="91"/>
                  </a:cubicBezTo>
                  <a:cubicBezTo>
                    <a:pt x="476" y="34"/>
                    <a:pt x="366" y="1"/>
                    <a:pt x="2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70"/>
            <p:cNvSpPr/>
            <p:nvPr/>
          </p:nvSpPr>
          <p:spPr>
            <a:xfrm>
              <a:off x="8054725" y="2783175"/>
              <a:ext cx="26975" cy="59425"/>
            </a:xfrm>
            <a:custGeom>
              <a:rect b="b" l="l" r="r" t="t"/>
              <a:pathLst>
                <a:path extrusionOk="0" h="2377" w="1079">
                  <a:moveTo>
                    <a:pt x="840" y="0"/>
                  </a:moveTo>
                  <a:cubicBezTo>
                    <a:pt x="592" y="120"/>
                    <a:pt x="342" y="245"/>
                    <a:pt x="74" y="378"/>
                  </a:cubicBezTo>
                  <a:cubicBezTo>
                    <a:pt x="60" y="962"/>
                    <a:pt x="1" y="1435"/>
                    <a:pt x="63" y="1897"/>
                  </a:cubicBezTo>
                  <a:cubicBezTo>
                    <a:pt x="86" y="2077"/>
                    <a:pt x="386" y="2217"/>
                    <a:pt x="556" y="2376"/>
                  </a:cubicBezTo>
                  <a:cubicBezTo>
                    <a:pt x="691" y="2203"/>
                    <a:pt x="895" y="2045"/>
                    <a:pt x="944" y="1853"/>
                  </a:cubicBezTo>
                  <a:cubicBezTo>
                    <a:pt x="1037" y="1480"/>
                    <a:pt x="1078" y="1096"/>
                    <a:pt x="1066" y="711"/>
                  </a:cubicBezTo>
                  <a:cubicBezTo>
                    <a:pt x="1059" y="473"/>
                    <a:pt x="920" y="237"/>
                    <a:pt x="8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70"/>
            <p:cNvSpPr/>
            <p:nvPr/>
          </p:nvSpPr>
          <p:spPr>
            <a:xfrm>
              <a:off x="7995575" y="2828250"/>
              <a:ext cx="29550" cy="52825"/>
            </a:xfrm>
            <a:custGeom>
              <a:rect b="b" l="l" r="r" t="t"/>
              <a:pathLst>
                <a:path extrusionOk="0" h="2113" w="1182">
                  <a:moveTo>
                    <a:pt x="425" y="1"/>
                  </a:moveTo>
                  <a:cubicBezTo>
                    <a:pt x="271" y="1"/>
                    <a:pt x="0" y="124"/>
                    <a:pt x="1" y="133"/>
                  </a:cubicBezTo>
                  <a:cubicBezTo>
                    <a:pt x="127" y="746"/>
                    <a:pt x="230" y="1372"/>
                    <a:pt x="455" y="1945"/>
                  </a:cubicBezTo>
                  <a:cubicBezTo>
                    <a:pt x="497" y="2051"/>
                    <a:pt x="596" y="2113"/>
                    <a:pt x="704" y="2113"/>
                  </a:cubicBezTo>
                  <a:cubicBezTo>
                    <a:pt x="828" y="2113"/>
                    <a:pt x="963" y="2031"/>
                    <a:pt x="1037" y="1840"/>
                  </a:cubicBezTo>
                  <a:cubicBezTo>
                    <a:pt x="1181" y="1454"/>
                    <a:pt x="838" y="191"/>
                    <a:pt x="495" y="14"/>
                  </a:cubicBezTo>
                  <a:cubicBezTo>
                    <a:pt x="477" y="5"/>
                    <a:pt x="453" y="1"/>
                    <a:pt x="4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70"/>
            <p:cNvSpPr/>
            <p:nvPr/>
          </p:nvSpPr>
          <p:spPr>
            <a:xfrm>
              <a:off x="8028925" y="2673450"/>
              <a:ext cx="20300" cy="44675"/>
            </a:xfrm>
            <a:custGeom>
              <a:rect b="b" l="l" r="r" t="t"/>
              <a:pathLst>
                <a:path extrusionOk="0" h="1787" w="812">
                  <a:moveTo>
                    <a:pt x="445" y="0"/>
                  </a:moveTo>
                  <a:cubicBezTo>
                    <a:pt x="444" y="0"/>
                    <a:pt x="443" y="0"/>
                    <a:pt x="443" y="0"/>
                  </a:cubicBezTo>
                  <a:cubicBezTo>
                    <a:pt x="309" y="1"/>
                    <a:pt x="176" y="167"/>
                    <a:pt x="6" y="287"/>
                  </a:cubicBezTo>
                  <a:cubicBezTo>
                    <a:pt x="17" y="720"/>
                    <a:pt x="1" y="1115"/>
                    <a:pt x="62" y="1504"/>
                  </a:cubicBezTo>
                  <a:cubicBezTo>
                    <a:pt x="80" y="1622"/>
                    <a:pt x="312" y="1771"/>
                    <a:pt x="454" y="1787"/>
                  </a:cubicBezTo>
                  <a:cubicBezTo>
                    <a:pt x="456" y="1787"/>
                    <a:pt x="457" y="1787"/>
                    <a:pt x="459" y="1787"/>
                  </a:cubicBezTo>
                  <a:cubicBezTo>
                    <a:pt x="567" y="1787"/>
                    <a:pt x="771" y="1603"/>
                    <a:pt x="781" y="1491"/>
                  </a:cubicBezTo>
                  <a:cubicBezTo>
                    <a:pt x="811" y="1096"/>
                    <a:pt x="803" y="700"/>
                    <a:pt x="755" y="307"/>
                  </a:cubicBezTo>
                  <a:cubicBezTo>
                    <a:pt x="738" y="188"/>
                    <a:pt x="554" y="0"/>
                    <a:pt x="4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70"/>
            <p:cNvSpPr/>
            <p:nvPr/>
          </p:nvSpPr>
          <p:spPr>
            <a:xfrm>
              <a:off x="7898600" y="2849025"/>
              <a:ext cx="24850" cy="52525"/>
            </a:xfrm>
            <a:custGeom>
              <a:rect b="b" l="l" r="r" t="t"/>
              <a:pathLst>
                <a:path extrusionOk="0" h="2101" w="994">
                  <a:moveTo>
                    <a:pt x="292" y="1"/>
                  </a:moveTo>
                  <a:cubicBezTo>
                    <a:pt x="195" y="1"/>
                    <a:pt x="1" y="164"/>
                    <a:pt x="5" y="252"/>
                  </a:cubicBezTo>
                  <a:cubicBezTo>
                    <a:pt x="13" y="791"/>
                    <a:pt x="46" y="1329"/>
                    <a:pt x="125" y="1861"/>
                  </a:cubicBezTo>
                  <a:cubicBezTo>
                    <a:pt x="139" y="1964"/>
                    <a:pt x="403" y="2096"/>
                    <a:pt x="553" y="2100"/>
                  </a:cubicBezTo>
                  <a:cubicBezTo>
                    <a:pt x="554" y="2100"/>
                    <a:pt x="554" y="2100"/>
                    <a:pt x="555" y="2100"/>
                  </a:cubicBezTo>
                  <a:cubicBezTo>
                    <a:pt x="672" y="2100"/>
                    <a:pt x="790" y="1921"/>
                    <a:pt x="993" y="1749"/>
                  </a:cubicBezTo>
                  <a:cubicBezTo>
                    <a:pt x="895" y="1255"/>
                    <a:pt x="815" y="737"/>
                    <a:pt x="682" y="243"/>
                  </a:cubicBezTo>
                  <a:cubicBezTo>
                    <a:pt x="652" y="128"/>
                    <a:pt x="435" y="15"/>
                    <a:pt x="298" y="1"/>
                  </a:cubicBezTo>
                  <a:cubicBezTo>
                    <a:pt x="296" y="1"/>
                    <a:pt x="294" y="1"/>
                    <a:pt x="2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70"/>
            <p:cNvSpPr/>
            <p:nvPr/>
          </p:nvSpPr>
          <p:spPr>
            <a:xfrm>
              <a:off x="7923025" y="2781750"/>
              <a:ext cx="22925" cy="44300"/>
            </a:xfrm>
            <a:custGeom>
              <a:rect b="b" l="l" r="r" t="t"/>
              <a:pathLst>
                <a:path extrusionOk="0" h="1772" w="917">
                  <a:moveTo>
                    <a:pt x="430" y="1"/>
                  </a:moveTo>
                  <a:cubicBezTo>
                    <a:pt x="313" y="1"/>
                    <a:pt x="81" y="208"/>
                    <a:pt x="58" y="338"/>
                  </a:cubicBezTo>
                  <a:cubicBezTo>
                    <a:pt x="1" y="690"/>
                    <a:pt x="12" y="1058"/>
                    <a:pt x="61" y="1411"/>
                  </a:cubicBezTo>
                  <a:cubicBezTo>
                    <a:pt x="81" y="1550"/>
                    <a:pt x="277" y="1772"/>
                    <a:pt x="381" y="1772"/>
                  </a:cubicBezTo>
                  <a:cubicBezTo>
                    <a:pt x="382" y="1772"/>
                    <a:pt x="383" y="1772"/>
                    <a:pt x="384" y="1772"/>
                  </a:cubicBezTo>
                  <a:cubicBezTo>
                    <a:pt x="539" y="1763"/>
                    <a:pt x="685" y="1579"/>
                    <a:pt x="842" y="1463"/>
                  </a:cubicBezTo>
                  <a:cubicBezTo>
                    <a:pt x="856" y="1070"/>
                    <a:pt x="917" y="724"/>
                    <a:pt x="862" y="394"/>
                  </a:cubicBezTo>
                  <a:cubicBezTo>
                    <a:pt x="835" y="236"/>
                    <a:pt x="611" y="41"/>
                    <a:pt x="448" y="3"/>
                  </a:cubicBezTo>
                  <a:cubicBezTo>
                    <a:pt x="443" y="1"/>
                    <a:pt x="436" y="1"/>
                    <a:pt x="4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70"/>
            <p:cNvSpPr/>
            <p:nvPr/>
          </p:nvSpPr>
          <p:spPr>
            <a:xfrm>
              <a:off x="7922050" y="2695100"/>
              <a:ext cx="30000" cy="38875"/>
            </a:xfrm>
            <a:custGeom>
              <a:rect b="b" l="l" r="r" t="t"/>
              <a:pathLst>
                <a:path extrusionOk="0" h="1555" w="1200">
                  <a:moveTo>
                    <a:pt x="593" y="1"/>
                  </a:moveTo>
                  <a:cubicBezTo>
                    <a:pt x="456" y="1"/>
                    <a:pt x="246" y="106"/>
                    <a:pt x="187" y="213"/>
                  </a:cubicBezTo>
                  <a:cubicBezTo>
                    <a:pt x="0" y="569"/>
                    <a:pt x="231" y="1474"/>
                    <a:pt x="518" y="1545"/>
                  </a:cubicBezTo>
                  <a:cubicBezTo>
                    <a:pt x="544" y="1552"/>
                    <a:pt x="571" y="1555"/>
                    <a:pt x="598" y="1555"/>
                  </a:cubicBezTo>
                  <a:cubicBezTo>
                    <a:pt x="740" y="1555"/>
                    <a:pt x="894" y="1475"/>
                    <a:pt x="979" y="1458"/>
                  </a:cubicBezTo>
                  <a:cubicBezTo>
                    <a:pt x="1199" y="914"/>
                    <a:pt x="983" y="98"/>
                    <a:pt x="645" y="7"/>
                  </a:cubicBezTo>
                  <a:cubicBezTo>
                    <a:pt x="630" y="3"/>
                    <a:pt x="612" y="1"/>
                    <a:pt x="5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70"/>
            <p:cNvSpPr/>
            <p:nvPr/>
          </p:nvSpPr>
          <p:spPr>
            <a:xfrm>
              <a:off x="7864050" y="2922500"/>
              <a:ext cx="1650" cy="9125"/>
            </a:xfrm>
            <a:custGeom>
              <a:rect b="b" l="l" r="r" t="t"/>
              <a:pathLst>
                <a:path extrusionOk="0" h="365" w="66">
                  <a:moveTo>
                    <a:pt x="1" y="0"/>
                  </a:moveTo>
                  <a:cubicBezTo>
                    <a:pt x="16" y="123"/>
                    <a:pt x="38" y="245"/>
                    <a:pt x="65" y="365"/>
                  </a:cubicBezTo>
                  <a:cubicBezTo>
                    <a:pt x="42" y="247"/>
                    <a:pt x="20" y="127"/>
                    <a:pt x="1" y="0"/>
                  </a:cubicBezTo>
                  <a:close/>
                </a:path>
              </a:pathLst>
            </a:custGeom>
            <a:solidFill>
              <a:srgbClr val="F46C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70"/>
            <p:cNvSpPr/>
            <p:nvPr/>
          </p:nvSpPr>
          <p:spPr>
            <a:xfrm>
              <a:off x="7801375" y="2530575"/>
              <a:ext cx="756100" cy="420875"/>
            </a:xfrm>
            <a:custGeom>
              <a:rect b="b" l="l" r="r" t="t"/>
              <a:pathLst>
                <a:path extrusionOk="0" h="16835" w="30244">
                  <a:moveTo>
                    <a:pt x="25185" y="926"/>
                  </a:moveTo>
                  <a:cubicBezTo>
                    <a:pt x="25577" y="926"/>
                    <a:pt x="25633" y="1147"/>
                    <a:pt x="25378" y="1600"/>
                  </a:cubicBezTo>
                  <a:cubicBezTo>
                    <a:pt x="24962" y="2334"/>
                    <a:pt x="24504" y="3037"/>
                    <a:pt x="24065" y="3756"/>
                  </a:cubicBezTo>
                  <a:cubicBezTo>
                    <a:pt x="23959" y="3926"/>
                    <a:pt x="23847" y="4090"/>
                    <a:pt x="23738" y="4258"/>
                  </a:cubicBezTo>
                  <a:cubicBezTo>
                    <a:pt x="23709" y="4243"/>
                    <a:pt x="23652" y="4226"/>
                    <a:pt x="23650" y="4205"/>
                  </a:cubicBezTo>
                  <a:cubicBezTo>
                    <a:pt x="23572" y="3587"/>
                    <a:pt x="23318" y="3292"/>
                    <a:pt x="22983" y="3292"/>
                  </a:cubicBezTo>
                  <a:cubicBezTo>
                    <a:pt x="22740" y="3292"/>
                    <a:pt x="22455" y="3446"/>
                    <a:pt x="22163" y="3744"/>
                  </a:cubicBezTo>
                  <a:cubicBezTo>
                    <a:pt x="21548" y="4366"/>
                    <a:pt x="20966" y="5011"/>
                    <a:pt x="20283" y="5735"/>
                  </a:cubicBezTo>
                  <a:cubicBezTo>
                    <a:pt x="20246" y="5524"/>
                    <a:pt x="20212" y="5343"/>
                    <a:pt x="20184" y="5166"/>
                  </a:cubicBezTo>
                  <a:cubicBezTo>
                    <a:pt x="20165" y="5036"/>
                    <a:pt x="20193" y="4811"/>
                    <a:pt x="20130" y="4782"/>
                  </a:cubicBezTo>
                  <a:cubicBezTo>
                    <a:pt x="20069" y="4755"/>
                    <a:pt x="19990" y="4741"/>
                    <a:pt x="19911" y="4741"/>
                  </a:cubicBezTo>
                  <a:cubicBezTo>
                    <a:pt x="19829" y="4741"/>
                    <a:pt x="19746" y="4757"/>
                    <a:pt x="19681" y="4789"/>
                  </a:cubicBezTo>
                  <a:cubicBezTo>
                    <a:pt x="19192" y="5023"/>
                    <a:pt x="18718" y="5297"/>
                    <a:pt x="18166" y="5594"/>
                  </a:cubicBezTo>
                  <a:cubicBezTo>
                    <a:pt x="17980" y="4816"/>
                    <a:pt x="17799" y="4111"/>
                    <a:pt x="17651" y="3401"/>
                  </a:cubicBezTo>
                  <a:cubicBezTo>
                    <a:pt x="17621" y="3266"/>
                    <a:pt x="17699" y="3090"/>
                    <a:pt x="17767" y="2950"/>
                  </a:cubicBezTo>
                  <a:cubicBezTo>
                    <a:pt x="18228" y="2047"/>
                    <a:pt x="19067" y="1555"/>
                    <a:pt x="19954" y="1067"/>
                  </a:cubicBezTo>
                  <a:lnTo>
                    <a:pt x="19954" y="1067"/>
                  </a:lnTo>
                  <a:cubicBezTo>
                    <a:pt x="19754" y="1584"/>
                    <a:pt x="19518" y="2093"/>
                    <a:pt x="19367" y="2624"/>
                  </a:cubicBezTo>
                  <a:cubicBezTo>
                    <a:pt x="19298" y="2868"/>
                    <a:pt x="19384" y="3152"/>
                    <a:pt x="19404" y="3419"/>
                  </a:cubicBezTo>
                  <a:cubicBezTo>
                    <a:pt x="19650" y="3367"/>
                    <a:pt x="19933" y="3373"/>
                    <a:pt x="20141" y="3253"/>
                  </a:cubicBezTo>
                  <a:cubicBezTo>
                    <a:pt x="21203" y="2641"/>
                    <a:pt x="22221" y="1953"/>
                    <a:pt x="23301" y="1383"/>
                  </a:cubicBezTo>
                  <a:cubicBezTo>
                    <a:pt x="23800" y="1118"/>
                    <a:pt x="24407" y="1024"/>
                    <a:pt x="24974" y="943"/>
                  </a:cubicBezTo>
                  <a:cubicBezTo>
                    <a:pt x="25053" y="932"/>
                    <a:pt x="25123" y="926"/>
                    <a:pt x="25185" y="926"/>
                  </a:cubicBezTo>
                  <a:close/>
                  <a:moveTo>
                    <a:pt x="22742" y="4085"/>
                  </a:moveTo>
                  <a:cubicBezTo>
                    <a:pt x="22829" y="4114"/>
                    <a:pt x="22915" y="4148"/>
                    <a:pt x="23001" y="4181"/>
                  </a:cubicBezTo>
                  <a:cubicBezTo>
                    <a:pt x="22911" y="4744"/>
                    <a:pt x="22805" y="5309"/>
                    <a:pt x="22740" y="5873"/>
                  </a:cubicBezTo>
                  <a:cubicBezTo>
                    <a:pt x="22717" y="6086"/>
                    <a:pt x="22719" y="6410"/>
                    <a:pt x="22840" y="6501"/>
                  </a:cubicBezTo>
                  <a:cubicBezTo>
                    <a:pt x="22893" y="6539"/>
                    <a:pt x="22970" y="6554"/>
                    <a:pt x="23057" y="6554"/>
                  </a:cubicBezTo>
                  <a:cubicBezTo>
                    <a:pt x="23199" y="6554"/>
                    <a:pt x="23366" y="6513"/>
                    <a:pt x="23490" y="6463"/>
                  </a:cubicBezTo>
                  <a:cubicBezTo>
                    <a:pt x="24534" y="6025"/>
                    <a:pt x="25539" y="5470"/>
                    <a:pt x="26618" y="5130"/>
                  </a:cubicBezTo>
                  <a:cubicBezTo>
                    <a:pt x="27322" y="4911"/>
                    <a:pt x="28121" y="4969"/>
                    <a:pt x="28880" y="4937"/>
                  </a:cubicBezTo>
                  <a:cubicBezTo>
                    <a:pt x="28892" y="4937"/>
                    <a:pt x="28904" y="4937"/>
                    <a:pt x="28915" y="4937"/>
                  </a:cubicBezTo>
                  <a:cubicBezTo>
                    <a:pt x="29262" y="4937"/>
                    <a:pt x="29368" y="5169"/>
                    <a:pt x="29192" y="5477"/>
                  </a:cubicBezTo>
                  <a:cubicBezTo>
                    <a:pt x="29019" y="5773"/>
                    <a:pt x="28848" y="6114"/>
                    <a:pt x="28581" y="6307"/>
                  </a:cubicBezTo>
                  <a:cubicBezTo>
                    <a:pt x="27533" y="7076"/>
                    <a:pt x="26460" y="7817"/>
                    <a:pt x="25185" y="8178"/>
                  </a:cubicBezTo>
                  <a:cubicBezTo>
                    <a:pt x="24411" y="8401"/>
                    <a:pt x="23649" y="8671"/>
                    <a:pt x="22884" y="8932"/>
                  </a:cubicBezTo>
                  <a:cubicBezTo>
                    <a:pt x="22794" y="8964"/>
                    <a:pt x="22714" y="8981"/>
                    <a:pt x="22644" y="8981"/>
                  </a:cubicBezTo>
                  <a:cubicBezTo>
                    <a:pt x="22476" y="8981"/>
                    <a:pt x="22354" y="8886"/>
                    <a:pt x="22234" y="8670"/>
                  </a:cubicBezTo>
                  <a:cubicBezTo>
                    <a:pt x="21866" y="7993"/>
                    <a:pt x="21428" y="7361"/>
                    <a:pt x="21058" y="6688"/>
                  </a:cubicBezTo>
                  <a:cubicBezTo>
                    <a:pt x="20969" y="6526"/>
                    <a:pt x="20956" y="6216"/>
                    <a:pt x="21055" y="6087"/>
                  </a:cubicBezTo>
                  <a:cubicBezTo>
                    <a:pt x="21590" y="5400"/>
                    <a:pt x="22172" y="4745"/>
                    <a:pt x="22742" y="4085"/>
                  </a:cubicBezTo>
                  <a:close/>
                  <a:moveTo>
                    <a:pt x="20311" y="0"/>
                  </a:moveTo>
                  <a:cubicBezTo>
                    <a:pt x="20142" y="0"/>
                    <a:pt x="19948" y="50"/>
                    <a:pt x="19834" y="131"/>
                  </a:cubicBezTo>
                  <a:cubicBezTo>
                    <a:pt x="18949" y="768"/>
                    <a:pt x="18099" y="1456"/>
                    <a:pt x="17191" y="2167"/>
                  </a:cubicBezTo>
                  <a:cubicBezTo>
                    <a:pt x="17180" y="2167"/>
                    <a:pt x="17169" y="2167"/>
                    <a:pt x="17157" y="2167"/>
                  </a:cubicBezTo>
                  <a:cubicBezTo>
                    <a:pt x="17102" y="2167"/>
                    <a:pt x="17028" y="2164"/>
                    <a:pt x="16945" y="2164"/>
                  </a:cubicBezTo>
                  <a:cubicBezTo>
                    <a:pt x="16823" y="2164"/>
                    <a:pt x="16680" y="2172"/>
                    <a:pt x="16548" y="2213"/>
                  </a:cubicBezTo>
                  <a:cubicBezTo>
                    <a:pt x="14271" y="2906"/>
                    <a:pt x="12012" y="3654"/>
                    <a:pt x="9650" y="4045"/>
                  </a:cubicBezTo>
                  <a:cubicBezTo>
                    <a:pt x="7975" y="4321"/>
                    <a:pt x="2490" y="5726"/>
                    <a:pt x="807" y="5862"/>
                  </a:cubicBezTo>
                  <a:cubicBezTo>
                    <a:pt x="722" y="6120"/>
                    <a:pt x="634" y="6385"/>
                    <a:pt x="549" y="6657"/>
                  </a:cubicBezTo>
                  <a:cubicBezTo>
                    <a:pt x="719" y="6650"/>
                    <a:pt x="881" y="6647"/>
                    <a:pt x="1053" y="6635"/>
                  </a:cubicBezTo>
                  <a:cubicBezTo>
                    <a:pt x="5102" y="6357"/>
                    <a:pt x="12816" y="4309"/>
                    <a:pt x="16715" y="3005"/>
                  </a:cubicBezTo>
                  <a:cubicBezTo>
                    <a:pt x="16952" y="4030"/>
                    <a:pt x="17169" y="4969"/>
                    <a:pt x="17390" y="5925"/>
                  </a:cubicBezTo>
                  <a:cubicBezTo>
                    <a:pt x="14798" y="7203"/>
                    <a:pt x="13035" y="7470"/>
                    <a:pt x="9445" y="7656"/>
                  </a:cubicBezTo>
                  <a:cubicBezTo>
                    <a:pt x="8712" y="7694"/>
                    <a:pt x="7551" y="7716"/>
                    <a:pt x="6280" y="7716"/>
                  </a:cubicBezTo>
                  <a:cubicBezTo>
                    <a:pt x="4096" y="7716"/>
                    <a:pt x="1587" y="7653"/>
                    <a:pt x="371" y="7503"/>
                  </a:cubicBezTo>
                  <a:cubicBezTo>
                    <a:pt x="291" y="7776"/>
                    <a:pt x="73" y="7808"/>
                    <a:pt x="0" y="8084"/>
                  </a:cubicBezTo>
                  <a:lnTo>
                    <a:pt x="2926" y="8364"/>
                  </a:lnTo>
                  <a:cubicBezTo>
                    <a:pt x="4254" y="8478"/>
                    <a:pt x="5957" y="8593"/>
                    <a:pt x="6809" y="8593"/>
                  </a:cubicBezTo>
                  <a:cubicBezTo>
                    <a:pt x="11058" y="8593"/>
                    <a:pt x="12723" y="8418"/>
                    <a:pt x="16992" y="7033"/>
                  </a:cubicBezTo>
                  <a:cubicBezTo>
                    <a:pt x="17277" y="6878"/>
                    <a:pt x="17644" y="6872"/>
                    <a:pt x="17973" y="6783"/>
                  </a:cubicBezTo>
                  <a:cubicBezTo>
                    <a:pt x="18072" y="6757"/>
                    <a:pt x="18176" y="6714"/>
                    <a:pt x="18260" y="6648"/>
                  </a:cubicBezTo>
                  <a:cubicBezTo>
                    <a:pt x="18636" y="6361"/>
                    <a:pt x="19011" y="6064"/>
                    <a:pt x="19428" y="5738"/>
                  </a:cubicBezTo>
                  <a:cubicBezTo>
                    <a:pt x="19933" y="6504"/>
                    <a:pt x="20401" y="7161"/>
                    <a:pt x="20812" y="7851"/>
                  </a:cubicBezTo>
                  <a:cubicBezTo>
                    <a:pt x="21213" y="8516"/>
                    <a:pt x="21560" y="9220"/>
                    <a:pt x="21940" y="9932"/>
                  </a:cubicBezTo>
                  <a:cubicBezTo>
                    <a:pt x="21699" y="10099"/>
                    <a:pt x="21513" y="10210"/>
                    <a:pt x="21347" y="10347"/>
                  </a:cubicBezTo>
                  <a:cubicBezTo>
                    <a:pt x="21033" y="10613"/>
                    <a:pt x="20547" y="10677"/>
                    <a:pt x="20453" y="11200"/>
                  </a:cubicBezTo>
                  <a:cubicBezTo>
                    <a:pt x="20426" y="11329"/>
                    <a:pt x="20175" y="11433"/>
                    <a:pt x="20014" y="11507"/>
                  </a:cubicBezTo>
                  <a:cubicBezTo>
                    <a:pt x="19101" y="11936"/>
                    <a:pt x="18213" y="12454"/>
                    <a:pt x="17261" y="12743"/>
                  </a:cubicBezTo>
                  <a:cubicBezTo>
                    <a:pt x="14808" y="13497"/>
                    <a:pt x="12323" y="14129"/>
                    <a:pt x="9860" y="14833"/>
                  </a:cubicBezTo>
                  <a:cubicBezTo>
                    <a:pt x="7474" y="15513"/>
                    <a:pt x="5025" y="15800"/>
                    <a:pt x="2572" y="16043"/>
                  </a:cubicBezTo>
                  <a:cubicBezTo>
                    <a:pt x="2623" y="16312"/>
                    <a:pt x="2696" y="16577"/>
                    <a:pt x="2792" y="16835"/>
                  </a:cubicBezTo>
                  <a:cubicBezTo>
                    <a:pt x="3182" y="16804"/>
                    <a:pt x="3575" y="16769"/>
                    <a:pt x="3968" y="16718"/>
                  </a:cubicBezTo>
                  <a:cubicBezTo>
                    <a:pt x="6741" y="16355"/>
                    <a:pt x="9457" y="15797"/>
                    <a:pt x="12154" y="15115"/>
                  </a:cubicBezTo>
                  <a:cubicBezTo>
                    <a:pt x="13859" y="14683"/>
                    <a:pt x="15539" y="14147"/>
                    <a:pt x="17214" y="13614"/>
                  </a:cubicBezTo>
                  <a:cubicBezTo>
                    <a:pt x="19260" y="12961"/>
                    <a:pt x="21111" y="11960"/>
                    <a:pt x="22561" y="10319"/>
                  </a:cubicBezTo>
                  <a:cubicBezTo>
                    <a:pt x="22720" y="10135"/>
                    <a:pt x="22868" y="9893"/>
                    <a:pt x="23076" y="9811"/>
                  </a:cubicBezTo>
                  <a:cubicBezTo>
                    <a:pt x="23879" y="9502"/>
                    <a:pt x="24697" y="9228"/>
                    <a:pt x="25519" y="8970"/>
                  </a:cubicBezTo>
                  <a:cubicBezTo>
                    <a:pt x="26877" y="8547"/>
                    <a:pt x="28029" y="7764"/>
                    <a:pt x="29103" y="6877"/>
                  </a:cubicBezTo>
                  <a:cubicBezTo>
                    <a:pt x="29464" y="6579"/>
                    <a:pt x="29713" y="6100"/>
                    <a:pt x="29909" y="5656"/>
                  </a:cubicBezTo>
                  <a:cubicBezTo>
                    <a:pt x="30244" y="4904"/>
                    <a:pt x="29936" y="4378"/>
                    <a:pt x="29129" y="4179"/>
                  </a:cubicBezTo>
                  <a:cubicBezTo>
                    <a:pt x="28741" y="4086"/>
                    <a:pt x="28355" y="4038"/>
                    <a:pt x="27972" y="4038"/>
                  </a:cubicBezTo>
                  <a:cubicBezTo>
                    <a:pt x="27413" y="4038"/>
                    <a:pt x="26861" y="4139"/>
                    <a:pt x="26318" y="4346"/>
                  </a:cubicBezTo>
                  <a:cubicBezTo>
                    <a:pt x="25462" y="4669"/>
                    <a:pt x="24618" y="5032"/>
                    <a:pt x="23768" y="5376"/>
                  </a:cubicBezTo>
                  <a:cubicBezTo>
                    <a:pt x="23755" y="5380"/>
                    <a:pt x="23741" y="5382"/>
                    <a:pt x="23725" y="5382"/>
                  </a:cubicBezTo>
                  <a:cubicBezTo>
                    <a:pt x="23694" y="5382"/>
                    <a:pt x="23658" y="5376"/>
                    <a:pt x="23616" y="5376"/>
                  </a:cubicBezTo>
                  <a:cubicBezTo>
                    <a:pt x="23630" y="5214"/>
                    <a:pt x="23644" y="5072"/>
                    <a:pt x="23643" y="5062"/>
                  </a:cubicBezTo>
                  <a:cubicBezTo>
                    <a:pt x="23993" y="4853"/>
                    <a:pt x="24360" y="4759"/>
                    <a:pt x="24514" y="4524"/>
                  </a:cubicBezTo>
                  <a:cubicBezTo>
                    <a:pt x="25089" y="3660"/>
                    <a:pt x="25672" y="2785"/>
                    <a:pt x="26113" y="1850"/>
                  </a:cubicBezTo>
                  <a:cubicBezTo>
                    <a:pt x="26291" y="1476"/>
                    <a:pt x="26344" y="1162"/>
                    <a:pt x="26301" y="904"/>
                  </a:cubicBezTo>
                  <a:cubicBezTo>
                    <a:pt x="26195" y="754"/>
                    <a:pt x="26102" y="593"/>
                    <a:pt x="26025" y="425"/>
                  </a:cubicBezTo>
                  <a:cubicBezTo>
                    <a:pt x="25792" y="235"/>
                    <a:pt x="25427" y="128"/>
                    <a:pt x="24931" y="128"/>
                  </a:cubicBezTo>
                  <a:cubicBezTo>
                    <a:pt x="24917" y="128"/>
                    <a:pt x="24902" y="128"/>
                    <a:pt x="24887" y="128"/>
                  </a:cubicBezTo>
                  <a:cubicBezTo>
                    <a:pt x="23734" y="134"/>
                    <a:pt x="22772" y="652"/>
                    <a:pt x="21829" y="1237"/>
                  </a:cubicBezTo>
                  <a:cubicBezTo>
                    <a:pt x="21409" y="1497"/>
                    <a:pt x="20971" y="1726"/>
                    <a:pt x="20468" y="2013"/>
                  </a:cubicBezTo>
                  <a:cubicBezTo>
                    <a:pt x="20606" y="1515"/>
                    <a:pt x="20752" y="1150"/>
                    <a:pt x="20784" y="774"/>
                  </a:cubicBezTo>
                  <a:cubicBezTo>
                    <a:pt x="20807" y="537"/>
                    <a:pt x="20731" y="173"/>
                    <a:pt x="20568" y="61"/>
                  </a:cubicBezTo>
                  <a:cubicBezTo>
                    <a:pt x="20508" y="19"/>
                    <a:pt x="20414" y="0"/>
                    <a:pt x="203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1"/>
          <p:cNvSpPr txBox="1"/>
          <p:nvPr>
            <p:ph type="title"/>
          </p:nvPr>
        </p:nvSpPr>
        <p:spPr>
          <a:xfrm>
            <a:off x="67850" y="30213"/>
            <a:ext cx="424200" cy="4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r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g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i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g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r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m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3000"/>
              <a:t>a</a:t>
            </a:r>
            <a:endParaRPr sz="3000"/>
          </a:p>
        </p:txBody>
      </p:sp>
      <p:pic>
        <p:nvPicPr>
          <p:cNvPr id="1120" name="Google Shape;11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50" y="152400"/>
            <a:ext cx="8054545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2"/>
          <p:cNvSpPr txBox="1"/>
          <p:nvPr>
            <p:ph type="ctrTitle"/>
          </p:nvPr>
        </p:nvSpPr>
        <p:spPr>
          <a:xfrm>
            <a:off x="1674875" y="697925"/>
            <a:ext cx="6013500" cy="72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000">
                <a:latin typeface="Amatic SC"/>
                <a:ea typeface="Amatic SC"/>
                <a:cs typeface="Amatic SC"/>
                <a:sym typeface="Amatic SC"/>
              </a:rPr>
              <a:t>Calculul lungimii microinstrucțiunii 1</a:t>
            </a:r>
            <a:endParaRPr b="1" sz="25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26" name="Google Shape;1126;p72"/>
          <p:cNvSpPr/>
          <p:nvPr/>
        </p:nvSpPr>
        <p:spPr>
          <a:xfrm rot="-2520191">
            <a:off x="1488917" y="4588022"/>
            <a:ext cx="2085462" cy="244812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7" name="Google Shape;1127;p72"/>
          <p:cNvGrpSpPr/>
          <p:nvPr/>
        </p:nvGrpSpPr>
        <p:grpSpPr>
          <a:xfrm rot="-230834">
            <a:off x="-645657" y="1531261"/>
            <a:ext cx="1386005" cy="2705399"/>
            <a:chOff x="409722" y="228600"/>
            <a:chExt cx="1385931" cy="2705253"/>
          </a:xfrm>
        </p:grpSpPr>
        <p:grpSp>
          <p:nvGrpSpPr>
            <p:cNvPr id="1128" name="Google Shape;1128;p72"/>
            <p:cNvGrpSpPr/>
            <p:nvPr/>
          </p:nvGrpSpPr>
          <p:grpSpPr>
            <a:xfrm flipH="1" rot="-617154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129" name="Google Shape;1129;p72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rect b="b" l="l" r="r" t="t"/>
                <a:pathLst>
                  <a:path extrusionOk="0" h="59625" w="28598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72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rect b="b" l="l" r="r" t="t"/>
                <a:pathLst>
                  <a:path extrusionOk="0" h="1580" w="2081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rgbClr val="FF95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1" name="Google Shape;1131;p72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72"/>
          <p:cNvSpPr txBox="1"/>
          <p:nvPr/>
        </p:nvSpPr>
        <p:spPr>
          <a:xfrm>
            <a:off x="3575343" y="2405488"/>
            <a:ext cx="3593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Dacă nu țin cont de memoria aleasă: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μi de tip 1 -&gt; 1 + nout = 9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μi de tip 0 -&gt; 1 + nci + nadr = 1 + 3 + 5 = 9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highlight>
                  <a:srgbClr val="FAE47E"/>
                </a:highlight>
                <a:latin typeface="Roboto"/>
                <a:ea typeface="Roboto"/>
                <a:cs typeface="Roboto"/>
                <a:sym typeface="Roboto"/>
              </a:rPr>
              <a:t>Lμi = 1 + max (nci + nadr; nout) = 1 + max (3+5; 8)  = 1 + 8 = 9 </a:t>
            </a:r>
            <a:endParaRPr sz="1300">
              <a:highlight>
                <a:srgbClr val="FAE47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1286100" y="1929375"/>
            <a:ext cx="1713534" cy="2182120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Automatul nostru conține: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8 ieșiri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31 stări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 intrări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3824400" y="1423325"/>
            <a:ext cx="1654887" cy="244821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latin typeface="Aldrich"/>
                <a:ea typeface="Aldrich"/>
                <a:cs typeface="Aldrich"/>
                <a:sym typeface="Aldrich"/>
              </a:rPr>
              <a:t>Pe baza algoritmului</a:t>
            </a:r>
            <a:endParaRPr sz="1100">
              <a:latin typeface="Aldrich"/>
              <a:ea typeface="Aldrich"/>
              <a:cs typeface="Aldrich"/>
              <a:sym typeface="Aldrich"/>
            </a:endParaRPr>
          </a:p>
        </p:txBody>
      </p:sp>
      <p:grpSp>
        <p:nvGrpSpPr>
          <p:cNvPr id="1135" name="Google Shape;1135;p72"/>
          <p:cNvGrpSpPr/>
          <p:nvPr/>
        </p:nvGrpSpPr>
        <p:grpSpPr>
          <a:xfrm>
            <a:off x="7039463" y="3223270"/>
            <a:ext cx="1026629" cy="1056842"/>
            <a:chOff x="8084663" y="3138245"/>
            <a:chExt cx="1026629" cy="1056842"/>
          </a:xfrm>
        </p:grpSpPr>
        <p:sp>
          <p:nvSpPr>
            <p:cNvPr id="1136" name="Google Shape;1136;p72"/>
            <p:cNvSpPr/>
            <p:nvPr/>
          </p:nvSpPr>
          <p:spPr>
            <a:xfrm>
              <a:off x="8084663" y="3138245"/>
              <a:ext cx="1026629" cy="1056842"/>
            </a:xfrm>
            <a:custGeom>
              <a:rect b="b" l="l" r="r" t="t"/>
              <a:pathLst>
                <a:path extrusionOk="0" h="31936" w="31023">
                  <a:moveTo>
                    <a:pt x="28260" y="9044"/>
                  </a:moveTo>
                  <a:cubicBezTo>
                    <a:pt x="28830" y="10504"/>
                    <a:pt x="30083" y="12555"/>
                    <a:pt x="29842" y="14146"/>
                  </a:cubicBezTo>
                  <a:cubicBezTo>
                    <a:pt x="29357" y="13912"/>
                    <a:pt x="28865" y="13691"/>
                    <a:pt x="28373" y="13467"/>
                  </a:cubicBezTo>
                  <a:lnTo>
                    <a:pt x="27499" y="13071"/>
                  </a:lnTo>
                  <a:cubicBezTo>
                    <a:pt x="27085" y="12884"/>
                    <a:pt x="26672" y="12878"/>
                    <a:pt x="26673" y="12408"/>
                  </a:cubicBezTo>
                  <a:cubicBezTo>
                    <a:pt x="26675" y="11864"/>
                    <a:pt x="27220" y="11155"/>
                    <a:pt x="27457" y="10675"/>
                  </a:cubicBezTo>
                  <a:cubicBezTo>
                    <a:pt x="27725" y="10132"/>
                    <a:pt x="27992" y="9588"/>
                    <a:pt x="28260" y="9044"/>
                  </a:cubicBezTo>
                  <a:close/>
                  <a:moveTo>
                    <a:pt x="14012" y="639"/>
                  </a:moveTo>
                  <a:cubicBezTo>
                    <a:pt x="14025" y="656"/>
                    <a:pt x="14041" y="670"/>
                    <a:pt x="14058" y="683"/>
                  </a:cubicBezTo>
                  <a:cubicBezTo>
                    <a:pt x="16497" y="2209"/>
                    <a:pt x="18980" y="3670"/>
                    <a:pt x="21470" y="5111"/>
                  </a:cubicBezTo>
                  <a:cubicBezTo>
                    <a:pt x="23504" y="6289"/>
                    <a:pt x="25665" y="7840"/>
                    <a:pt x="27908" y="8661"/>
                  </a:cubicBezTo>
                  <a:cubicBezTo>
                    <a:pt x="27421" y="9501"/>
                    <a:pt x="26937" y="10341"/>
                    <a:pt x="26459" y="11185"/>
                  </a:cubicBezTo>
                  <a:cubicBezTo>
                    <a:pt x="26235" y="11582"/>
                    <a:pt x="25642" y="12276"/>
                    <a:pt x="25763" y="12797"/>
                  </a:cubicBezTo>
                  <a:cubicBezTo>
                    <a:pt x="25861" y="13219"/>
                    <a:pt x="26362" y="13360"/>
                    <a:pt x="26696" y="13521"/>
                  </a:cubicBezTo>
                  <a:cubicBezTo>
                    <a:pt x="27656" y="13985"/>
                    <a:pt x="28634" y="14435"/>
                    <a:pt x="29617" y="14850"/>
                  </a:cubicBezTo>
                  <a:cubicBezTo>
                    <a:pt x="28715" y="16681"/>
                    <a:pt x="27218" y="18401"/>
                    <a:pt x="26102" y="20110"/>
                  </a:cubicBezTo>
                  <a:cubicBezTo>
                    <a:pt x="24978" y="21830"/>
                    <a:pt x="23869" y="23561"/>
                    <a:pt x="22775" y="25302"/>
                  </a:cubicBezTo>
                  <a:cubicBezTo>
                    <a:pt x="22484" y="25765"/>
                    <a:pt x="20214" y="29491"/>
                    <a:pt x="19426" y="31049"/>
                  </a:cubicBezTo>
                  <a:lnTo>
                    <a:pt x="19371" y="31023"/>
                  </a:lnTo>
                  <a:cubicBezTo>
                    <a:pt x="19318" y="30995"/>
                    <a:pt x="19260" y="30981"/>
                    <a:pt x="19202" y="30981"/>
                  </a:cubicBezTo>
                  <a:cubicBezTo>
                    <a:pt x="19144" y="30981"/>
                    <a:pt x="19086" y="30995"/>
                    <a:pt x="19034" y="31023"/>
                  </a:cubicBezTo>
                  <a:cubicBezTo>
                    <a:pt x="12558" y="28687"/>
                    <a:pt x="7360" y="24060"/>
                    <a:pt x="1054" y="21410"/>
                  </a:cubicBezTo>
                  <a:lnTo>
                    <a:pt x="7511" y="11199"/>
                  </a:lnTo>
                  <a:cubicBezTo>
                    <a:pt x="9709" y="7722"/>
                    <a:pt x="12125" y="4299"/>
                    <a:pt x="14012" y="639"/>
                  </a:cubicBezTo>
                  <a:close/>
                  <a:moveTo>
                    <a:pt x="14233" y="0"/>
                  </a:moveTo>
                  <a:cubicBezTo>
                    <a:pt x="14097" y="0"/>
                    <a:pt x="13984" y="94"/>
                    <a:pt x="13927" y="216"/>
                  </a:cubicBezTo>
                  <a:cubicBezTo>
                    <a:pt x="13901" y="203"/>
                    <a:pt x="13874" y="197"/>
                    <a:pt x="13847" y="197"/>
                  </a:cubicBezTo>
                  <a:cubicBezTo>
                    <a:pt x="13789" y="197"/>
                    <a:pt x="13733" y="225"/>
                    <a:pt x="13699" y="276"/>
                  </a:cubicBezTo>
                  <a:cubicBezTo>
                    <a:pt x="11229" y="3498"/>
                    <a:pt x="9198" y="7088"/>
                    <a:pt x="7029" y="10518"/>
                  </a:cubicBezTo>
                  <a:cubicBezTo>
                    <a:pt x="4735" y="14143"/>
                    <a:pt x="2442" y="17770"/>
                    <a:pt x="149" y="21395"/>
                  </a:cubicBezTo>
                  <a:cubicBezTo>
                    <a:pt x="1" y="21628"/>
                    <a:pt x="172" y="21873"/>
                    <a:pt x="388" y="21960"/>
                  </a:cubicBezTo>
                  <a:cubicBezTo>
                    <a:pt x="6854" y="24548"/>
                    <a:pt x="12076" y="29840"/>
                    <a:pt x="18835" y="31735"/>
                  </a:cubicBezTo>
                  <a:cubicBezTo>
                    <a:pt x="18838" y="31741"/>
                    <a:pt x="18838" y="31745"/>
                    <a:pt x="18841" y="31752"/>
                  </a:cubicBezTo>
                  <a:cubicBezTo>
                    <a:pt x="18897" y="31877"/>
                    <a:pt x="19046" y="31935"/>
                    <a:pt x="19181" y="31935"/>
                  </a:cubicBezTo>
                  <a:cubicBezTo>
                    <a:pt x="19215" y="31935"/>
                    <a:pt x="19247" y="31932"/>
                    <a:pt x="19277" y="31925"/>
                  </a:cubicBezTo>
                  <a:cubicBezTo>
                    <a:pt x="19792" y="31801"/>
                    <a:pt x="19943" y="31359"/>
                    <a:pt x="20210" y="30928"/>
                  </a:cubicBezTo>
                  <a:cubicBezTo>
                    <a:pt x="20930" y="29760"/>
                    <a:pt x="21637" y="28587"/>
                    <a:pt x="22360" y="27423"/>
                  </a:cubicBezTo>
                  <a:cubicBezTo>
                    <a:pt x="23867" y="24999"/>
                    <a:pt x="25404" y="22591"/>
                    <a:pt x="26966" y="20203"/>
                  </a:cubicBezTo>
                  <a:cubicBezTo>
                    <a:pt x="27715" y="19056"/>
                    <a:pt x="28470" y="17912"/>
                    <a:pt x="29228" y="16771"/>
                  </a:cubicBezTo>
                  <a:cubicBezTo>
                    <a:pt x="29736" y="16010"/>
                    <a:pt x="30545" y="15148"/>
                    <a:pt x="30721" y="14213"/>
                  </a:cubicBezTo>
                  <a:cubicBezTo>
                    <a:pt x="31023" y="12611"/>
                    <a:pt x="29467" y="10207"/>
                    <a:pt x="28767" y="8724"/>
                  </a:cubicBezTo>
                  <a:cubicBezTo>
                    <a:pt x="28785" y="8658"/>
                    <a:pt x="28764" y="8588"/>
                    <a:pt x="28712" y="8543"/>
                  </a:cubicBezTo>
                  <a:cubicBezTo>
                    <a:pt x="26756" y="6859"/>
                    <a:pt x="24065" y="5762"/>
                    <a:pt x="21832" y="4469"/>
                  </a:cubicBezTo>
                  <a:cubicBezTo>
                    <a:pt x="19340" y="3028"/>
                    <a:pt x="16879" y="1536"/>
                    <a:pt x="14411" y="54"/>
                  </a:cubicBezTo>
                  <a:cubicBezTo>
                    <a:pt x="14350" y="16"/>
                    <a:pt x="14289" y="0"/>
                    <a:pt x="142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72"/>
            <p:cNvSpPr/>
            <p:nvPr/>
          </p:nvSpPr>
          <p:spPr>
            <a:xfrm>
              <a:off x="8533166" y="3299372"/>
              <a:ext cx="302929" cy="174232"/>
            </a:xfrm>
            <a:custGeom>
              <a:rect b="b" l="l" r="r" t="t"/>
              <a:pathLst>
                <a:path extrusionOk="0" h="5265" w="9154">
                  <a:moveTo>
                    <a:pt x="294" y="0"/>
                  </a:moveTo>
                  <a:cubicBezTo>
                    <a:pt x="111" y="0"/>
                    <a:pt x="1" y="241"/>
                    <a:pt x="191" y="362"/>
                  </a:cubicBezTo>
                  <a:cubicBezTo>
                    <a:pt x="2900" y="2091"/>
                    <a:pt x="5792" y="3615"/>
                    <a:pt x="8578" y="5221"/>
                  </a:cubicBezTo>
                  <a:cubicBezTo>
                    <a:pt x="8630" y="5252"/>
                    <a:pt x="8682" y="5265"/>
                    <a:pt x="8730" y="5265"/>
                  </a:cubicBezTo>
                  <a:cubicBezTo>
                    <a:pt x="8992" y="5265"/>
                    <a:pt x="9153" y="4867"/>
                    <a:pt x="8875" y="4690"/>
                  </a:cubicBezTo>
                  <a:cubicBezTo>
                    <a:pt x="6190" y="2982"/>
                    <a:pt x="3320" y="1256"/>
                    <a:pt x="382" y="19"/>
                  </a:cubicBezTo>
                  <a:cubicBezTo>
                    <a:pt x="351" y="6"/>
                    <a:pt x="322" y="0"/>
                    <a:pt x="2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2"/>
            <p:cNvSpPr/>
            <p:nvPr/>
          </p:nvSpPr>
          <p:spPr>
            <a:xfrm>
              <a:off x="8481443" y="3415692"/>
              <a:ext cx="443539" cy="302796"/>
            </a:xfrm>
            <a:custGeom>
              <a:rect b="b" l="l" r="r" t="t"/>
              <a:pathLst>
                <a:path extrusionOk="0" h="9150" w="13403">
                  <a:moveTo>
                    <a:pt x="248" y="1"/>
                  </a:moveTo>
                  <a:cubicBezTo>
                    <a:pt x="89" y="1"/>
                    <a:pt x="1" y="247"/>
                    <a:pt x="161" y="366"/>
                  </a:cubicBezTo>
                  <a:cubicBezTo>
                    <a:pt x="4270" y="3412"/>
                    <a:pt x="8563" y="6254"/>
                    <a:pt x="12816" y="9096"/>
                  </a:cubicBezTo>
                  <a:cubicBezTo>
                    <a:pt x="12872" y="9134"/>
                    <a:pt x="12927" y="9150"/>
                    <a:pt x="12978" y="9150"/>
                  </a:cubicBezTo>
                  <a:cubicBezTo>
                    <a:pt x="13238" y="9150"/>
                    <a:pt x="13403" y="8735"/>
                    <a:pt x="13126" y="8545"/>
                  </a:cubicBezTo>
                  <a:cubicBezTo>
                    <a:pt x="8917" y="5652"/>
                    <a:pt x="4694" y="2717"/>
                    <a:pt x="349" y="32"/>
                  </a:cubicBezTo>
                  <a:cubicBezTo>
                    <a:pt x="314" y="10"/>
                    <a:pt x="279" y="1"/>
                    <a:pt x="2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72"/>
            <p:cNvSpPr/>
            <p:nvPr/>
          </p:nvSpPr>
          <p:spPr>
            <a:xfrm>
              <a:off x="8416515" y="3524964"/>
              <a:ext cx="456577" cy="285423"/>
            </a:xfrm>
            <a:custGeom>
              <a:rect b="b" l="l" r="r" t="t"/>
              <a:pathLst>
                <a:path extrusionOk="0" h="8625" w="13797">
                  <a:moveTo>
                    <a:pt x="213" y="1"/>
                  </a:moveTo>
                  <a:cubicBezTo>
                    <a:pt x="101" y="1"/>
                    <a:pt x="1" y="137"/>
                    <a:pt x="109" y="225"/>
                  </a:cubicBezTo>
                  <a:cubicBezTo>
                    <a:pt x="2012" y="1780"/>
                    <a:pt x="4259" y="2985"/>
                    <a:pt x="6338" y="4292"/>
                  </a:cubicBezTo>
                  <a:cubicBezTo>
                    <a:pt x="8620" y="5728"/>
                    <a:pt x="10876" y="7228"/>
                    <a:pt x="13210" y="8579"/>
                  </a:cubicBezTo>
                  <a:cubicBezTo>
                    <a:pt x="13265" y="8611"/>
                    <a:pt x="13319" y="8625"/>
                    <a:pt x="13369" y="8625"/>
                  </a:cubicBezTo>
                  <a:cubicBezTo>
                    <a:pt x="13637" y="8625"/>
                    <a:pt x="13796" y="8219"/>
                    <a:pt x="13516" y="8032"/>
                  </a:cubicBezTo>
                  <a:cubicBezTo>
                    <a:pt x="11369" y="6603"/>
                    <a:pt x="9128" y="5303"/>
                    <a:pt x="6930" y="3955"/>
                  </a:cubicBezTo>
                  <a:cubicBezTo>
                    <a:pt x="4754" y="2621"/>
                    <a:pt x="2591" y="1069"/>
                    <a:pt x="268" y="12"/>
                  </a:cubicBezTo>
                  <a:cubicBezTo>
                    <a:pt x="250" y="4"/>
                    <a:pt x="231" y="1"/>
                    <a:pt x="2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72"/>
            <p:cNvSpPr/>
            <p:nvPr/>
          </p:nvSpPr>
          <p:spPr>
            <a:xfrm>
              <a:off x="8364659" y="3646678"/>
              <a:ext cx="443539" cy="268612"/>
            </a:xfrm>
            <a:custGeom>
              <a:rect b="b" l="l" r="r" t="t"/>
              <a:pathLst>
                <a:path extrusionOk="0" h="8117" w="13403">
                  <a:moveTo>
                    <a:pt x="330" y="1"/>
                  </a:moveTo>
                  <a:cubicBezTo>
                    <a:pt x="127" y="1"/>
                    <a:pt x="1" y="300"/>
                    <a:pt x="218" y="428"/>
                  </a:cubicBezTo>
                  <a:cubicBezTo>
                    <a:pt x="4434" y="2940"/>
                    <a:pt x="8594" y="5544"/>
                    <a:pt x="12803" y="8066"/>
                  </a:cubicBezTo>
                  <a:cubicBezTo>
                    <a:pt x="12860" y="8101"/>
                    <a:pt x="12916" y="8116"/>
                    <a:pt x="12968" y="8116"/>
                  </a:cubicBezTo>
                  <a:cubicBezTo>
                    <a:pt x="13239" y="8116"/>
                    <a:pt x="13402" y="7699"/>
                    <a:pt x="13117" y="7507"/>
                  </a:cubicBezTo>
                  <a:cubicBezTo>
                    <a:pt x="9061" y="4783"/>
                    <a:pt x="4756" y="2320"/>
                    <a:pt x="441" y="30"/>
                  </a:cubicBezTo>
                  <a:cubicBezTo>
                    <a:pt x="403" y="10"/>
                    <a:pt x="365" y="1"/>
                    <a:pt x="3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72"/>
            <p:cNvSpPr/>
            <p:nvPr/>
          </p:nvSpPr>
          <p:spPr>
            <a:xfrm>
              <a:off x="8307773" y="3769087"/>
              <a:ext cx="428051" cy="257559"/>
            </a:xfrm>
            <a:custGeom>
              <a:rect b="b" l="l" r="r" t="t"/>
              <a:pathLst>
                <a:path extrusionOk="0" h="7783" w="12935">
                  <a:moveTo>
                    <a:pt x="272" y="1"/>
                  </a:moveTo>
                  <a:cubicBezTo>
                    <a:pt x="102" y="1"/>
                    <a:pt x="0" y="259"/>
                    <a:pt x="178" y="378"/>
                  </a:cubicBezTo>
                  <a:cubicBezTo>
                    <a:pt x="2414" y="1876"/>
                    <a:pt x="4715" y="3282"/>
                    <a:pt x="7017" y="4677"/>
                  </a:cubicBezTo>
                  <a:cubicBezTo>
                    <a:pt x="8118" y="5345"/>
                    <a:pt x="9224" y="6006"/>
                    <a:pt x="10331" y="6662"/>
                  </a:cubicBezTo>
                  <a:cubicBezTo>
                    <a:pt x="11007" y="7061"/>
                    <a:pt x="11730" y="7761"/>
                    <a:pt x="12535" y="7783"/>
                  </a:cubicBezTo>
                  <a:cubicBezTo>
                    <a:pt x="12537" y="7783"/>
                    <a:pt x="12539" y="7783"/>
                    <a:pt x="12541" y="7783"/>
                  </a:cubicBezTo>
                  <a:cubicBezTo>
                    <a:pt x="12683" y="7783"/>
                    <a:pt x="12845" y="7668"/>
                    <a:pt x="12871" y="7523"/>
                  </a:cubicBezTo>
                  <a:cubicBezTo>
                    <a:pt x="12878" y="7484"/>
                    <a:pt x="12884" y="7446"/>
                    <a:pt x="12892" y="7408"/>
                  </a:cubicBezTo>
                  <a:cubicBezTo>
                    <a:pt x="12934" y="7175"/>
                    <a:pt x="12740" y="6992"/>
                    <a:pt x="12548" y="6992"/>
                  </a:cubicBezTo>
                  <a:cubicBezTo>
                    <a:pt x="12448" y="6992"/>
                    <a:pt x="12349" y="7042"/>
                    <a:pt x="12284" y="7161"/>
                  </a:cubicBezTo>
                  <a:cubicBezTo>
                    <a:pt x="12373" y="6999"/>
                    <a:pt x="1384" y="620"/>
                    <a:pt x="373" y="30"/>
                  </a:cubicBezTo>
                  <a:cubicBezTo>
                    <a:pt x="338" y="10"/>
                    <a:pt x="304" y="1"/>
                    <a:pt x="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2" name="Google Shape;1142;p72"/>
          <p:cNvGrpSpPr/>
          <p:nvPr/>
        </p:nvGrpSpPr>
        <p:grpSpPr>
          <a:xfrm>
            <a:off x="6587318" y="1813982"/>
            <a:ext cx="1550979" cy="1347924"/>
            <a:chOff x="4368" y="4500332"/>
            <a:chExt cx="1550979" cy="1347924"/>
          </a:xfrm>
        </p:grpSpPr>
        <p:grpSp>
          <p:nvGrpSpPr>
            <p:cNvPr id="1143" name="Google Shape;1143;p72"/>
            <p:cNvGrpSpPr/>
            <p:nvPr/>
          </p:nvGrpSpPr>
          <p:grpSpPr>
            <a:xfrm>
              <a:off x="4368" y="4500332"/>
              <a:ext cx="1507264" cy="1347924"/>
              <a:chOff x="4368" y="4500332"/>
              <a:chExt cx="1507264" cy="1347924"/>
            </a:xfrm>
          </p:grpSpPr>
          <p:sp>
            <p:nvSpPr>
              <p:cNvPr id="1144" name="Google Shape;1144;p72"/>
              <p:cNvSpPr/>
              <p:nvPr/>
            </p:nvSpPr>
            <p:spPr>
              <a:xfrm>
                <a:off x="4368" y="4500332"/>
                <a:ext cx="1507264" cy="1347924"/>
              </a:xfrm>
              <a:custGeom>
                <a:rect b="b" l="l" r="r" t="t"/>
                <a:pathLst>
                  <a:path extrusionOk="0" h="40732" w="45547">
                    <a:moveTo>
                      <a:pt x="31515" y="965"/>
                    </a:moveTo>
                    <a:cubicBezTo>
                      <a:pt x="31734" y="965"/>
                      <a:pt x="31957" y="998"/>
                      <a:pt x="32179" y="1063"/>
                    </a:cubicBezTo>
                    <a:cubicBezTo>
                      <a:pt x="32185" y="1107"/>
                      <a:pt x="32199" y="1152"/>
                      <a:pt x="32222" y="1192"/>
                    </a:cubicBezTo>
                    <a:cubicBezTo>
                      <a:pt x="35043" y="6335"/>
                      <a:pt x="37777" y="12031"/>
                      <a:pt x="41673" y="16480"/>
                    </a:cubicBezTo>
                    <a:cubicBezTo>
                      <a:pt x="38633" y="16685"/>
                      <a:pt x="35775" y="17685"/>
                      <a:pt x="33101" y="19137"/>
                    </a:cubicBezTo>
                    <a:cubicBezTo>
                      <a:pt x="31463" y="20027"/>
                      <a:pt x="29739" y="21023"/>
                      <a:pt x="28469" y="22406"/>
                    </a:cubicBezTo>
                    <a:cubicBezTo>
                      <a:pt x="30868" y="18808"/>
                      <a:pt x="34672" y="16687"/>
                      <a:pt x="39172" y="16342"/>
                    </a:cubicBezTo>
                    <a:cubicBezTo>
                      <a:pt x="39379" y="16325"/>
                      <a:pt x="39474" y="16141"/>
                      <a:pt x="39465" y="15962"/>
                    </a:cubicBezTo>
                    <a:cubicBezTo>
                      <a:pt x="39593" y="15840"/>
                      <a:pt x="39639" y="15610"/>
                      <a:pt x="39466" y="15457"/>
                    </a:cubicBezTo>
                    <a:cubicBezTo>
                      <a:pt x="35193" y="11657"/>
                      <a:pt x="33190" y="6237"/>
                      <a:pt x="30001" y="1622"/>
                    </a:cubicBezTo>
                    <a:cubicBezTo>
                      <a:pt x="30419" y="1181"/>
                      <a:pt x="30954" y="965"/>
                      <a:pt x="31515" y="965"/>
                    </a:cubicBezTo>
                    <a:close/>
                    <a:moveTo>
                      <a:pt x="28349" y="776"/>
                    </a:moveTo>
                    <a:cubicBezTo>
                      <a:pt x="28391" y="776"/>
                      <a:pt x="28433" y="776"/>
                      <a:pt x="28475" y="777"/>
                    </a:cubicBezTo>
                    <a:cubicBezTo>
                      <a:pt x="28489" y="821"/>
                      <a:pt x="28512" y="864"/>
                      <a:pt x="28541" y="902"/>
                    </a:cubicBezTo>
                    <a:cubicBezTo>
                      <a:pt x="32183" y="5619"/>
                      <a:pt x="34167" y="11629"/>
                      <a:pt x="38705" y="15633"/>
                    </a:cubicBezTo>
                    <a:cubicBezTo>
                      <a:pt x="33572" y="15768"/>
                      <a:pt x="28659" y="19324"/>
                      <a:pt x="26820" y="24089"/>
                    </a:cubicBezTo>
                    <a:cubicBezTo>
                      <a:pt x="23394" y="19191"/>
                      <a:pt x="19424" y="14552"/>
                      <a:pt x="15282" y="10249"/>
                    </a:cubicBezTo>
                    <a:cubicBezTo>
                      <a:pt x="16468" y="7534"/>
                      <a:pt x="17857" y="5070"/>
                      <a:pt x="20323" y="3298"/>
                    </a:cubicBezTo>
                    <a:cubicBezTo>
                      <a:pt x="22678" y="1605"/>
                      <a:pt x="25466" y="776"/>
                      <a:pt x="28349" y="776"/>
                    </a:cubicBezTo>
                    <a:close/>
                    <a:moveTo>
                      <a:pt x="12428" y="10408"/>
                    </a:moveTo>
                    <a:cubicBezTo>
                      <a:pt x="13219" y="10408"/>
                      <a:pt x="14002" y="10521"/>
                      <a:pt x="14754" y="10784"/>
                    </a:cubicBezTo>
                    <a:cubicBezTo>
                      <a:pt x="14765" y="10789"/>
                      <a:pt x="14775" y="10786"/>
                      <a:pt x="14788" y="10789"/>
                    </a:cubicBezTo>
                    <a:cubicBezTo>
                      <a:pt x="18852" y="15242"/>
                      <a:pt x="22638" y="19857"/>
                      <a:pt x="26406" y="24562"/>
                    </a:cubicBezTo>
                    <a:cubicBezTo>
                      <a:pt x="26343" y="24576"/>
                      <a:pt x="26282" y="24591"/>
                      <a:pt x="26219" y="24605"/>
                    </a:cubicBezTo>
                    <a:cubicBezTo>
                      <a:pt x="26184" y="24591"/>
                      <a:pt x="26145" y="24583"/>
                      <a:pt x="26103" y="24583"/>
                    </a:cubicBezTo>
                    <a:cubicBezTo>
                      <a:pt x="26050" y="24583"/>
                      <a:pt x="25994" y="24596"/>
                      <a:pt x="25934" y="24625"/>
                    </a:cubicBezTo>
                    <a:cubicBezTo>
                      <a:pt x="25869" y="24657"/>
                      <a:pt x="25803" y="24694"/>
                      <a:pt x="25737" y="24728"/>
                    </a:cubicBezTo>
                    <a:cubicBezTo>
                      <a:pt x="21350" y="25876"/>
                      <a:pt x="16177" y="28748"/>
                      <a:pt x="13976" y="32748"/>
                    </a:cubicBezTo>
                    <a:cubicBezTo>
                      <a:pt x="10130" y="27440"/>
                      <a:pt x="5574" y="22481"/>
                      <a:pt x="1244" y="17563"/>
                    </a:cubicBezTo>
                    <a:cubicBezTo>
                      <a:pt x="2343" y="14904"/>
                      <a:pt x="4198" y="13049"/>
                      <a:pt x="6828" y="11850"/>
                    </a:cubicBezTo>
                    <a:cubicBezTo>
                      <a:pt x="8529" y="11074"/>
                      <a:pt x="10503" y="10408"/>
                      <a:pt x="12428" y="10408"/>
                    </a:cubicBezTo>
                    <a:close/>
                    <a:moveTo>
                      <a:pt x="2611" y="20372"/>
                    </a:moveTo>
                    <a:cubicBezTo>
                      <a:pt x="6212" y="24677"/>
                      <a:pt x="9755" y="29093"/>
                      <a:pt x="13588" y="33164"/>
                    </a:cubicBezTo>
                    <a:cubicBezTo>
                      <a:pt x="13652" y="33232"/>
                      <a:pt x="13727" y="33260"/>
                      <a:pt x="13798" y="33260"/>
                    </a:cubicBezTo>
                    <a:cubicBezTo>
                      <a:pt x="13866" y="33260"/>
                      <a:pt x="13931" y="33234"/>
                      <a:pt x="13982" y="33191"/>
                    </a:cubicBezTo>
                    <a:cubicBezTo>
                      <a:pt x="14017" y="33209"/>
                      <a:pt x="14054" y="33219"/>
                      <a:pt x="14091" y="33219"/>
                    </a:cubicBezTo>
                    <a:cubicBezTo>
                      <a:pt x="14135" y="33219"/>
                      <a:pt x="14178" y="33205"/>
                      <a:pt x="14213" y="33173"/>
                    </a:cubicBezTo>
                    <a:cubicBezTo>
                      <a:pt x="15982" y="31588"/>
                      <a:pt x="17411" y="29805"/>
                      <a:pt x="19405" y="28454"/>
                    </a:cubicBezTo>
                    <a:cubicBezTo>
                      <a:pt x="20310" y="27846"/>
                      <a:pt x="21262" y="27310"/>
                      <a:pt x="22251" y="26850"/>
                    </a:cubicBezTo>
                    <a:lnTo>
                      <a:pt x="22251" y="26850"/>
                    </a:lnTo>
                    <a:cubicBezTo>
                      <a:pt x="18920" y="29286"/>
                      <a:pt x="16125" y="32614"/>
                      <a:pt x="14723" y="36427"/>
                    </a:cubicBezTo>
                    <a:cubicBezTo>
                      <a:pt x="12789" y="33886"/>
                      <a:pt x="10435" y="31591"/>
                      <a:pt x="8287" y="29229"/>
                    </a:cubicBezTo>
                    <a:cubicBezTo>
                      <a:pt x="6088" y="26807"/>
                      <a:pt x="3887" y="24389"/>
                      <a:pt x="1683" y="21972"/>
                    </a:cubicBezTo>
                    <a:cubicBezTo>
                      <a:pt x="1668" y="21958"/>
                      <a:pt x="1653" y="21946"/>
                      <a:pt x="1634" y="21935"/>
                    </a:cubicBezTo>
                    <a:cubicBezTo>
                      <a:pt x="1738" y="21617"/>
                      <a:pt x="1847" y="21312"/>
                      <a:pt x="2037" y="21027"/>
                    </a:cubicBezTo>
                    <a:cubicBezTo>
                      <a:pt x="2201" y="20779"/>
                      <a:pt x="2411" y="20583"/>
                      <a:pt x="2611" y="20372"/>
                    </a:cubicBezTo>
                    <a:close/>
                    <a:moveTo>
                      <a:pt x="34666" y="1238"/>
                    </a:moveTo>
                    <a:cubicBezTo>
                      <a:pt x="34672" y="1264"/>
                      <a:pt x="34681" y="1290"/>
                      <a:pt x="34694" y="1314"/>
                    </a:cubicBezTo>
                    <a:cubicBezTo>
                      <a:pt x="37866" y="6522"/>
                      <a:pt x="41019" y="11922"/>
                      <a:pt x="44768" y="16740"/>
                    </a:cubicBezTo>
                    <a:cubicBezTo>
                      <a:pt x="39396" y="18096"/>
                      <a:pt x="33847" y="20186"/>
                      <a:pt x="29381" y="23518"/>
                    </a:cubicBezTo>
                    <a:cubicBezTo>
                      <a:pt x="29350" y="23542"/>
                      <a:pt x="29325" y="23573"/>
                      <a:pt x="29313" y="23610"/>
                    </a:cubicBezTo>
                    <a:cubicBezTo>
                      <a:pt x="29131" y="23698"/>
                      <a:pt x="29021" y="23922"/>
                      <a:pt x="29186" y="24136"/>
                    </a:cubicBezTo>
                    <a:cubicBezTo>
                      <a:pt x="29653" y="24740"/>
                      <a:pt x="29382" y="25977"/>
                      <a:pt x="28920" y="26532"/>
                    </a:cubicBezTo>
                    <a:cubicBezTo>
                      <a:pt x="28681" y="26818"/>
                      <a:pt x="28433" y="26917"/>
                      <a:pt x="28179" y="26917"/>
                    </a:cubicBezTo>
                    <a:cubicBezTo>
                      <a:pt x="27644" y="26917"/>
                      <a:pt x="27083" y="26478"/>
                      <a:pt x="26530" y="26412"/>
                    </a:cubicBezTo>
                    <a:cubicBezTo>
                      <a:pt x="26522" y="26411"/>
                      <a:pt x="26513" y="26411"/>
                      <a:pt x="26505" y="26411"/>
                    </a:cubicBezTo>
                    <a:cubicBezTo>
                      <a:pt x="26454" y="26411"/>
                      <a:pt x="26405" y="26430"/>
                      <a:pt x="26368" y="26466"/>
                    </a:cubicBezTo>
                    <a:cubicBezTo>
                      <a:pt x="26331" y="26454"/>
                      <a:pt x="26293" y="26447"/>
                      <a:pt x="26253" y="26447"/>
                    </a:cubicBezTo>
                    <a:cubicBezTo>
                      <a:pt x="26180" y="26447"/>
                      <a:pt x="26103" y="26471"/>
                      <a:pt x="26029" y="26529"/>
                    </a:cubicBezTo>
                    <a:cubicBezTo>
                      <a:pt x="21517" y="30065"/>
                      <a:pt x="17289" y="34786"/>
                      <a:pt x="15022" y="40117"/>
                    </a:cubicBezTo>
                    <a:cubicBezTo>
                      <a:pt x="15020" y="40071"/>
                      <a:pt x="15005" y="40027"/>
                      <a:pt x="14977" y="39990"/>
                    </a:cubicBezTo>
                    <a:cubicBezTo>
                      <a:pt x="10752" y="34622"/>
                      <a:pt x="5549" y="29811"/>
                      <a:pt x="714" y="24997"/>
                    </a:cubicBezTo>
                    <a:cubicBezTo>
                      <a:pt x="680" y="24962"/>
                      <a:pt x="639" y="24934"/>
                      <a:pt x="593" y="24916"/>
                    </a:cubicBezTo>
                    <a:cubicBezTo>
                      <a:pt x="914" y="24271"/>
                      <a:pt x="1279" y="23703"/>
                      <a:pt x="1754" y="23155"/>
                    </a:cubicBezTo>
                    <a:cubicBezTo>
                      <a:pt x="3820" y="25421"/>
                      <a:pt x="5884" y="27688"/>
                      <a:pt x="7952" y="29955"/>
                    </a:cubicBezTo>
                    <a:cubicBezTo>
                      <a:pt x="10076" y="32283"/>
                      <a:pt x="12120" y="34810"/>
                      <a:pt x="14449" y="36936"/>
                    </a:cubicBezTo>
                    <a:cubicBezTo>
                      <a:pt x="14484" y="36966"/>
                      <a:pt x="14529" y="36988"/>
                      <a:pt x="14576" y="36993"/>
                    </a:cubicBezTo>
                    <a:cubicBezTo>
                      <a:pt x="14608" y="37088"/>
                      <a:pt x="14703" y="37145"/>
                      <a:pt x="14802" y="37145"/>
                    </a:cubicBezTo>
                    <a:cubicBezTo>
                      <a:pt x="14889" y="37145"/>
                      <a:pt x="14979" y="37101"/>
                      <a:pt x="15033" y="37002"/>
                    </a:cubicBezTo>
                    <a:cubicBezTo>
                      <a:pt x="17665" y="32052"/>
                      <a:pt x="20990" y="28108"/>
                      <a:pt x="25987" y="25463"/>
                    </a:cubicBezTo>
                    <a:cubicBezTo>
                      <a:pt x="26219" y="25394"/>
                      <a:pt x="26451" y="25326"/>
                      <a:pt x="26686" y="25264"/>
                    </a:cubicBezTo>
                    <a:cubicBezTo>
                      <a:pt x="26870" y="25215"/>
                      <a:pt x="26961" y="25071"/>
                      <a:pt x="26974" y="24922"/>
                    </a:cubicBezTo>
                    <a:cubicBezTo>
                      <a:pt x="27074" y="24908"/>
                      <a:pt x="27158" y="24844"/>
                      <a:pt x="27193" y="24751"/>
                    </a:cubicBezTo>
                    <a:cubicBezTo>
                      <a:pt x="27203" y="24732"/>
                      <a:pt x="27213" y="24714"/>
                      <a:pt x="27221" y="24695"/>
                    </a:cubicBezTo>
                    <a:cubicBezTo>
                      <a:pt x="27245" y="24704"/>
                      <a:pt x="27270" y="24710"/>
                      <a:pt x="27295" y="24710"/>
                    </a:cubicBezTo>
                    <a:cubicBezTo>
                      <a:pt x="27346" y="24710"/>
                      <a:pt x="27396" y="24689"/>
                      <a:pt x="27432" y="24637"/>
                    </a:cubicBezTo>
                    <a:cubicBezTo>
                      <a:pt x="30477" y="20206"/>
                      <a:pt x="36936" y="17446"/>
                      <a:pt x="42186" y="17215"/>
                    </a:cubicBezTo>
                    <a:cubicBezTo>
                      <a:pt x="42532" y="17200"/>
                      <a:pt x="42568" y="16828"/>
                      <a:pt x="42393" y="16609"/>
                    </a:cubicBezTo>
                    <a:cubicBezTo>
                      <a:pt x="42401" y="16540"/>
                      <a:pt x="42384" y="16471"/>
                      <a:pt x="42344" y="16414"/>
                    </a:cubicBezTo>
                    <a:cubicBezTo>
                      <a:pt x="39192" y="11631"/>
                      <a:pt x="36290" y="6787"/>
                      <a:pt x="33442" y="1826"/>
                    </a:cubicBezTo>
                    <a:cubicBezTo>
                      <a:pt x="33828" y="1588"/>
                      <a:pt x="34236" y="1379"/>
                      <a:pt x="34666" y="1238"/>
                    </a:cubicBezTo>
                    <a:close/>
                    <a:moveTo>
                      <a:pt x="28437" y="1"/>
                    </a:moveTo>
                    <a:cubicBezTo>
                      <a:pt x="22427" y="1"/>
                      <a:pt x="16158" y="3857"/>
                      <a:pt x="14801" y="9989"/>
                    </a:cubicBezTo>
                    <a:cubicBezTo>
                      <a:pt x="13986" y="9734"/>
                      <a:pt x="13104" y="9613"/>
                      <a:pt x="12193" y="9613"/>
                    </a:cubicBezTo>
                    <a:cubicBezTo>
                      <a:pt x="7406" y="9613"/>
                      <a:pt x="1802" y="12929"/>
                      <a:pt x="712" y="17384"/>
                    </a:cubicBezTo>
                    <a:cubicBezTo>
                      <a:pt x="509" y="17482"/>
                      <a:pt x="381" y="17736"/>
                      <a:pt x="571" y="17958"/>
                    </a:cubicBezTo>
                    <a:cubicBezTo>
                      <a:pt x="1115" y="18594"/>
                      <a:pt x="1657" y="19232"/>
                      <a:pt x="2196" y="19875"/>
                    </a:cubicBezTo>
                    <a:cubicBezTo>
                      <a:pt x="1558" y="20326"/>
                      <a:pt x="1109" y="21162"/>
                      <a:pt x="991" y="21909"/>
                    </a:cubicBezTo>
                    <a:cubicBezTo>
                      <a:pt x="979" y="21978"/>
                      <a:pt x="996" y="22050"/>
                      <a:pt x="1038" y="22107"/>
                    </a:cubicBezTo>
                    <a:cubicBezTo>
                      <a:pt x="1000" y="22211"/>
                      <a:pt x="1005" y="22331"/>
                      <a:pt x="1106" y="22441"/>
                    </a:cubicBezTo>
                    <a:lnTo>
                      <a:pt x="1349" y="22709"/>
                    </a:lnTo>
                    <a:cubicBezTo>
                      <a:pt x="737" y="23314"/>
                      <a:pt x="244" y="24090"/>
                      <a:pt x="23" y="24927"/>
                    </a:cubicBezTo>
                    <a:cubicBezTo>
                      <a:pt x="0" y="25006"/>
                      <a:pt x="17" y="25094"/>
                      <a:pt x="69" y="25159"/>
                    </a:cubicBezTo>
                    <a:cubicBezTo>
                      <a:pt x="41" y="25254"/>
                      <a:pt x="57" y="25359"/>
                      <a:pt x="153" y="25454"/>
                    </a:cubicBezTo>
                    <a:cubicBezTo>
                      <a:pt x="5065" y="30310"/>
                      <a:pt x="9608" y="35625"/>
                      <a:pt x="14650" y="40336"/>
                    </a:cubicBezTo>
                    <a:cubicBezTo>
                      <a:pt x="14692" y="40376"/>
                      <a:pt x="14737" y="40392"/>
                      <a:pt x="14781" y="40392"/>
                    </a:cubicBezTo>
                    <a:cubicBezTo>
                      <a:pt x="14834" y="40392"/>
                      <a:pt x="14886" y="40368"/>
                      <a:pt x="14928" y="40331"/>
                    </a:cubicBezTo>
                    <a:lnTo>
                      <a:pt x="14928" y="40331"/>
                    </a:lnTo>
                    <a:cubicBezTo>
                      <a:pt x="14918" y="40356"/>
                      <a:pt x="14905" y="40380"/>
                      <a:pt x="14895" y="40405"/>
                    </a:cubicBezTo>
                    <a:cubicBezTo>
                      <a:pt x="14826" y="40575"/>
                      <a:pt x="14987" y="40731"/>
                      <a:pt x="15139" y="40731"/>
                    </a:cubicBezTo>
                    <a:cubicBezTo>
                      <a:pt x="15205" y="40731"/>
                      <a:pt x="15270" y="40701"/>
                      <a:pt x="15313" y="40630"/>
                    </a:cubicBezTo>
                    <a:cubicBezTo>
                      <a:pt x="18420" y="35443"/>
                      <a:pt x="21713" y="30906"/>
                      <a:pt x="26506" y="27115"/>
                    </a:cubicBezTo>
                    <a:cubicBezTo>
                      <a:pt x="26526" y="27100"/>
                      <a:pt x="26543" y="27083"/>
                      <a:pt x="26559" y="27065"/>
                    </a:cubicBezTo>
                    <a:cubicBezTo>
                      <a:pt x="26937" y="27428"/>
                      <a:pt x="27484" y="27618"/>
                      <a:pt x="28023" y="27618"/>
                    </a:cubicBezTo>
                    <a:cubicBezTo>
                      <a:pt x="28564" y="27618"/>
                      <a:pt x="29097" y="27426"/>
                      <a:pt x="29442" y="27026"/>
                    </a:cubicBezTo>
                    <a:cubicBezTo>
                      <a:pt x="30084" y="26281"/>
                      <a:pt x="30483" y="24677"/>
                      <a:pt x="29842" y="23812"/>
                    </a:cubicBezTo>
                    <a:cubicBezTo>
                      <a:pt x="34813" y="21147"/>
                      <a:pt x="39638" y="18771"/>
                      <a:pt x="45165" y="17413"/>
                    </a:cubicBezTo>
                    <a:cubicBezTo>
                      <a:pt x="45546" y="17319"/>
                      <a:pt x="45534" y="16806"/>
                      <a:pt x="45262" y="16685"/>
                    </a:cubicBezTo>
                    <a:cubicBezTo>
                      <a:pt x="45280" y="16627"/>
                      <a:pt x="45271" y="16564"/>
                      <a:pt x="45239" y="16514"/>
                    </a:cubicBezTo>
                    <a:cubicBezTo>
                      <a:pt x="42082" y="11268"/>
                      <a:pt x="38506" y="6266"/>
                      <a:pt x="35322" y="1031"/>
                    </a:cubicBezTo>
                    <a:cubicBezTo>
                      <a:pt x="35266" y="939"/>
                      <a:pt x="35173" y="876"/>
                      <a:pt x="35067" y="862"/>
                    </a:cubicBezTo>
                    <a:cubicBezTo>
                      <a:pt x="35063" y="711"/>
                      <a:pt x="34975" y="566"/>
                      <a:pt x="34816" y="566"/>
                    </a:cubicBezTo>
                    <a:cubicBezTo>
                      <a:pt x="34789" y="566"/>
                      <a:pt x="34760" y="570"/>
                      <a:pt x="34729" y="579"/>
                    </a:cubicBezTo>
                    <a:cubicBezTo>
                      <a:pt x="34153" y="749"/>
                      <a:pt x="33640" y="1011"/>
                      <a:pt x="33203" y="1412"/>
                    </a:cubicBezTo>
                    <a:cubicBezTo>
                      <a:pt x="33102" y="1236"/>
                      <a:pt x="33001" y="1060"/>
                      <a:pt x="32900" y="884"/>
                    </a:cubicBezTo>
                    <a:cubicBezTo>
                      <a:pt x="32885" y="858"/>
                      <a:pt x="32868" y="835"/>
                      <a:pt x="32850" y="813"/>
                    </a:cubicBezTo>
                    <a:cubicBezTo>
                      <a:pt x="32863" y="703"/>
                      <a:pt x="32828" y="591"/>
                      <a:pt x="32706" y="524"/>
                    </a:cubicBezTo>
                    <a:cubicBezTo>
                      <a:pt x="32362" y="334"/>
                      <a:pt x="31977" y="243"/>
                      <a:pt x="31592" y="243"/>
                    </a:cubicBezTo>
                    <a:cubicBezTo>
                      <a:pt x="30859" y="243"/>
                      <a:pt x="30126" y="573"/>
                      <a:pt x="29688" y="1176"/>
                    </a:cubicBezTo>
                    <a:cubicBezTo>
                      <a:pt x="29506" y="922"/>
                      <a:pt x="29322" y="669"/>
                      <a:pt x="29132" y="421"/>
                    </a:cubicBezTo>
                    <a:cubicBezTo>
                      <a:pt x="29083" y="354"/>
                      <a:pt x="29013" y="306"/>
                      <a:pt x="28933" y="286"/>
                    </a:cubicBezTo>
                    <a:cubicBezTo>
                      <a:pt x="28910" y="133"/>
                      <a:pt x="28803" y="3"/>
                      <a:pt x="28599" y="2"/>
                    </a:cubicBezTo>
                    <a:cubicBezTo>
                      <a:pt x="28545" y="1"/>
                      <a:pt x="28491" y="1"/>
                      <a:pt x="2843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72"/>
              <p:cNvSpPr/>
              <p:nvPr/>
            </p:nvSpPr>
            <p:spPr>
              <a:xfrm>
                <a:off x="454890" y="5262949"/>
                <a:ext cx="305477" cy="214175"/>
              </a:xfrm>
              <a:custGeom>
                <a:rect b="b" l="l" r="r" t="t"/>
                <a:pathLst>
                  <a:path extrusionOk="0" h="6472" w="9231">
                    <a:moveTo>
                      <a:pt x="8889" y="1"/>
                    </a:moveTo>
                    <a:cubicBezTo>
                      <a:pt x="8886" y="1"/>
                      <a:pt x="8883" y="1"/>
                      <a:pt x="8881" y="1"/>
                    </a:cubicBezTo>
                    <a:cubicBezTo>
                      <a:pt x="5016" y="123"/>
                      <a:pt x="1414" y="2612"/>
                      <a:pt x="51" y="6248"/>
                    </a:cubicBezTo>
                    <a:cubicBezTo>
                      <a:pt x="1" y="6381"/>
                      <a:pt x="104" y="6472"/>
                      <a:pt x="211" y="6472"/>
                    </a:cubicBezTo>
                    <a:cubicBezTo>
                      <a:pt x="273" y="6472"/>
                      <a:pt x="337" y="6441"/>
                      <a:pt x="373" y="6369"/>
                    </a:cubicBezTo>
                    <a:cubicBezTo>
                      <a:pt x="2066" y="2961"/>
                      <a:pt x="5111" y="886"/>
                      <a:pt x="8903" y="586"/>
                    </a:cubicBezTo>
                    <a:cubicBezTo>
                      <a:pt x="9230" y="560"/>
                      <a:pt x="9216" y="1"/>
                      <a:pt x="88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72"/>
              <p:cNvSpPr/>
              <p:nvPr/>
            </p:nvSpPr>
            <p:spPr>
              <a:xfrm>
                <a:off x="384105" y="5156755"/>
                <a:ext cx="306900" cy="223209"/>
              </a:xfrm>
              <a:custGeom>
                <a:rect b="b" l="l" r="r" t="t"/>
                <a:pathLst>
                  <a:path extrusionOk="0" h="6745" w="9274">
                    <a:moveTo>
                      <a:pt x="8838" y="1"/>
                    </a:moveTo>
                    <a:cubicBezTo>
                      <a:pt x="8814" y="1"/>
                      <a:pt x="8790" y="4"/>
                      <a:pt x="8763" y="9"/>
                    </a:cubicBezTo>
                    <a:cubicBezTo>
                      <a:pt x="5080" y="769"/>
                      <a:pt x="1744" y="3038"/>
                      <a:pt x="72" y="6465"/>
                    </a:cubicBezTo>
                    <a:cubicBezTo>
                      <a:pt x="0" y="6611"/>
                      <a:pt x="144" y="6744"/>
                      <a:pt x="281" y="6744"/>
                    </a:cubicBezTo>
                    <a:cubicBezTo>
                      <a:pt x="340" y="6744"/>
                      <a:pt x="398" y="6720"/>
                      <a:pt x="436" y="6661"/>
                    </a:cubicBezTo>
                    <a:cubicBezTo>
                      <a:pt x="2441" y="3577"/>
                      <a:pt x="5216" y="1387"/>
                      <a:pt x="8877" y="669"/>
                    </a:cubicBezTo>
                    <a:cubicBezTo>
                      <a:pt x="9274" y="591"/>
                      <a:pt x="9199" y="1"/>
                      <a:pt x="88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72"/>
              <p:cNvSpPr/>
              <p:nvPr/>
            </p:nvSpPr>
            <p:spPr>
              <a:xfrm>
                <a:off x="323910" y="5058404"/>
                <a:ext cx="287441" cy="225989"/>
              </a:xfrm>
              <a:custGeom>
                <a:rect b="b" l="l" r="r" t="t"/>
                <a:pathLst>
                  <a:path extrusionOk="0" h="6829" w="8686">
                    <a:moveTo>
                      <a:pt x="8294" y="1"/>
                    </a:moveTo>
                    <a:cubicBezTo>
                      <a:pt x="8268" y="1"/>
                      <a:pt x="8242" y="3"/>
                      <a:pt x="8213" y="10"/>
                    </a:cubicBezTo>
                    <a:cubicBezTo>
                      <a:pt x="4782" y="751"/>
                      <a:pt x="1382" y="3252"/>
                      <a:pt x="57" y="6566"/>
                    </a:cubicBezTo>
                    <a:cubicBezTo>
                      <a:pt x="1" y="6706"/>
                      <a:pt x="127" y="6828"/>
                      <a:pt x="251" y="6828"/>
                    </a:cubicBezTo>
                    <a:cubicBezTo>
                      <a:pt x="306" y="6828"/>
                      <a:pt x="360" y="6805"/>
                      <a:pt x="397" y="6749"/>
                    </a:cubicBezTo>
                    <a:cubicBezTo>
                      <a:pt x="2441" y="3724"/>
                      <a:pt x="4767" y="1682"/>
                      <a:pt x="8323" y="648"/>
                    </a:cubicBezTo>
                    <a:cubicBezTo>
                      <a:pt x="8686" y="543"/>
                      <a:pt x="8640" y="1"/>
                      <a:pt x="829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72"/>
              <p:cNvSpPr/>
              <p:nvPr/>
            </p:nvSpPr>
            <p:spPr>
              <a:xfrm>
                <a:off x="251239" y="4971867"/>
                <a:ext cx="284331" cy="227345"/>
              </a:xfrm>
              <a:custGeom>
                <a:rect b="b" l="l" r="r" t="t"/>
                <a:pathLst>
                  <a:path extrusionOk="0" h="6870" w="8592">
                    <a:moveTo>
                      <a:pt x="8135" y="1"/>
                    </a:moveTo>
                    <a:cubicBezTo>
                      <a:pt x="8051" y="1"/>
                      <a:pt x="7971" y="31"/>
                      <a:pt x="7908" y="85"/>
                    </a:cubicBezTo>
                    <a:cubicBezTo>
                      <a:pt x="7184" y="445"/>
                      <a:pt x="6177" y="523"/>
                      <a:pt x="5431" y="869"/>
                    </a:cubicBezTo>
                    <a:cubicBezTo>
                      <a:pt x="4620" y="1248"/>
                      <a:pt x="3859" y="1724"/>
                      <a:pt x="3163" y="2288"/>
                    </a:cubicBezTo>
                    <a:cubicBezTo>
                      <a:pt x="1756" y="3423"/>
                      <a:pt x="713" y="4882"/>
                      <a:pt x="69" y="6567"/>
                    </a:cubicBezTo>
                    <a:cubicBezTo>
                      <a:pt x="1" y="6747"/>
                      <a:pt x="140" y="6869"/>
                      <a:pt x="285" y="6869"/>
                    </a:cubicBezTo>
                    <a:cubicBezTo>
                      <a:pt x="370" y="6869"/>
                      <a:pt x="457" y="6827"/>
                      <a:pt x="506" y="6731"/>
                    </a:cubicBezTo>
                    <a:cubicBezTo>
                      <a:pt x="1481" y="4784"/>
                      <a:pt x="2900" y="3090"/>
                      <a:pt x="4800" y="1984"/>
                    </a:cubicBezTo>
                    <a:cubicBezTo>
                      <a:pt x="5536" y="1560"/>
                      <a:pt x="6320" y="1228"/>
                      <a:pt x="7138" y="998"/>
                    </a:cubicBezTo>
                    <a:cubicBezTo>
                      <a:pt x="7622" y="862"/>
                      <a:pt x="8081" y="888"/>
                      <a:pt x="8424" y="522"/>
                    </a:cubicBezTo>
                    <a:cubicBezTo>
                      <a:pt x="8591" y="341"/>
                      <a:pt x="8423" y="4"/>
                      <a:pt x="8188" y="1"/>
                    </a:cubicBezTo>
                    <a:lnTo>
                      <a:pt x="8141" y="1"/>
                    </a:lnTo>
                    <a:cubicBezTo>
                      <a:pt x="8139" y="1"/>
                      <a:pt x="8137" y="1"/>
                      <a:pt x="813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72"/>
              <p:cNvSpPr/>
              <p:nvPr/>
            </p:nvSpPr>
            <p:spPr>
              <a:xfrm>
                <a:off x="157223" y="4893206"/>
                <a:ext cx="328873" cy="206530"/>
              </a:xfrm>
              <a:custGeom>
                <a:rect b="b" l="l" r="r" t="t"/>
                <a:pathLst>
                  <a:path extrusionOk="0" h="6241" w="9938">
                    <a:moveTo>
                      <a:pt x="9460" y="1"/>
                    </a:moveTo>
                    <a:cubicBezTo>
                      <a:pt x="9440" y="1"/>
                      <a:pt x="9419" y="2"/>
                      <a:pt x="9398" y="6"/>
                    </a:cubicBezTo>
                    <a:cubicBezTo>
                      <a:pt x="5592" y="598"/>
                      <a:pt x="1854" y="2360"/>
                      <a:pt x="75" y="5954"/>
                    </a:cubicBezTo>
                    <a:cubicBezTo>
                      <a:pt x="1" y="6104"/>
                      <a:pt x="148" y="6240"/>
                      <a:pt x="288" y="6240"/>
                    </a:cubicBezTo>
                    <a:cubicBezTo>
                      <a:pt x="348" y="6240"/>
                      <a:pt x="407" y="6214"/>
                      <a:pt x="446" y="6153"/>
                    </a:cubicBezTo>
                    <a:cubicBezTo>
                      <a:pt x="2544" y="2899"/>
                      <a:pt x="5771" y="1292"/>
                      <a:pt x="9516" y="692"/>
                    </a:cubicBezTo>
                    <a:cubicBezTo>
                      <a:pt x="9938" y="625"/>
                      <a:pt x="9852" y="1"/>
                      <a:pt x="946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72"/>
              <p:cNvSpPr/>
              <p:nvPr/>
            </p:nvSpPr>
            <p:spPr>
              <a:xfrm>
                <a:off x="856798" y="4962469"/>
                <a:ext cx="304054" cy="210667"/>
              </a:xfrm>
              <a:custGeom>
                <a:rect b="b" l="l" r="r" t="t"/>
                <a:pathLst>
                  <a:path extrusionOk="0" h="6366" w="9188">
                    <a:moveTo>
                      <a:pt x="8737" y="0"/>
                    </a:moveTo>
                    <a:cubicBezTo>
                      <a:pt x="8720" y="0"/>
                      <a:pt x="8704" y="1"/>
                      <a:pt x="8686" y="3"/>
                    </a:cubicBezTo>
                    <a:cubicBezTo>
                      <a:pt x="5361" y="398"/>
                      <a:pt x="1228" y="2872"/>
                      <a:pt x="47" y="6149"/>
                    </a:cubicBezTo>
                    <a:cubicBezTo>
                      <a:pt x="1" y="6278"/>
                      <a:pt x="97" y="6366"/>
                      <a:pt x="201" y="6366"/>
                    </a:cubicBezTo>
                    <a:cubicBezTo>
                      <a:pt x="249" y="6366"/>
                      <a:pt x="298" y="6347"/>
                      <a:pt x="336" y="6306"/>
                    </a:cubicBezTo>
                    <a:cubicBezTo>
                      <a:pt x="1488" y="5065"/>
                      <a:pt x="2430" y="3734"/>
                      <a:pt x="3831" y="2740"/>
                    </a:cubicBezTo>
                    <a:cubicBezTo>
                      <a:pt x="5355" y="1659"/>
                      <a:pt x="7003" y="1104"/>
                      <a:pt x="8797" y="651"/>
                    </a:cubicBezTo>
                    <a:cubicBezTo>
                      <a:pt x="9188" y="551"/>
                      <a:pt x="9118" y="0"/>
                      <a:pt x="87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72"/>
              <p:cNvSpPr/>
              <p:nvPr/>
            </p:nvSpPr>
            <p:spPr>
              <a:xfrm>
                <a:off x="797894" y="4865475"/>
                <a:ext cx="315338" cy="236280"/>
              </a:xfrm>
              <a:custGeom>
                <a:rect b="b" l="l" r="r" t="t"/>
                <a:pathLst>
                  <a:path extrusionOk="0" h="7140" w="9529">
                    <a:moveTo>
                      <a:pt x="9009" y="1"/>
                    </a:moveTo>
                    <a:cubicBezTo>
                      <a:pt x="8996" y="1"/>
                      <a:pt x="8983" y="2"/>
                      <a:pt x="8970" y="3"/>
                    </a:cubicBezTo>
                    <a:cubicBezTo>
                      <a:pt x="5058" y="366"/>
                      <a:pt x="1220" y="3018"/>
                      <a:pt x="49" y="6872"/>
                    </a:cubicBezTo>
                    <a:cubicBezTo>
                      <a:pt x="1" y="7033"/>
                      <a:pt x="117" y="7139"/>
                      <a:pt x="240" y="7139"/>
                    </a:cubicBezTo>
                    <a:cubicBezTo>
                      <a:pt x="312" y="7139"/>
                      <a:pt x="387" y="7102"/>
                      <a:pt x="430" y="7016"/>
                    </a:cubicBezTo>
                    <a:cubicBezTo>
                      <a:pt x="2214" y="3504"/>
                      <a:pt x="5084" y="1122"/>
                      <a:pt x="9088" y="697"/>
                    </a:cubicBezTo>
                    <a:cubicBezTo>
                      <a:pt x="9528" y="650"/>
                      <a:pt x="9426" y="1"/>
                      <a:pt x="90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72"/>
              <p:cNvSpPr/>
              <p:nvPr/>
            </p:nvSpPr>
            <p:spPr>
              <a:xfrm>
                <a:off x="732437" y="4757031"/>
                <a:ext cx="309216" cy="243098"/>
              </a:xfrm>
              <a:custGeom>
                <a:rect b="b" l="l" r="r" t="t"/>
                <a:pathLst>
                  <a:path extrusionOk="0" h="7346" w="9344">
                    <a:moveTo>
                      <a:pt x="8861" y="1"/>
                    </a:moveTo>
                    <a:cubicBezTo>
                      <a:pt x="8851" y="1"/>
                      <a:pt x="8841" y="1"/>
                      <a:pt x="8830" y="2"/>
                    </a:cubicBezTo>
                    <a:cubicBezTo>
                      <a:pt x="4877" y="316"/>
                      <a:pt x="873" y="3101"/>
                      <a:pt x="28" y="7138"/>
                    </a:cubicBezTo>
                    <a:cubicBezTo>
                      <a:pt x="0" y="7272"/>
                      <a:pt x="106" y="7345"/>
                      <a:pt x="216" y="7345"/>
                    </a:cubicBezTo>
                    <a:cubicBezTo>
                      <a:pt x="295" y="7345"/>
                      <a:pt x="377" y="7307"/>
                      <a:pt x="412" y="7227"/>
                    </a:cubicBezTo>
                    <a:cubicBezTo>
                      <a:pt x="2031" y="3597"/>
                      <a:pt x="4822" y="961"/>
                      <a:pt x="8939" y="641"/>
                    </a:cubicBezTo>
                    <a:cubicBezTo>
                      <a:pt x="9343" y="609"/>
                      <a:pt x="9249" y="1"/>
                      <a:pt x="886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72"/>
              <p:cNvSpPr/>
              <p:nvPr/>
            </p:nvSpPr>
            <p:spPr>
              <a:xfrm>
                <a:off x="647422" y="4663743"/>
                <a:ext cx="319740" cy="244719"/>
              </a:xfrm>
              <a:custGeom>
                <a:rect b="b" l="l" r="r" t="t"/>
                <a:pathLst>
                  <a:path extrusionOk="0" h="7395" w="9662">
                    <a:moveTo>
                      <a:pt x="9162" y="0"/>
                    </a:moveTo>
                    <a:cubicBezTo>
                      <a:pt x="9152" y="0"/>
                      <a:pt x="9142" y="1"/>
                      <a:pt x="9132" y="1"/>
                    </a:cubicBezTo>
                    <a:cubicBezTo>
                      <a:pt x="4959" y="317"/>
                      <a:pt x="1872" y="3604"/>
                      <a:pt x="67" y="7154"/>
                    </a:cubicBezTo>
                    <a:cubicBezTo>
                      <a:pt x="0" y="7286"/>
                      <a:pt x="124" y="7395"/>
                      <a:pt x="245" y="7395"/>
                    </a:cubicBezTo>
                    <a:cubicBezTo>
                      <a:pt x="298" y="7395"/>
                      <a:pt x="349" y="7375"/>
                      <a:pt x="385" y="7327"/>
                    </a:cubicBezTo>
                    <a:cubicBezTo>
                      <a:pt x="2723" y="4229"/>
                      <a:pt x="5034" y="963"/>
                      <a:pt x="9244" y="659"/>
                    </a:cubicBezTo>
                    <a:cubicBezTo>
                      <a:pt x="9661" y="629"/>
                      <a:pt x="9563" y="0"/>
                      <a:pt x="916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72"/>
              <p:cNvSpPr/>
              <p:nvPr/>
            </p:nvSpPr>
            <p:spPr>
              <a:xfrm>
                <a:off x="585241" y="4582997"/>
                <a:ext cx="320335" cy="251768"/>
              </a:xfrm>
              <a:custGeom>
                <a:rect b="b" l="l" r="r" t="t"/>
                <a:pathLst>
                  <a:path extrusionOk="0" h="7608" w="9680">
                    <a:moveTo>
                      <a:pt x="9301" y="1"/>
                    </a:moveTo>
                    <a:cubicBezTo>
                      <a:pt x="9271" y="1"/>
                      <a:pt x="9238" y="5"/>
                      <a:pt x="9204" y="15"/>
                    </a:cubicBezTo>
                    <a:cubicBezTo>
                      <a:pt x="5334" y="1121"/>
                      <a:pt x="1872" y="3705"/>
                      <a:pt x="68" y="7350"/>
                    </a:cubicBezTo>
                    <a:cubicBezTo>
                      <a:pt x="1" y="7487"/>
                      <a:pt x="133" y="7608"/>
                      <a:pt x="260" y="7608"/>
                    </a:cubicBezTo>
                    <a:cubicBezTo>
                      <a:pt x="316" y="7608"/>
                      <a:pt x="370" y="7585"/>
                      <a:pt x="406" y="7531"/>
                    </a:cubicBezTo>
                    <a:cubicBezTo>
                      <a:pt x="2627" y="4241"/>
                      <a:pt x="5479" y="1836"/>
                      <a:pt x="9314" y="666"/>
                    </a:cubicBezTo>
                    <a:cubicBezTo>
                      <a:pt x="9679" y="554"/>
                      <a:pt x="9629" y="1"/>
                      <a:pt x="93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5" name="Google Shape;1155;p72"/>
            <p:cNvSpPr/>
            <p:nvPr/>
          </p:nvSpPr>
          <p:spPr>
            <a:xfrm>
              <a:off x="1364603" y="5136171"/>
              <a:ext cx="119166" cy="46296"/>
            </a:xfrm>
            <a:custGeom>
              <a:rect b="b" l="l" r="r" t="t"/>
              <a:pathLst>
                <a:path extrusionOk="0" h="1399" w="3601">
                  <a:moveTo>
                    <a:pt x="3358" y="0"/>
                  </a:moveTo>
                  <a:cubicBezTo>
                    <a:pt x="3340" y="0"/>
                    <a:pt x="3320" y="4"/>
                    <a:pt x="3300" y="12"/>
                  </a:cubicBezTo>
                  <a:cubicBezTo>
                    <a:pt x="2275" y="421"/>
                    <a:pt x="1274" y="804"/>
                    <a:pt x="200" y="1066"/>
                  </a:cubicBezTo>
                  <a:cubicBezTo>
                    <a:pt x="0" y="1113"/>
                    <a:pt x="66" y="1399"/>
                    <a:pt x="248" y="1399"/>
                  </a:cubicBezTo>
                  <a:cubicBezTo>
                    <a:pt x="261" y="1399"/>
                    <a:pt x="276" y="1397"/>
                    <a:pt x="290" y="1394"/>
                  </a:cubicBezTo>
                  <a:cubicBezTo>
                    <a:pt x="1364" y="1149"/>
                    <a:pt x="2447" y="830"/>
                    <a:pt x="3439" y="344"/>
                  </a:cubicBezTo>
                  <a:cubicBezTo>
                    <a:pt x="3601" y="264"/>
                    <a:pt x="3515" y="0"/>
                    <a:pt x="3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72"/>
            <p:cNvSpPr/>
            <p:nvPr/>
          </p:nvSpPr>
          <p:spPr>
            <a:xfrm>
              <a:off x="1437505" y="5176610"/>
              <a:ext cx="117842" cy="27599"/>
            </a:xfrm>
            <a:custGeom>
              <a:rect b="b" l="l" r="r" t="t"/>
              <a:pathLst>
                <a:path extrusionOk="0" h="834" w="3561">
                  <a:moveTo>
                    <a:pt x="3329" y="1"/>
                  </a:moveTo>
                  <a:cubicBezTo>
                    <a:pt x="3311" y="1"/>
                    <a:pt x="3291" y="4"/>
                    <a:pt x="3270" y="11"/>
                  </a:cubicBezTo>
                  <a:cubicBezTo>
                    <a:pt x="2261" y="346"/>
                    <a:pt x="1258" y="522"/>
                    <a:pt x="193" y="528"/>
                  </a:cubicBezTo>
                  <a:cubicBezTo>
                    <a:pt x="0" y="530"/>
                    <a:pt x="2" y="819"/>
                    <a:pt x="193" y="827"/>
                  </a:cubicBezTo>
                  <a:cubicBezTo>
                    <a:pt x="305" y="831"/>
                    <a:pt x="417" y="834"/>
                    <a:pt x="529" y="834"/>
                  </a:cubicBezTo>
                  <a:cubicBezTo>
                    <a:pt x="1493" y="834"/>
                    <a:pt x="2453" y="674"/>
                    <a:pt x="3365" y="358"/>
                  </a:cubicBezTo>
                  <a:cubicBezTo>
                    <a:pt x="3561" y="289"/>
                    <a:pt x="3505" y="1"/>
                    <a:pt x="33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39F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3"/>
          <p:cNvSpPr txBox="1"/>
          <p:nvPr>
            <p:ph type="ctrTitle"/>
          </p:nvPr>
        </p:nvSpPr>
        <p:spPr>
          <a:xfrm>
            <a:off x="1647375" y="716750"/>
            <a:ext cx="5949300" cy="4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000">
                <a:latin typeface="Amatic SC"/>
                <a:ea typeface="Amatic SC"/>
                <a:cs typeface="Amatic SC"/>
                <a:sym typeface="Amatic SC"/>
              </a:rPr>
              <a:t>Calculul lungimii microinstrucțiunii 2</a:t>
            </a:r>
            <a:endParaRPr b="1" sz="40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162" name="Google Shape;1162;p73"/>
          <p:cNvSpPr/>
          <p:nvPr/>
        </p:nvSpPr>
        <p:spPr>
          <a:xfrm>
            <a:off x="7355275" y="3866701"/>
            <a:ext cx="1832405" cy="244805"/>
          </a:xfrm>
          <a:custGeom>
            <a:rect b="b" l="l" r="r" t="t"/>
            <a:pathLst>
              <a:path extrusionOk="0" h="7463" w="55866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3"/>
          <p:cNvSpPr txBox="1"/>
          <p:nvPr/>
        </p:nvSpPr>
        <p:spPr>
          <a:xfrm>
            <a:off x="2737450" y="1945375"/>
            <a:ext cx="28878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5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rPr>
              <a:t>Dacă țin cont de memoria aleasă  256 x 4 pot adresa maxim 256 de stări, cu un RA pe 8 biți deci 8 biți pentru stări:</a:t>
            </a:r>
            <a:endParaRPr sz="15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500">
                <a:solidFill>
                  <a:schemeClr val="accent5"/>
                </a:solidFill>
                <a:highlight>
                  <a:srgbClr val="FFC39F"/>
                </a:highlight>
                <a:latin typeface="Didact Gothic"/>
                <a:ea typeface="Didact Gothic"/>
                <a:cs typeface="Didact Gothic"/>
                <a:sym typeface="Didact Gothic"/>
              </a:rPr>
              <a:t>L</a:t>
            </a:r>
            <a:r>
              <a:rPr lang="ro" sz="1500">
                <a:solidFill>
                  <a:schemeClr val="accent5"/>
                </a:solidFill>
                <a:highlight>
                  <a:srgbClr val="FFC39F"/>
                </a:highlight>
                <a:latin typeface="Didact Gothic"/>
                <a:ea typeface="Didact Gothic"/>
                <a:cs typeface="Didact Gothic"/>
                <a:sym typeface="Didact Gothic"/>
              </a:rPr>
              <a:t>μi = 1 + max (nci + nadr; nout)  = 1 + max (3+8; 8) = 1 + 11 = 12</a:t>
            </a:r>
            <a:r>
              <a:rPr lang="ro" sz="1500">
                <a:solidFill>
                  <a:schemeClr val="accent5"/>
                </a:solidFill>
                <a:highlight>
                  <a:srgbClr val="CAF2FF"/>
                </a:highlight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500">
              <a:highlight>
                <a:srgbClr val="CAF2FF"/>
              </a:highlight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164" name="Google Shape;1164;p73"/>
          <p:cNvSpPr/>
          <p:nvPr/>
        </p:nvSpPr>
        <p:spPr>
          <a:xfrm>
            <a:off x="3855851" y="1249600"/>
            <a:ext cx="1714456" cy="345678"/>
          </a:xfrm>
          <a:custGeom>
            <a:rect b="b" l="l" r="r" t="t"/>
            <a:pathLst>
              <a:path extrusionOk="0" h="25469" w="52716">
                <a:moveTo>
                  <a:pt x="25618" y="1"/>
                </a:moveTo>
                <a:cubicBezTo>
                  <a:pt x="24547" y="1"/>
                  <a:pt x="23476" y="16"/>
                  <a:pt x="22404" y="56"/>
                </a:cubicBezTo>
                <a:cubicBezTo>
                  <a:pt x="19289" y="171"/>
                  <a:pt x="16170" y="134"/>
                  <a:pt x="13060" y="417"/>
                </a:cubicBezTo>
                <a:cubicBezTo>
                  <a:pt x="12288" y="487"/>
                  <a:pt x="11485" y="616"/>
                  <a:pt x="10714" y="616"/>
                </a:cubicBezTo>
                <a:cubicBezTo>
                  <a:pt x="10313" y="616"/>
                  <a:pt x="9920" y="581"/>
                  <a:pt x="9546" y="484"/>
                </a:cubicBezTo>
                <a:cubicBezTo>
                  <a:pt x="9346" y="433"/>
                  <a:pt x="9139" y="412"/>
                  <a:pt x="8939" y="412"/>
                </a:cubicBezTo>
                <a:cubicBezTo>
                  <a:pt x="8403" y="412"/>
                  <a:pt x="7916" y="563"/>
                  <a:pt x="7764" y="682"/>
                </a:cubicBezTo>
                <a:cubicBezTo>
                  <a:pt x="6805" y="1414"/>
                  <a:pt x="5615" y="1193"/>
                  <a:pt x="4601" y="1727"/>
                </a:cubicBezTo>
                <a:cubicBezTo>
                  <a:pt x="3571" y="2269"/>
                  <a:pt x="2522" y="2668"/>
                  <a:pt x="1795" y="3629"/>
                </a:cubicBezTo>
                <a:cubicBezTo>
                  <a:pt x="815" y="4920"/>
                  <a:pt x="815" y="6515"/>
                  <a:pt x="546" y="7984"/>
                </a:cubicBezTo>
                <a:cubicBezTo>
                  <a:pt x="1" y="10959"/>
                  <a:pt x="404" y="13960"/>
                  <a:pt x="643" y="16953"/>
                </a:cubicBezTo>
                <a:cubicBezTo>
                  <a:pt x="854" y="19590"/>
                  <a:pt x="788" y="22220"/>
                  <a:pt x="3354" y="24018"/>
                </a:cubicBezTo>
                <a:cubicBezTo>
                  <a:pt x="4542" y="24851"/>
                  <a:pt x="5829" y="25061"/>
                  <a:pt x="7111" y="25174"/>
                </a:cubicBezTo>
                <a:cubicBezTo>
                  <a:pt x="7821" y="25238"/>
                  <a:pt x="8507" y="25468"/>
                  <a:pt x="9255" y="25468"/>
                </a:cubicBezTo>
                <a:cubicBezTo>
                  <a:pt x="9410" y="25468"/>
                  <a:pt x="9568" y="25458"/>
                  <a:pt x="9730" y="25435"/>
                </a:cubicBezTo>
                <a:cubicBezTo>
                  <a:pt x="10128" y="25377"/>
                  <a:pt x="10530" y="25358"/>
                  <a:pt x="10936" y="25358"/>
                </a:cubicBezTo>
                <a:cubicBezTo>
                  <a:pt x="11770" y="25358"/>
                  <a:pt x="12616" y="25440"/>
                  <a:pt x="13453" y="25440"/>
                </a:cubicBezTo>
                <a:cubicBezTo>
                  <a:pt x="13566" y="25440"/>
                  <a:pt x="13679" y="25438"/>
                  <a:pt x="13791" y="25435"/>
                </a:cubicBezTo>
                <a:cubicBezTo>
                  <a:pt x="15162" y="25393"/>
                  <a:pt x="16546" y="25153"/>
                  <a:pt x="17905" y="25153"/>
                </a:cubicBezTo>
                <a:cubicBezTo>
                  <a:pt x="18244" y="25153"/>
                  <a:pt x="18581" y="25168"/>
                  <a:pt x="18917" y="25204"/>
                </a:cubicBezTo>
                <a:cubicBezTo>
                  <a:pt x="19423" y="25260"/>
                  <a:pt x="19922" y="25284"/>
                  <a:pt x="20417" y="25284"/>
                </a:cubicBezTo>
                <a:cubicBezTo>
                  <a:pt x="21168" y="25284"/>
                  <a:pt x="21908" y="25229"/>
                  <a:pt x="22642" y="25146"/>
                </a:cubicBezTo>
                <a:cubicBezTo>
                  <a:pt x="24209" y="24969"/>
                  <a:pt x="25757" y="24758"/>
                  <a:pt x="27344" y="24727"/>
                </a:cubicBezTo>
                <a:cubicBezTo>
                  <a:pt x="27408" y="24725"/>
                  <a:pt x="27472" y="24725"/>
                  <a:pt x="27536" y="24725"/>
                </a:cubicBezTo>
                <a:cubicBezTo>
                  <a:pt x="28407" y="24725"/>
                  <a:pt x="29287" y="24832"/>
                  <a:pt x="30136" y="24832"/>
                </a:cubicBezTo>
                <a:cubicBezTo>
                  <a:pt x="30433" y="24832"/>
                  <a:pt x="30726" y="24819"/>
                  <a:pt x="31013" y="24784"/>
                </a:cubicBezTo>
                <a:cubicBezTo>
                  <a:pt x="31658" y="24704"/>
                  <a:pt x="32294" y="24668"/>
                  <a:pt x="32924" y="24668"/>
                </a:cubicBezTo>
                <a:cubicBezTo>
                  <a:pt x="34073" y="24668"/>
                  <a:pt x="35205" y="24789"/>
                  <a:pt x="36340" y="24993"/>
                </a:cubicBezTo>
                <a:cubicBezTo>
                  <a:pt x="36830" y="25081"/>
                  <a:pt x="37326" y="25105"/>
                  <a:pt x="37820" y="25105"/>
                </a:cubicBezTo>
                <a:cubicBezTo>
                  <a:pt x="38406" y="25105"/>
                  <a:pt x="38990" y="25072"/>
                  <a:pt x="39563" y="25072"/>
                </a:cubicBezTo>
                <a:cubicBezTo>
                  <a:pt x="39647" y="25072"/>
                  <a:pt x="39730" y="25072"/>
                  <a:pt x="39814" y="25074"/>
                </a:cubicBezTo>
                <a:cubicBezTo>
                  <a:pt x="39847" y="25075"/>
                  <a:pt x="39881" y="25075"/>
                  <a:pt x="39915" y="25075"/>
                </a:cubicBezTo>
                <a:cubicBezTo>
                  <a:pt x="41166" y="25075"/>
                  <a:pt x="42475" y="24640"/>
                  <a:pt x="43811" y="24640"/>
                </a:cubicBezTo>
                <a:cubicBezTo>
                  <a:pt x="43849" y="24640"/>
                  <a:pt x="43888" y="24641"/>
                  <a:pt x="43926" y="24641"/>
                </a:cubicBezTo>
                <a:cubicBezTo>
                  <a:pt x="44667" y="24656"/>
                  <a:pt x="45445" y="24723"/>
                  <a:pt x="46201" y="24723"/>
                </a:cubicBezTo>
                <a:cubicBezTo>
                  <a:pt x="46958" y="24723"/>
                  <a:pt x="47693" y="24656"/>
                  <a:pt x="48349" y="24402"/>
                </a:cubicBezTo>
                <a:cubicBezTo>
                  <a:pt x="50667" y="23506"/>
                  <a:pt x="51666" y="21335"/>
                  <a:pt x="51970" y="18960"/>
                </a:cubicBezTo>
                <a:cubicBezTo>
                  <a:pt x="52304" y="16336"/>
                  <a:pt x="52550" y="13707"/>
                  <a:pt x="52323" y="11038"/>
                </a:cubicBezTo>
                <a:cubicBezTo>
                  <a:pt x="52156" y="9045"/>
                  <a:pt x="52291" y="7027"/>
                  <a:pt x="52291" y="5234"/>
                </a:cubicBezTo>
                <a:cubicBezTo>
                  <a:pt x="52716" y="3635"/>
                  <a:pt x="51792" y="2645"/>
                  <a:pt x="50961" y="1949"/>
                </a:cubicBezTo>
                <a:cubicBezTo>
                  <a:pt x="49630" y="835"/>
                  <a:pt x="47910" y="264"/>
                  <a:pt x="46127" y="233"/>
                </a:cubicBezTo>
                <a:cubicBezTo>
                  <a:pt x="44623" y="206"/>
                  <a:pt x="43118" y="201"/>
                  <a:pt x="41613" y="201"/>
                </a:cubicBezTo>
                <a:cubicBezTo>
                  <a:pt x="40569" y="201"/>
                  <a:pt x="39525" y="204"/>
                  <a:pt x="38481" y="204"/>
                </a:cubicBezTo>
                <a:cubicBezTo>
                  <a:pt x="37859" y="204"/>
                  <a:pt x="37237" y="203"/>
                  <a:pt x="36615" y="200"/>
                </a:cubicBezTo>
                <a:cubicBezTo>
                  <a:pt x="32949" y="184"/>
                  <a:pt x="29286" y="1"/>
                  <a:pt x="25618" y="1"/>
                </a:cubicBezTo>
                <a:close/>
              </a:path>
            </a:pathLst>
          </a:custGeom>
          <a:solidFill>
            <a:srgbClr val="FED5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latin typeface="Aldrich"/>
                <a:ea typeface="Aldrich"/>
                <a:cs typeface="Aldrich"/>
                <a:sym typeface="Aldrich"/>
              </a:rPr>
              <a:t>Pe baza tipului de memorie 256 x 4</a:t>
            </a:r>
            <a:endParaRPr sz="1100"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1043000" y="1852675"/>
            <a:ext cx="1423500" cy="21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Automatul nostru conține: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8 ieșiri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31 stări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Char char="●"/>
            </a:pPr>
            <a:r>
              <a:rPr b="1" lang="ro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 intrări</a:t>
            </a:r>
            <a:endParaRPr b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6" name="Google Shape;11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199" y="1506198"/>
            <a:ext cx="2002475" cy="260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00" y="361600"/>
            <a:ext cx="8473274" cy="48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74"/>
          <p:cNvSpPr txBox="1"/>
          <p:nvPr/>
        </p:nvSpPr>
        <p:spPr>
          <a:xfrm>
            <a:off x="2288300" y="51725"/>
            <a:ext cx="51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Schema unității de comandă microprogramate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3" name="Google Shape;1173;p74"/>
          <p:cNvGrpSpPr/>
          <p:nvPr/>
        </p:nvGrpSpPr>
        <p:grpSpPr>
          <a:xfrm flipH="1">
            <a:off x="6990248" y="640059"/>
            <a:ext cx="1013600" cy="1805171"/>
            <a:chOff x="3908325" y="238100"/>
            <a:chExt cx="2292175" cy="4082250"/>
          </a:xfrm>
        </p:grpSpPr>
        <p:sp>
          <p:nvSpPr>
            <p:cNvPr id="1174" name="Google Shape;1174;p74"/>
            <p:cNvSpPr/>
            <p:nvPr/>
          </p:nvSpPr>
          <p:spPr>
            <a:xfrm>
              <a:off x="4555525" y="1019075"/>
              <a:ext cx="1320950" cy="3254375"/>
            </a:xfrm>
            <a:custGeom>
              <a:rect b="b" l="l" r="r" t="t"/>
              <a:pathLst>
                <a:path extrusionOk="0" h="130175" w="52838">
                  <a:moveTo>
                    <a:pt x="12333" y="114830"/>
                  </a:moveTo>
                  <a:lnTo>
                    <a:pt x="12410" y="114850"/>
                  </a:lnTo>
                  <a:cubicBezTo>
                    <a:pt x="12409" y="115000"/>
                    <a:pt x="12406" y="115149"/>
                    <a:pt x="12400" y="115296"/>
                  </a:cubicBezTo>
                  <a:cubicBezTo>
                    <a:pt x="12379" y="115140"/>
                    <a:pt x="12355" y="114985"/>
                    <a:pt x="12333" y="114830"/>
                  </a:cubicBezTo>
                  <a:close/>
                  <a:moveTo>
                    <a:pt x="4442" y="0"/>
                  </a:moveTo>
                  <a:cubicBezTo>
                    <a:pt x="2337" y="0"/>
                    <a:pt x="1" y="1935"/>
                    <a:pt x="227" y="4215"/>
                  </a:cubicBezTo>
                  <a:cubicBezTo>
                    <a:pt x="3052" y="32744"/>
                    <a:pt x="2112" y="61594"/>
                    <a:pt x="1857" y="90243"/>
                  </a:cubicBezTo>
                  <a:cubicBezTo>
                    <a:pt x="766" y="92514"/>
                    <a:pt x="610" y="95091"/>
                    <a:pt x="1153" y="97535"/>
                  </a:cubicBezTo>
                  <a:cubicBezTo>
                    <a:pt x="981" y="99339"/>
                    <a:pt x="889" y="101150"/>
                    <a:pt x="889" y="102961"/>
                  </a:cubicBezTo>
                  <a:cubicBezTo>
                    <a:pt x="390" y="103314"/>
                    <a:pt x="94" y="103918"/>
                    <a:pt x="335" y="104687"/>
                  </a:cubicBezTo>
                  <a:lnTo>
                    <a:pt x="1810" y="109418"/>
                  </a:lnTo>
                  <a:cubicBezTo>
                    <a:pt x="1803" y="109519"/>
                    <a:pt x="1795" y="109620"/>
                    <a:pt x="1793" y="109727"/>
                  </a:cubicBezTo>
                  <a:cubicBezTo>
                    <a:pt x="1642" y="115645"/>
                    <a:pt x="2268" y="121690"/>
                    <a:pt x="2502" y="127606"/>
                  </a:cubicBezTo>
                  <a:cubicBezTo>
                    <a:pt x="2545" y="128694"/>
                    <a:pt x="3347" y="129234"/>
                    <a:pt x="4159" y="129234"/>
                  </a:cubicBezTo>
                  <a:cubicBezTo>
                    <a:pt x="4975" y="129234"/>
                    <a:pt x="5801" y="128688"/>
                    <a:pt x="5874" y="127606"/>
                  </a:cubicBezTo>
                  <a:cubicBezTo>
                    <a:pt x="6189" y="122931"/>
                    <a:pt x="7163" y="118377"/>
                    <a:pt x="8806" y="114009"/>
                  </a:cubicBezTo>
                  <a:cubicBezTo>
                    <a:pt x="9899" y="118010"/>
                    <a:pt x="10212" y="126710"/>
                    <a:pt x="10369" y="128182"/>
                  </a:cubicBezTo>
                  <a:cubicBezTo>
                    <a:pt x="10479" y="129210"/>
                    <a:pt x="11338" y="129835"/>
                    <a:pt x="12168" y="129835"/>
                  </a:cubicBezTo>
                  <a:cubicBezTo>
                    <a:pt x="12806" y="129835"/>
                    <a:pt x="13428" y="129466"/>
                    <a:pt x="13681" y="128629"/>
                  </a:cubicBezTo>
                  <a:cubicBezTo>
                    <a:pt x="14953" y="124433"/>
                    <a:pt x="15697" y="120033"/>
                    <a:pt x="15705" y="115636"/>
                  </a:cubicBezTo>
                  <a:cubicBezTo>
                    <a:pt x="20355" y="116636"/>
                    <a:pt x="25154" y="117213"/>
                    <a:pt x="29820" y="117213"/>
                  </a:cubicBezTo>
                  <a:cubicBezTo>
                    <a:pt x="31140" y="117213"/>
                    <a:pt x="32450" y="117166"/>
                    <a:pt x="33743" y="117071"/>
                  </a:cubicBezTo>
                  <a:cubicBezTo>
                    <a:pt x="34492" y="117015"/>
                    <a:pt x="35272" y="116965"/>
                    <a:pt x="36066" y="116904"/>
                  </a:cubicBezTo>
                  <a:lnTo>
                    <a:pt x="36066" y="116904"/>
                  </a:lnTo>
                  <a:cubicBezTo>
                    <a:pt x="35975" y="120742"/>
                    <a:pt x="36599" y="124830"/>
                    <a:pt x="36928" y="128508"/>
                  </a:cubicBezTo>
                  <a:cubicBezTo>
                    <a:pt x="37018" y="129509"/>
                    <a:pt x="37989" y="130174"/>
                    <a:pt x="38862" y="130174"/>
                  </a:cubicBezTo>
                  <a:cubicBezTo>
                    <a:pt x="39506" y="130174"/>
                    <a:pt x="40096" y="129812"/>
                    <a:pt x="40240" y="128956"/>
                  </a:cubicBezTo>
                  <a:cubicBezTo>
                    <a:pt x="40951" y="124722"/>
                    <a:pt x="41327" y="120439"/>
                    <a:pt x="41362" y="116147"/>
                  </a:cubicBezTo>
                  <a:cubicBezTo>
                    <a:pt x="41825" y="116031"/>
                    <a:pt x="42281" y="115898"/>
                    <a:pt x="42726" y="115746"/>
                  </a:cubicBezTo>
                  <a:cubicBezTo>
                    <a:pt x="43505" y="119948"/>
                    <a:pt x="44285" y="124149"/>
                    <a:pt x="45064" y="128351"/>
                  </a:cubicBezTo>
                  <a:cubicBezTo>
                    <a:pt x="45221" y="129195"/>
                    <a:pt x="45845" y="129564"/>
                    <a:pt x="46510" y="129564"/>
                  </a:cubicBezTo>
                  <a:cubicBezTo>
                    <a:pt x="47381" y="129564"/>
                    <a:pt x="48323" y="128930"/>
                    <a:pt x="48376" y="127902"/>
                  </a:cubicBezTo>
                  <a:cubicBezTo>
                    <a:pt x="48633" y="122958"/>
                    <a:pt x="49122" y="117673"/>
                    <a:pt x="48603" y="112734"/>
                  </a:cubicBezTo>
                  <a:cubicBezTo>
                    <a:pt x="48553" y="112264"/>
                    <a:pt x="48462" y="111865"/>
                    <a:pt x="48335" y="111524"/>
                  </a:cubicBezTo>
                  <a:cubicBezTo>
                    <a:pt x="50067" y="109139"/>
                    <a:pt x="51173" y="106158"/>
                    <a:pt x="51738" y="103415"/>
                  </a:cubicBezTo>
                  <a:cubicBezTo>
                    <a:pt x="52530" y="99581"/>
                    <a:pt x="52837" y="94961"/>
                    <a:pt x="50783" y="91458"/>
                  </a:cubicBezTo>
                  <a:cubicBezTo>
                    <a:pt x="48706" y="87914"/>
                    <a:pt x="44794" y="86782"/>
                    <a:pt x="40954" y="86382"/>
                  </a:cubicBezTo>
                  <a:cubicBezTo>
                    <a:pt x="31627" y="85411"/>
                    <a:pt x="22116" y="85290"/>
                    <a:pt x="12746" y="85169"/>
                  </a:cubicBezTo>
                  <a:cubicBezTo>
                    <a:pt x="12554" y="85167"/>
                    <a:pt x="12361" y="85165"/>
                    <a:pt x="12170" y="85165"/>
                  </a:cubicBezTo>
                  <a:cubicBezTo>
                    <a:pt x="11552" y="85165"/>
                    <a:pt x="10940" y="85179"/>
                    <a:pt x="10338" y="85215"/>
                  </a:cubicBezTo>
                  <a:cubicBezTo>
                    <a:pt x="10639" y="58222"/>
                    <a:pt x="11318" y="31077"/>
                    <a:pt x="8657" y="4215"/>
                  </a:cubicBezTo>
                  <a:cubicBezTo>
                    <a:pt x="8433" y="1949"/>
                    <a:pt x="6880" y="0"/>
                    <a:pt x="4442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74"/>
            <p:cNvSpPr/>
            <p:nvPr/>
          </p:nvSpPr>
          <p:spPr>
            <a:xfrm>
              <a:off x="4506850" y="927300"/>
              <a:ext cx="1445075" cy="3393050"/>
            </a:xfrm>
            <a:custGeom>
              <a:rect b="b" l="l" r="r" t="t"/>
              <a:pathLst>
                <a:path extrusionOk="0" h="135722" w="57803">
                  <a:moveTo>
                    <a:pt x="9490" y="1"/>
                  </a:moveTo>
                  <a:cubicBezTo>
                    <a:pt x="9435" y="1"/>
                    <a:pt x="9380" y="4"/>
                    <a:pt x="9325" y="11"/>
                  </a:cubicBezTo>
                  <a:cubicBezTo>
                    <a:pt x="8644" y="102"/>
                    <a:pt x="8165" y="725"/>
                    <a:pt x="8254" y="1406"/>
                  </a:cubicBezTo>
                  <a:cubicBezTo>
                    <a:pt x="11392" y="25114"/>
                    <a:pt x="11962" y="50296"/>
                    <a:pt x="10043" y="80657"/>
                  </a:cubicBezTo>
                  <a:cubicBezTo>
                    <a:pt x="9911" y="82728"/>
                    <a:pt x="9640" y="87035"/>
                    <a:pt x="12546" y="89195"/>
                  </a:cubicBezTo>
                  <a:cubicBezTo>
                    <a:pt x="14285" y="90487"/>
                    <a:pt x="16517" y="90503"/>
                    <a:pt x="18147" y="90516"/>
                  </a:cubicBezTo>
                  <a:lnTo>
                    <a:pt x="34116" y="90636"/>
                  </a:lnTo>
                  <a:cubicBezTo>
                    <a:pt x="39320" y="90676"/>
                    <a:pt x="44700" y="90717"/>
                    <a:pt x="49212" y="93562"/>
                  </a:cubicBezTo>
                  <a:cubicBezTo>
                    <a:pt x="50805" y="94566"/>
                    <a:pt x="52069" y="95883"/>
                    <a:pt x="52866" y="97373"/>
                  </a:cubicBezTo>
                  <a:cubicBezTo>
                    <a:pt x="55046" y="101439"/>
                    <a:pt x="53436" y="105252"/>
                    <a:pt x="51734" y="109289"/>
                  </a:cubicBezTo>
                  <a:cubicBezTo>
                    <a:pt x="51027" y="110962"/>
                    <a:pt x="50297" y="112692"/>
                    <a:pt x="49823" y="114478"/>
                  </a:cubicBezTo>
                  <a:cubicBezTo>
                    <a:pt x="48820" y="118256"/>
                    <a:pt x="49012" y="122157"/>
                    <a:pt x="49197" y="125929"/>
                  </a:cubicBezTo>
                  <a:cubicBezTo>
                    <a:pt x="49246" y="126925"/>
                    <a:pt x="49293" y="127919"/>
                    <a:pt x="49320" y="128910"/>
                  </a:cubicBezTo>
                  <a:cubicBezTo>
                    <a:pt x="49351" y="130075"/>
                    <a:pt x="49342" y="131289"/>
                    <a:pt x="48873" y="132218"/>
                  </a:cubicBezTo>
                  <a:cubicBezTo>
                    <a:pt x="48673" y="132609"/>
                    <a:pt x="48365" y="132934"/>
                    <a:pt x="47986" y="133157"/>
                  </a:cubicBezTo>
                  <a:cubicBezTo>
                    <a:pt x="47951" y="133150"/>
                    <a:pt x="47858" y="133108"/>
                    <a:pt x="47848" y="133003"/>
                  </a:cubicBezTo>
                  <a:cubicBezTo>
                    <a:pt x="47498" y="129413"/>
                    <a:pt x="47017" y="125796"/>
                    <a:pt x="46419" y="122251"/>
                  </a:cubicBezTo>
                  <a:cubicBezTo>
                    <a:pt x="46295" y="121518"/>
                    <a:pt x="46065" y="120153"/>
                    <a:pt x="44936" y="119386"/>
                  </a:cubicBezTo>
                  <a:cubicBezTo>
                    <a:pt x="44356" y="118993"/>
                    <a:pt x="43717" y="118878"/>
                    <a:pt x="43130" y="118878"/>
                  </a:cubicBezTo>
                  <a:cubicBezTo>
                    <a:pt x="42620" y="118878"/>
                    <a:pt x="42148" y="118965"/>
                    <a:pt x="41790" y="119030"/>
                  </a:cubicBezTo>
                  <a:cubicBezTo>
                    <a:pt x="37621" y="119797"/>
                    <a:pt x="33804" y="120181"/>
                    <a:pt x="30296" y="120181"/>
                  </a:cubicBezTo>
                  <a:cubicBezTo>
                    <a:pt x="26355" y="120181"/>
                    <a:pt x="22804" y="119696"/>
                    <a:pt x="19582" y="118725"/>
                  </a:cubicBezTo>
                  <a:cubicBezTo>
                    <a:pt x="19321" y="118647"/>
                    <a:pt x="19053" y="118608"/>
                    <a:pt x="18786" y="118608"/>
                  </a:cubicBezTo>
                  <a:cubicBezTo>
                    <a:pt x="18247" y="118608"/>
                    <a:pt x="17714" y="118766"/>
                    <a:pt x="17257" y="119073"/>
                  </a:cubicBezTo>
                  <a:cubicBezTo>
                    <a:pt x="16574" y="119532"/>
                    <a:pt x="16133" y="120272"/>
                    <a:pt x="16055" y="121091"/>
                  </a:cubicBezTo>
                  <a:lnTo>
                    <a:pt x="15003" y="132193"/>
                  </a:lnTo>
                  <a:cubicBezTo>
                    <a:pt x="14953" y="132731"/>
                    <a:pt x="14563" y="133173"/>
                    <a:pt x="14096" y="133223"/>
                  </a:cubicBezTo>
                  <a:cubicBezTo>
                    <a:pt x="14062" y="133226"/>
                    <a:pt x="14031" y="133228"/>
                    <a:pt x="14003" y="133228"/>
                  </a:cubicBezTo>
                  <a:cubicBezTo>
                    <a:pt x="13830" y="133228"/>
                    <a:pt x="13751" y="133174"/>
                    <a:pt x="13690" y="133120"/>
                  </a:cubicBezTo>
                  <a:cubicBezTo>
                    <a:pt x="13377" y="132841"/>
                    <a:pt x="13056" y="131973"/>
                    <a:pt x="13042" y="130660"/>
                  </a:cubicBezTo>
                  <a:lnTo>
                    <a:pt x="12971" y="123896"/>
                  </a:lnTo>
                  <a:cubicBezTo>
                    <a:pt x="12966" y="123555"/>
                    <a:pt x="12993" y="123147"/>
                    <a:pt x="13019" y="122713"/>
                  </a:cubicBezTo>
                  <a:cubicBezTo>
                    <a:pt x="13120" y="121031"/>
                    <a:pt x="13225" y="119292"/>
                    <a:pt x="12280" y="118288"/>
                  </a:cubicBezTo>
                  <a:cubicBezTo>
                    <a:pt x="11881" y="117865"/>
                    <a:pt x="11318" y="117640"/>
                    <a:pt x="10747" y="117640"/>
                  </a:cubicBezTo>
                  <a:cubicBezTo>
                    <a:pt x="10200" y="117640"/>
                    <a:pt x="9646" y="117846"/>
                    <a:pt x="9221" y="118281"/>
                  </a:cubicBezTo>
                  <a:cubicBezTo>
                    <a:pt x="7926" y="119609"/>
                    <a:pt x="7746" y="122915"/>
                    <a:pt x="7874" y="127818"/>
                  </a:cubicBezTo>
                  <a:lnTo>
                    <a:pt x="7876" y="127944"/>
                  </a:lnTo>
                  <a:cubicBezTo>
                    <a:pt x="7920" y="129593"/>
                    <a:pt x="7961" y="131150"/>
                    <a:pt x="7098" y="132286"/>
                  </a:cubicBezTo>
                  <a:cubicBezTo>
                    <a:pt x="6799" y="132681"/>
                    <a:pt x="6294" y="133025"/>
                    <a:pt x="5771" y="133025"/>
                  </a:cubicBezTo>
                  <a:cubicBezTo>
                    <a:pt x="5626" y="133025"/>
                    <a:pt x="5481" y="132999"/>
                    <a:pt x="5338" y="132941"/>
                  </a:cubicBezTo>
                  <a:cubicBezTo>
                    <a:pt x="4160" y="132463"/>
                    <a:pt x="4389" y="130095"/>
                    <a:pt x="4542" y="129100"/>
                  </a:cubicBezTo>
                  <a:lnTo>
                    <a:pt x="4628" y="128547"/>
                  </a:lnTo>
                  <a:cubicBezTo>
                    <a:pt x="5081" y="125626"/>
                    <a:pt x="5551" y="122605"/>
                    <a:pt x="5105" y="119562"/>
                  </a:cubicBezTo>
                  <a:cubicBezTo>
                    <a:pt x="4884" y="118053"/>
                    <a:pt x="4447" y="116612"/>
                    <a:pt x="4024" y="115218"/>
                  </a:cubicBezTo>
                  <a:cubicBezTo>
                    <a:pt x="3671" y="114056"/>
                    <a:pt x="3338" y="112958"/>
                    <a:pt x="3125" y="111833"/>
                  </a:cubicBezTo>
                  <a:cubicBezTo>
                    <a:pt x="2518" y="108641"/>
                    <a:pt x="2907" y="105233"/>
                    <a:pt x="3284" y="101937"/>
                  </a:cubicBezTo>
                  <a:lnTo>
                    <a:pt x="3408" y="100835"/>
                  </a:lnTo>
                  <a:cubicBezTo>
                    <a:pt x="4496" y="90999"/>
                    <a:pt x="4616" y="80980"/>
                    <a:pt x="4733" y="71291"/>
                  </a:cubicBezTo>
                  <a:lnTo>
                    <a:pt x="5165" y="35374"/>
                  </a:lnTo>
                  <a:cubicBezTo>
                    <a:pt x="5257" y="27816"/>
                    <a:pt x="5350" y="20000"/>
                    <a:pt x="4752" y="12304"/>
                  </a:cubicBezTo>
                  <a:cubicBezTo>
                    <a:pt x="4701" y="11649"/>
                    <a:pt x="4146" y="11155"/>
                    <a:pt x="3509" y="11155"/>
                  </a:cubicBezTo>
                  <a:cubicBezTo>
                    <a:pt x="3478" y="11155"/>
                    <a:pt x="3446" y="11156"/>
                    <a:pt x="3414" y="11158"/>
                  </a:cubicBezTo>
                  <a:cubicBezTo>
                    <a:pt x="2728" y="11212"/>
                    <a:pt x="2215" y="11811"/>
                    <a:pt x="2268" y="12496"/>
                  </a:cubicBezTo>
                  <a:cubicBezTo>
                    <a:pt x="2859" y="20083"/>
                    <a:pt x="2765" y="27842"/>
                    <a:pt x="2675" y="35344"/>
                  </a:cubicBezTo>
                  <a:lnTo>
                    <a:pt x="2243" y="71261"/>
                  </a:lnTo>
                  <a:cubicBezTo>
                    <a:pt x="2127" y="80890"/>
                    <a:pt x="2007" y="90846"/>
                    <a:pt x="932" y="100560"/>
                  </a:cubicBezTo>
                  <a:lnTo>
                    <a:pt x="809" y="101655"/>
                  </a:lnTo>
                  <a:cubicBezTo>
                    <a:pt x="411" y="105135"/>
                    <a:pt x="1" y="108734"/>
                    <a:pt x="677" y="112298"/>
                  </a:cubicBezTo>
                  <a:cubicBezTo>
                    <a:pt x="916" y="113554"/>
                    <a:pt x="1284" y="114768"/>
                    <a:pt x="1641" y="115942"/>
                  </a:cubicBezTo>
                  <a:cubicBezTo>
                    <a:pt x="2055" y="117308"/>
                    <a:pt x="2447" y="118599"/>
                    <a:pt x="2640" y="119922"/>
                  </a:cubicBezTo>
                  <a:cubicBezTo>
                    <a:pt x="3031" y="122594"/>
                    <a:pt x="2591" y="125427"/>
                    <a:pt x="2166" y="128165"/>
                  </a:cubicBezTo>
                  <a:lnTo>
                    <a:pt x="2080" y="128721"/>
                  </a:lnTo>
                  <a:cubicBezTo>
                    <a:pt x="1376" y="133296"/>
                    <a:pt x="3231" y="134775"/>
                    <a:pt x="4400" y="135250"/>
                  </a:cubicBezTo>
                  <a:cubicBezTo>
                    <a:pt x="4837" y="135427"/>
                    <a:pt x="5296" y="135512"/>
                    <a:pt x="5757" y="135512"/>
                  </a:cubicBezTo>
                  <a:cubicBezTo>
                    <a:pt x="6997" y="135512"/>
                    <a:pt x="8247" y="134894"/>
                    <a:pt x="9083" y="133793"/>
                  </a:cubicBezTo>
                  <a:cubicBezTo>
                    <a:pt x="10474" y="131961"/>
                    <a:pt x="10417" y="129793"/>
                    <a:pt x="10367" y="127882"/>
                  </a:cubicBezTo>
                  <a:lnTo>
                    <a:pt x="10363" y="127756"/>
                  </a:lnTo>
                  <a:cubicBezTo>
                    <a:pt x="10273" y="124270"/>
                    <a:pt x="10395" y="122298"/>
                    <a:pt x="10587" y="121204"/>
                  </a:cubicBezTo>
                  <a:lnTo>
                    <a:pt x="10587" y="121204"/>
                  </a:lnTo>
                  <a:cubicBezTo>
                    <a:pt x="10584" y="121697"/>
                    <a:pt x="10553" y="122220"/>
                    <a:pt x="10532" y="122566"/>
                  </a:cubicBezTo>
                  <a:cubicBezTo>
                    <a:pt x="10503" y="123064"/>
                    <a:pt x="10475" y="123534"/>
                    <a:pt x="10479" y="123925"/>
                  </a:cubicBezTo>
                  <a:lnTo>
                    <a:pt x="10551" y="130689"/>
                  </a:lnTo>
                  <a:cubicBezTo>
                    <a:pt x="10562" y="131809"/>
                    <a:pt x="10771" y="133859"/>
                    <a:pt x="12035" y="134982"/>
                  </a:cubicBezTo>
                  <a:cubicBezTo>
                    <a:pt x="12581" y="135470"/>
                    <a:pt x="13254" y="135722"/>
                    <a:pt x="13997" y="135722"/>
                  </a:cubicBezTo>
                  <a:cubicBezTo>
                    <a:pt x="14119" y="135721"/>
                    <a:pt x="14240" y="135713"/>
                    <a:pt x="14361" y="135699"/>
                  </a:cubicBezTo>
                  <a:cubicBezTo>
                    <a:pt x="16008" y="135525"/>
                    <a:pt x="17321" y="134147"/>
                    <a:pt x="17483" y="132427"/>
                  </a:cubicBezTo>
                  <a:lnTo>
                    <a:pt x="18534" y="121327"/>
                  </a:lnTo>
                  <a:cubicBezTo>
                    <a:pt x="18540" y="121252"/>
                    <a:pt x="18580" y="121184"/>
                    <a:pt x="18643" y="121142"/>
                  </a:cubicBezTo>
                  <a:cubicBezTo>
                    <a:pt x="18686" y="121114"/>
                    <a:pt x="18737" y="121099"/>
                    <a:pt x="18787" y="121099"/>
                  </a:cubicBezTo>
                  <a:cubicBezTo>
                    <a:pt x="18813" y="121099"/>
                    <a:pt x="18838" y="121103"/>
                    <a:pt x="18863" y="121110"/>
                  </a:cubicBezTo>
                  <a:cubicBezTo>
                    <a:pt x="22320" y="122151"/>
                    <a:pt x="26110" y="122671"/>
                    <a:pt x="30299" y="122671"/>
                  </a:cubicBezTo>
                  <a:cubicBezTo>
                    <a:pt x="33960" y="122671"/>
                    <a:pt x="37926" y="122274"/>
                    <a:pt x="42240" y="121481"/>
                  </a:cubicBezTo>
                  <a:cubicBezTo>
                    <a:pt x="42480" y="121437"/>
                    <a:pt x="42852" y="121369"/>
                    <a:pt x="43149" y="121369"/>
                  </a:cubicBezTo>
                  <a:cubicBezTo>
                    <a:pt x="43312" y="121369"/>
                    <a:pt x="43453" y="121390"/>
                    <a:pt x="43536" y="121446"/>
                  </a:cubicBezTo>
                  <a:cubicBezTo>
                    <a:pt x="43786" y="121616"/>
                    <a:pt x="43909" y="122350"/>
                    <a:pt x="43962" y="122664"/>
                  </a:cubicBezTo>
                  <a:cubicBezTo>
                    <a:pt x="44551" y="126154"/>
                    <a:pt x="45024" y="129714"/>
                    <a:pt x="45370" y="133246"/>
                  </a:cubicBezTo>
                  <a:cubicBezTo>
                    <a:pt x="45457" y="134150"/>
                    <a:pt x="45999" y="134947"/>
                    <a:pt x="46808" y="135360"/>
                  </a:cubicBezTo>
                  <a:cubicBezTo>
                    <a:pt x="47182" y="135551"/>
                    <a:pt x="47585" y="135647"/>
                    <a:pt x="47986" y="135647"/>
                  </a:cubicBezTo>
                  <a:cubicBezTo>
                    <a:pt x="48421" y="135647"/>
                    <a:pt x="48853" y="135534"/>
                    <a:pt x="49241" y="135310"/>
                  </a:cubicBezTo>
                  <a:cubicBezTo>
                    <a:pt x="50023" y="134858"/>
                    <a:pt x="50681" y="134161"/>
                    <a:pt x="51095" y="133344"/>
                  </a:cubicBezTo>
                  <a:cubicBezTo>
                    <a:pt x="51827" y="131895"/>
                    <a:pt x="51851" y="130328"/>
                    <a:pt x="51811" y="128843"/>
                  </a:cubicBezTo>
                  <a:cubicBezTo>
                    <a:pt x="51783" y="127835"/>
                    <a:pt x="51734" y="126822"/>
                    <a:pt x="51685" y="125807"/>
                  </a:cubicBezTo>
                  <a:cubicBezTo>
                    <a:pt x="51501" y="122060"/>
                    <a:pt x="51327" y="118521"/>
                    <a:pt x="52231" y="115116"/>
                  </a:cubicBezTo>
                  <a:cubicBezTo>
                    <a:pt x="52660" y="113499"/>
                    <a:pt x="53356" y="111852"/>
                    <a:pt x="54028" y="110257"/>
                  </a:cubicBezTo>
                  <a:cubicBezTo>
                    <a:pt x="55884" y="105859"/>
                    <a:pt x="57803" y="101311"/>
                    <a:pt x="55063" y="96196"/>
                  </a:cubicBezTo>
                  <a:cubicBezTo>
                    <a:pt x="54062" y="94328"/>
                    <a:pt x="52498" y="92688"/>
                    <a:pt x="50540" y="91454"/>
                  </a:cubicBezTo>
                  <a:cubicBezTo>
                    <a:pt x="45428" y="88231"/>
                    <a:pt x="39428" y="88186"/>
                    <a:pt x="34135" y="88145"/>
                  </a:cubicBezTo>
                  <a:lnTo>
                    <a:pt x="18166" y="88024"/>
                  </a:lnTo>
                  <a:cubicBezTo>
                    <a:pt x="16498" y="88012"/>
                    <a:pt x="15035" y="87941"/>
                    <a:pt x="14032" y="87196"/>
                  </a:cubicBezTo>
                  <a:cubicBezTo>
                    <a:pt x="12431" y="86007"/>
                    <a:pt x="12363" y="83426"/>
                    <a:pt x="12529" y="80814"/>
                  </a:cubicBezTo>
                  <a:cubicBezTo>
                    <a:pt x="14458" y="50289"/>
                    <a:pt x="13884" y="24951"/>
                    <a:pt x="10723" y="1079"/>
                  </a:cubicBezTo>
                  <a:cubicBezTo>
                    <a:pt x="10638" y="454"/>
                    <a:pt x="10104" y="1"/>
                    <a:pt x="94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74"/>
            <p:cNvSpPr/>
            <p:nvPr/>
          </p:nvSpPr>
          <p:spPr>
            <a:xfrm>
              <a:off x="5444025" y="3910925"/>
              <a:ext cx="157400" cy="408375"/>
            </a:xfrm>
            <a:custGeom>
              <a:rect b="b" l="l" r="r" t="t"/>
              <a:pathLst>
                <a:path extrusionOk="0" h="16335" w="6296">
                  <a:moveTo>
                    <a:pt x="5223" y="1"/>
                  </a:moveTo>
                  <a:cubicBezTo>
                    <a:pt x="4635" y="2"/>
                    <a:pt x="4159" y="478"/>
                    <a:pt x="4159" y="1067"/>
                  </a:cubicBezTo>
                  <a:lnTo>
                    <a:pt x="4164" y="12782"/>
                  </a:lnTo>
                  <a:cubicBezTo>
                    <a:pt x="4164" y="13033"/>
                    <a:pt x="4166" y="13294"/>
                    <a:pt x="4126" y="13491"/>
                  </a:cubicBezTo>
                  <a:cubicBezTo>
                    <a:pt x="4045" y="13886"/>
                    <a:pt x="3763" y="14125"/>
                    <a:pt x="3534" y="14179"/>
                  </a:cubicBezTo>
                  <a:cubicBezTo>
                    <a:pt x="3460" y="14197"/>
                    <a:pt x="3380" y="14204"/>
                    <a:pt x="3296" y="14204"/>
                  </a:cubicBezTo>
                  <a:cubicBezTo>
                    <a:pt x="2976" y="14204"/>
                    <a:pt x="2592" y="14093"/>
                    <a:pt x="2217" y="13985"/>
                  </a:cubicBezTo>
                  <a:lnTo>
                    <a:pt x="2150" y="13965"/>
                  </a:lnTo>
                  <a:cubicBezTo>
                    <a:pt x="2147" y="13882"/>
                    <a:pt x="2150" y="13777"/>
                    <a:pt x="2152" y="13717"/>
                  </a:cubicBezTo>
                  <a:lnTo>
                    <a:pt x="2511" y="1853"/>
                  </a:lnTo>
                  <a:cubicBezTo>
                    <a:pt x="2529" y="1265"/>
                    <a:pt x="2067" y="774"/>
                    <a:pt x="1479" y="757"/>
                  </a:cubicBezTo>
                  <a:cubicBezTo>
                    <a:pt x="894" y="761"/>
                    <a:pt x="400" y="1201"/>
                    <a:pt x="382" y="1790"/>
                  </a:cubicBezTo>
                  <a:lnTo>
                    <a:pt x="23" y="13653"/>
                  </a:lnTo>
                  <a:cubicBezTo>
                    <a:pt x="14" y="13960"/>
                    <a:pt x="1" y="14422"/>
                    <a:pt x="187" y="14871"/>
                  </a:cubicBezTo>
                  <a:cubicBezTo>
                    <a:pt x="538" y="15718"/>
                    <a:pt x="1330" y="15946"/>
                    <a:pt x="1628" y="16033"/>
                  </a:cubicBezTo>
                  <a:cubicBezTo>
                    <a:pt x="2111" y="16171"/>
                    <a:pt x="2680" y="16334"/>
                    <a:pt x="3297" y="16334"/>
                  </a:cubicBezTo>
                  <a:cubicBezTo>
                    <a:pt x="3302" y="16334"/>
                    <a:pt x="3307" y="16334"/>
                    <a:pt x="3311" y="16334"/>
                  </a:cubicBezTo>
                  <a:cubicBezTo>
                    <a:pt x="3550" y="16334"/>
                    <a:pt x="3788" y="16307"/>
                    <a:pt x="4022" y="16252"/>
                  </a:cubicBezTo>
                  <a:cubicBezTo>
                    <a:pt x="5116" y="15995"/>
                    <a:pt x="5976" y="15077"/>
                    <a:pt x="6213" y="13914"/>
                  </a:cubicBezTo>
                  <a:cubicBezTo>
                    <a:pt x="6295" y="13505"/>
                    <a:pt x="6294" y="13102"/>
                    <a:pt x="6294" y="12779"/>
                  </a:cubicBezTo>
                  <a:lnTo>
                    <a:pt x="6289" y="1066"/>
                  </a:lnTo>
                  <a:cubicBezTo>
                    <a:pt x="6288" y="477"/>
                    <a:pt x="5811" y="1"/>
                    <a:pt x="52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74"/>
            <p:cNvSpPr/>
            <p:nvPr/>
          </p:nvSpPr>
          <p:spPr>
            <a:xfrm>
              <a:off x="4979150" y="3148525"/>
              <a:ext cx="627400" cy="302575"/>
            </a:xfrm>
            <a:custGeom>
              <a:rect b="b" l="l" r="r" t="t"/>
              <a:pathLst>
                <a:path extrusionOk="0" h="12103" w="25096">
                  <a:moveTo>
                    <a:pt x="1088" y="0"/>
                  </a:moveTo>
                  <a:cubicBezTo>
                    <a:pt x="505" y="0"/>
                    <a:pt x="30" y="471"/>
                    <a:pt x="24" y="1055"/>
                  </a:cubicBezTo>
                  <a:cubicBezTo>
                    <a:pt x="1" y="3485"/>
                    <a:pt x="1159" y="5960"/>
                    <a:pt x="3200" y="7847"/>
                  </a:cubicBezTo>
                  <a:cubicBezTo>
                    <a:pt x="6191" y="10608"/>
                    <a:pt x="9767" y="12102"/>
                    <a:pt x="13186" y="12102"/>
                  </a:cubicBezTo>
                  <a:cubicBezTo>
                    <a:pt x="13190" y="12102"/>
                    <a:pt x="13195" y="12102"/>
                    <a:pt x="13199" y="12102"/>
                  </a:cubicBezTo>
                  <a:cubicBezTo>
                    <a:pt x="14141" y="12102"/>
                    <a:pt x="15078" y="11984"/>
                    <a:pt x="15990" y="11749"/>
                  </a:cubicBezTo>
                  <a:cubicBezTo>
                    <a:pt x="18857" y="11004"/>
                    <a:pt x="22729" y="8733"/>
                    <a:pt x="24897" y="2135"/>
                  </a:cubicBezTo>
                  <a:cubicBezTo>
                    <a:pt x="25095" y="1571"/>
                    <a:pt x="24792" y="954"/>
                    <a:pt x="24225" y="768"/>
                  </a:cubicBezTo>
                  <a:cubicBezTo>
                    <a:pt x="24114" y="732"/>
                    <a:pt x="24002" y="715"/>
                    <a:pt x="23891" y="715"/>
                  </a:cubicBezTo>
                  <a:cubicBezTo>
                    <a:pt x="23436" y="715"/>
                    <a:pt x="23013" y="1010"/>
                    <a:pt x="22873" y="1471"/>
                  </a:cubicBezTo>
                  <a:cubicBezTo>
                    <a:pt x="21396" y="5970"/>
                    <a:pt x="18832" y="8811"/>
                    <a:pt x="15456" y="9687"/>
                  </a:cubicBezTo>
                  <a:cubicBezTo>
                    <a:pt x="14718" y="9879"/>
                    <a:pt x="13956" y="9973"/>
                    <a:pt x="13180" y="9973"/>
                  </a:cubicBezTo>
                  <a:cubicBezTo>
                    <a:pt x="10296" y="9973"/>
                    <a:pt x="7236" y="8674"/>
                    <a:pt x="4646" y="6282"/>
                  </a:cubicBezTo>
                  <a:cubicBezTo>
                    <a:pt x="3045" y="4803"/>
                    <a:pt x="2136" y="2906"/>
                    <a:pt x="2154" y="1076"/>
                  </a:cubicBezTo>
                  <a:cubicBezTo>
                    <a:pt x="2159" y="488"/>
                    <a:pt x="1687" y="6"/>
                    <a:pt x="11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74"/>
            <p:cNvSpPr/>
            <p:nvPr/>
          </p:nvSpPr>
          <p:spPr>
            <a:xfrm>
              <a:off x="5054950" y="3668275"/>
              <a:ext cx="577925" cy="283525"/>
            </a:xfrm>
            <a:custGeom>
              <a:rect b="b" l="l" r="r" t="t"/>
              <a:pathLst>
                <a:path extrusionOk="0" h="11341" w="23117">
                  <a:moveTo>
                    <a:pt x="14503" y="0"/>
                  </a:moveTo>
                  <a:cubicBezTo>
                    <a:pt x="8314" y="0"/>
                    <a:pt x="2398" y="4077"/>
                    <a:pt x="255" y="9909"/>
                  </a:cubicBezTo>
                  <a:cubicBezTo>
                    <a:pt x="0" y="10604"/>
                    <a:pt x="515" y="11341"/>
                    <a:pt x="1255" y="11341"/>
                  </a:cubicBezTo>
                  <a:cubicBezTo>
                    <a:pt x="1702" y="11341"/>
                    <a:pt x="2100" y="11063"/>
                    <a:pt x="2255" y="10643"/>
                  </a:cubicBezTo>
                  <a:cubicBezTo>
                    <a:pt x="4074" y="5696"/>
                    <a:pt x="9300" y="2133"/>
                    <a:pt x="14564" y="2133"/>
                  </a:cubicBezTo>
                  <a:cubicBezTo>
                    <a:pt x="14745" y="2133"/>
                    <a:pt x="14926" y="2137"/>
                    <a:pt x="15107" y="2146"/>
                  </a:cubicBezTo>
                  <a:cubicBezTo>
                    <a:pt x="16587" y="2220"/>
                    <a:pt x="17691" y="2583"/>
                    <a:pt x="18391" y="3225"/>
                  </a:cubicBezTo>
                  <a:cubicBezTo>
                    <a:pt x="19382" y="4132"/>
                    <a:pt x="19664" y="5620"/>
                    <a:pt x="19962" y="7193"/>
                  </a:cubicBezTo>
                  <a:cubicBezTo>
                    <a:pt x="20183" y="8358"/>
                    <a:pt x="20411" y="9563"/>
                    <a:pt x="20939" y="10681"/>
                  </a:cubicBezTo>
                  <a:cubicBezTo>
                    <a:pt x="21120" y="11066"/>
                    <a:pt x="21503" y="11291"/>
                    <a:pt x="21902" y="11291"/>
                  </a:cubicBezTo>
                  <a:cubicBezTo>
                    <a:pt x="22054" y="11291"/>
                    <a:pt x="22209" y="11258"/>
                    <a:pt x="22356" y="11188"/>
                  </a:cubicBezTo>
                  <a:cubicBezTo>
                    <a:pt x="22888" y="10938"/>
                    <a:pt x="23116" y="10303"/>
                    <a:pt x="22865" y="9771"/>
                  </a:cubicBezTo>
                  <a:cubicBezTo>
                    <a:pt x="22453" y="8899"/>
                    <a:pt x="22259" y="7878"/>
                    <a:pt x="22055" y="6796"/>
                  </a:cubicBezTo>
                  <a:cubicBezTo>
                    <a:pt x="21705" y="4950"/>
                    <a:pt x="21343" y="3041"/>
                    <a:pt x="19830" y="1654"/>
                  </a:cubicBezTo>
                  <a:cubicBezTo>
                    <a:pt x="18756" y="669"/>
                    <a:pt x="17202" y="119"/>
                    <a:pt x="15214" y="18"/>
                  </a:cubicBezTo>
                  <a:cubicBezTo>
                    <a:pt x="14977" y="6"/>
                    <a:pt x="14740" y="0"/>
                    <a:pt x="145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74"/>
            <p:cNvSpPr/>
            <p:nvPr/>
          </p:nvSpPr>
          <p:spPr>
            <a:xfrm>
              <a:off x="5616900" y="3269325"/>
              <a:ext cx="222350" cy="409500"/>
            </a:xfrm>
            <a:custGeom>
              <a:rect b="b" l="l" r="r" t="t"/>
              <a:pathLst>
                <a:path extrusionOk="0" h="16380" w="8894">
                  <a:moveTo>
                    <a:pt x="5986" y="1"/>
                  </a:moveTo>
                  <a:cubicBezTo>
                    <a:pt x="5842" y="1"/>
                    <a:pt x="5697" y="30"/>
                    <a:pt x="5557" y="91"/>
                  </a:cubicBezTo>
                  <a:cubicBezTo>
                    <a:pt x="2190" y="1540"/>
                    <a:pt x="1" y="5373"/>
                    <a:pt x="464" y="9008"/>
                  </a:cubicBezTo>
                  <a:cubicBezTo>
                    <a:pt x="926" y="12644"/>
                    <a:pt x="4005" y="15806"/>
                    <a:pt x="7627" y="16367"/>
                  </a:cubicBezTo>
                  <a:cubicBezTo>
                    <a:pt x="7681" y="16375"/>
                    <a:pt x="7736" y="16379"/>
                    <a:pt x="7791" y="16379"/>
                  </a:cubicBezTo>
                  <a:lnTo>
                    <a:pt x="7792" y="16379"/>
                  </a:lnTo>
                  <a:cubicBezTo>
                    <a:pt x="8347" y="16378"/>
                    <a:pt x="8809" y="15950"/>
                    <a:pt x="8852" y="15394"/>
                  </a:cubicBezTo>
                  <a:cubicBezTo>
                    <a:pt x="8894" y="14840"/>
                    <a:pt x="8502" y="14346"/>
                    <a:pt x="7952" y="14261"/>
                  </a:cubicBezTo>
                  <a:cubicBezTo>
                    <a:pt x="5235" y="13841"/>
                    <a:pt x="2923" y="11467"/>
                    <a:pt x="2577" y="8740"/>
                  </a:cubicBezTo>
                  <a:cubicBezTo>
                    <a:pt x="2231" y="6012"/>
                    <a:pt x="3873" y="3135"/>
                    <a:pt x="6399" y="2048"/>
                  </a:cubicBezTo>
                  <a:cubicBezTo>
                    <a:pt x="6944" y="1819"/>
                    <a:pt x="7198" y="1189"/>
                    <a:pt x="6964" y="646"/>
                  </a:cubicBezTo>
                  <a:cubicBezTo>
                    <a:pt x="6791" y="242"/>
                    <a:pt x="6398" y="1"/>
                    <a:pt x="5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74"/>
            <p:cNvSpPr/>
            <p:nvPr/>
          </p:nvSpPr>
          <p:spPr>
            <a:xfrm>
              <a:off x="4712425" y="3422650"/>
              <a:ext cx="376450" cy="311250"/>
            </a:xfrm>
            <a:custGeom>
              <a:rect b="b" l="l" r="r" t="t"/>
              <a:pathLst>
                <a:path extrusionOk="0" h="12450" w="15058">
                  <a:moveTo>
                    <a:pt x="7743" y="2132"/>
                  </a:moveTo>
                  <a:cubicBezTo>
                    <a:pt x="8240" y="2132"/>
                    <a:pt x="8728" y="2220"/>
                    <a:pt x="9178" y="2404"/>
                  </a:cubicBezTo>
                  <a:cubicBezTo>
                    <a:pt x="10725" y="3069"/>
                    <a:pt x="11786" y="4133"/>
                    <a:pt x="12332" y="5568"/>
                  </a:cubicBezTo>
                  <a:cubicBezTo>
                    <a:pt x="12940" y="7168"/>
                    <a:pt x="12683" y="8613"/>
                    <a:pt x="12520" y="8959"/>
                  </a:cubicBezTo>
                  <a:cubicBezTo>
                    <a:pt x="12233" y="9568"/>
                    <a:pt x="11501" y="10054"/>
                    <a:pt x="10608" y="10227"/>
                  </a:cubicBezTo>
                  <a:cubicBezTo>
                    <a:pt x="10265" y="10294"/>
                    <a:pt x="9908" y="10320"/>
                    <a:pt x="9544" y="10320"/>
                  </a:cubicBezTo>
                  <a:cubicBezTo>
                    <a:pt x="8898" y="10320"/>
                    <a:pt x="8230" y="10239"/>
                    <a:pt x="7576" y="10158"/>
                  </a:cubicBezTo>
                  <a:cubicBezTo>
                    <a:pt x="5886" y="9954"/>
                    <a:pt x="4165" y="9659"/>
                    <a:pt x="3313" y="8555"/>
                  </a:cubicBezTo>
                  <a:cubicBezTo>
                    <a:pt x="2356" y="7316"/>
                    <a:pt x="2824" y="5370"/>
                    <a:pt x="3749" y="4169"/>
                  </a:cubicBezTo>
                  <a:cubicBezTo>
                    <a:pt x="4740" y="2882"/>
                    <a:pt x="6288" y="2132"/>
                    <a:pt x="7743" y="2132"/>
                  </a:cubicBezTo>
                  <a:close/>
                  <a:moveTo>
                    <a:pt x="7734" y="0"/>
                  </a:moveTo>
                  <a:cubicBezTo>
                    <a:pt x="5632" y="0"/>
                    <a:pt x="3471" y="1040"/>
                    <a:pt x="2061" y="2868"/>
                  </a:cubicBezTo>
                  <a:cubicBezTo>
                    <a:pt x="615" y="4746"/>
                    <a:pt x="1" y="7750"/>
                    <a:pt x="1627" y="9857"/>
                  </a:cubicBezTo>
                  <a:cubicBezTo>
                    <a:pt x="3095" y="11758"/>
                    <a:pt x="5739" y="12081"/>
                    <a:pt x="7319" y="12274"/>
                  </a:cubicBezTo>
                  <a:cubicBezTo>
                    <a:pt x="8014" y="12358"/>
                    <a:pt x="8768" y="12450"/>
                    <a:pt x="9544" y="12450"/>
                  </a:cubicBezTo>
                  <a:cubicBezTo>
                    <a:pt x="10028" y="12450"/>
                    <a:pt x="10522" y="12414"/>
                    <a:pt x="11014" y="12318"/>
                  </a:cubicBezTo>
                  <a:cubicBezTo>
                    <a:pt x="12585" y="12014"/>
                    <a:pt x="13867" y="11097"/>
                    <a:pt x="14447" y="9867"/>
                  </a:cubicBezTo>
                  <a:cubicBezTo>
                    <a:pt x="14940" y="8817"/>
                    <a:pt x="15057" y="6744"/>
                    <a:pt x="14323" y="4811"/>
                  </a:cubicBezTo>
                  <a:cubicBezTo>
                    <a:pt x="13574" y="2840"/>
                    <a:pt x="12081" y="1331"/>
                    <a:pt x="10008" y="443"/>
                  </a:cubicBezTo>
                  <a:lnTo>
                    <a:pt x="9994" y="437"/>
                  </a:lnTo>
                  <a:cubicBezTo>
                    <a:pt x="9276" y="142"/>
                    <a:pt x="8509" y="0"/>
                    <a:pt x="77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74"/>
            <p:cNvSpPr/>
            <p:nvPr/>
          </p:nvSpPr>
          <p:spPr>
            <a:xfrm>
              <a:off x="4551175" y="3078900"/>
              <a:ext cx="218800" cy="403400"/>
            </a:xfrm>
            <a:custGeom>
              <a:rect b="b" l="l" r="r" t="t"/>
              <a:pathLst>
                <a:path extrusionOk="0" h="16136" w="8752">
                  <a:moveTo>
                    <a:pt x="2273" y="1"/>
                  </a:moveTo>
                  <a:cubicBezTo>
                    <a:pt x="1986" y="1"/>
                    <a:pt x="1700" y="116"/>
                    <a:pt x="1490" y="344"/>
                  </a:cubicBezTo>
                  <a:cubicBezTo>
                    <a:pt x="1091" y="777"/>
                    <a:pt x="1119" y="1450"/>
                    <a:pt x="1552" y="1849"/>
                  </a:cubicBezTo>
                  <a:cubicBezTo>
                    <a:pt x="3586" y="3720"/>
                    <a:pt x="6411" y="7543"/>
                    <a:pt x="6016" y="9802"/>
                  </a:cubicBezTo>
                  <a:cubicBezTo>
                    <a:pt x="5610" y="12130"/>
                    <a:pt x="3476" y="14004"/>
                    <a:pt x="1299" y="14004"/>
                  </a:cubicBezTo>
                  <a:cubicBezTo>
                    <a:pt x="1247" y="14004"/>
                    <a:pt x="1195" y="14003"/>
                    <a:pt x="1143" y="14001"/>
                  </a:cubicBezTo>
                  <a:cubicBezTo>
                    <a:pt x="1120" y="13999"/>
                    <a:pt x="1097" y="13999"/>
                    <a:pt x="1075" y="13999"/>
                  </a:cubicBezTo>
                  <a:cubicBezTo>
                    <a:pt x="519" y="13999"/>
                    <a:pt x="56" y="14449"/>
                    <a:pt x="29" y="15013"/>
                  </a:cubicBezTo>
                  <a:cubicBezTo>
                    <a:pt x="0" y="15601"/>
                    <a:pt x="453" y="16099"/>
                    <a:pt x="1041" y="16128"/>
                  </a:cubicBezTo>
                  <a:cubicBezTo>
                    <a:pt x="1136" y="16133"/>
                    <a:pt x="1228" y="16135"/>
                    <a:pt x="1323" y="16135"/>
                  </a:cubicBezTo>
                  <a:cubicBezTo>
                    <a:pt x="4519" y="16135"/>
                    <a:pt x="7531" y="13517"/>
                    <a:pt x="8115" y="10169"/>
                  </a:cubicBezTo>
                  <a:cubicBezTo>
                    <a:pt x="8752" y="6513"/>
                    <a:pt x="4636" y="1792"/>
                    <a:pt x="2995" y="282"/>
                  </a:cubicBezTo>
                  <a:cubicBezTo>
                    <a:pt x="2790" y="94"/>
                    <a:pt x="2531" y="1"/>
                    <a:pt x="22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74"/>
            <p:cNvSpPr/>
            <p:nvPr/>
          </p:nvSpPr>
          <p:spPr>
            <a:xfrm>
              <a:off x="4662100" y="2392350"/>
              <a:ext cx="174625" cy="341450"/>
            </a:xfrm>
            <a:custGeom>
              <a:rect b="b" l="l" r="r" t="t"/>
              <a:pathLst>
                <a:path extrusionOk="0" h="13658" w="6985">
                  <a:moveTo>
                    <a:pt x="5798" y="1"/>
                  </a:moveTo>
                  <a:cubicBezTo>
                    <a:pt x="5701" y="1"/>
                    <a:pt x="5602" y="14"/>
                    <a:pt x="5504" y="42"/>
                  </a:cubicBezTo>
                  <a:cubicBezTo>
                    <a:pt x="2686" y="851"/>
                    <a:pt x="533" y="3453"/>
                    <a:pt x="267" y="6374"/>
                  </a:cubicBezTo>
                  <a:cubicBezTo>
                    <a:pt x="1" y="9293"/>
                    <a:pt x="1648" y="12242"/>
                    <a:pt x="4275" y="13546"/>
                  </a:cubicBezTo>
                  <a:cubicBezTo>
                    <a:pt x="4422" y="13619"/>
                    <a:pt x="4583" y="13657"/>
                    <a:pt x="4748" y="13657"/>
                  </a:cubicBezTo>
                  <a:lnTo>
                    <a:pt x="4748" y="13656"/>
                  </a:lnTo>
                  <a:cubicBezTo>
                    <a:pt x="4749" y="13656"/>
                    <a:pt x="4750" y="13656"/>
                    <a:pt x="4750" y="13656"/>
                  </a:cubicBezTo>
                  <a:cubicBezTo>
                    <a:pt x="5244" y="13656"/>
                    <a:pt x="5672" y="13316"/>
                    <a:pt x="5786" y="12836"/>
                  </a:cubicBezTo>
                  <a:cubicBezTo>
                    <a:pt x="5898" y="12354"/>
                    <a:pt x="5665" y="11858"/>
                    <a:pt x="5222" y="11638"/>
                  </a:cubicBezTo>
                  <a:cubicBezTo>
                    <a:pt x="3395" y="10731"/>
                    <a:pt x="2203" y="8598"/>
                    <a:pt x="2388" y="6566"/>
                  </a:cubicBezTo>
                  <a:cubicBezTo>
                    <a:pt x="2574" y="4535"/>
                    <a:pt x="4131" y="2653"/>
                    <a:pt x="6092" y="2091"/>
                  </a:cubicBezTo>
                  <a:cubicBezTo>
                    <a:pt x="6657" y="1928"/>
                    <a:pt x="6985" y="1338"/>
                    <a:pt x="6822" y="773"/>
                  </a:cubicBezTo>
                  <a:cubicBezTo>
                    <a:pt x="6688" y="305"/>
                    <a:pt x="6261" y="1"/>
                    <a:pt x="57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74"/>
            <p:cNvSpPr/>
            <p:nvPr/>
          </p:nvSpPr>
          <p:spPr>
            <a:xfrm>
              <a:off x="4642075" y="1858875"/>
              <a:ext cx="168475" cy="260800"/>
            </a:xfrm>
            <a:custGeom>
              <a:rect b="b" l="l" r="r" t="t"/>
              <a:pathLst>
                <a:path extrusionOk="0" h="10432" w="6739">
                  <a:moveTo>
                    <a:pt x="3374" y="2361"/>
                  </a:moveTo>
                  <a:lnTo>
                    <a:pt x="3374" y="2362"/>
                  </a:lnTo>
                  <a:cubicBezTo>
                    <a:pt x="3905" y="3432"/>
                    <a:pt x="4417" y="4532"/>
                    <a:pt x="4496" y="5651"/>
                  </a:cubicBezTo>
                  <a:cubicBezTo>
                    <a:pt x="4561" y="6571"/>
                    <a:pt x="4231" y="7761"/>
                    <a:pt x="3351" y="8203"/>
                  </a:cubicBezTo>
                  <a:cubicBezTo>
                    <a:pt x="3185" y="8285"/>
                    <a:pt x="3017" y="8305"/>
                    <a:pt x="2932" y="8305"/>
                  </a:cubicBezTo>
                  <a:cubicBezTo>
                    <a:pt x="2907" y="8305"/>
                    <a:pt x="2890" y="8303"/>
                    <a:pt x="2881" y="8301"/>
                  </a:cubicBezTo>
                  <a:cubicBezTo>
                    <a:pt x="2865" y="8279"/>
                    <a:pt x="2829" y="8213"/>
                    <a:pt x="2767" y="7992"/>
                  </a:cubicBezTo>
                  <a:cubicBezTo>
                    <a:pt x="2249" y="6142"/>
                    <a:pt x="2477" y="4064"/>
                    <a:pt x="3374" y="2361"/>
                  </a:cubicBezTo>
                  <a:close/>
                  <a:moveTo>
                    <a:pt x="3456" y="0"/>
                  </a:moveTo>
                  <a:cubicBezTo>
                    <a:pt x="3034" y="0"/>
                    <a:pt x="2475" y="155"/>
                    <a:pt x="1884" y="746"/>
                  </a:cubicBezTo>
                  <a:lnTo>
                    <a:pt x="1720" y="954"/>
                  </a:lnTo>
                  <a:cubicBezTo>
                    <a:pt x="366" y="3236"/>
                    <a:pt x="0" y="6012"/>
                    <a:pt x="716" y="8567"/>
                  </a:cubicBezTo>
                  <a:cubicBezTo>
                    <a:pt x="821" y="8936"/>
                    <a:pt x="971" y="9364"/>
                    <a:pt x="1301" y="9729"/>
                  </a:cubicBezTo>
                  <a:cubicBezTo>
                    <a:pt x="1756" y="10230"/>
                    <a:pt x="2358" y="10432"/>
                    <a:pt x="2959" y="10432"/>
                  </a:cubicBezTo>
                  <a:cubicBezTo>
                    <a:pt x="3433" y="10432"/>
                    <a:pt x="3906" y="10308"/>
                    <a:pt x="4305" y="10106"/>
                  </a:cubicBezTo>
                  <a:cubicBezTo>
                    <a:pt x="6068" y="9220"/>
                    <a:pt x="6738" y="7154"/>
                    <a:pt x="6621" y="5499"/>
                  </a:cubicBezTo>
                  <a:cubicBezTo>
                    <a:pt x="6505" y="3865"/>
                    <a:pt x="5783" y="2418"/>
                    <a:pt x="5146" y="1141"/>
                  </a:cubicBezTo>
                  <a:cubicBezTo>
                    <a:pt x="4839" y="526"/>
                    <a:pt x="4322" y="119"/>
                    <a:pt x="3728" y="22"/>
                  </a:cubicBezTo>
                  <a:cubicBezTo>
                    <a:pt x="3645" y="9"/>
                    <a:pt x="3555" y="0"/>
                    <a:pt x="34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74"/>
            <p:cNvSpPr/>
            <p:nvPr/>
          </p:nvSpPr>
          <p:spPr>
            <a:xfrm>
              <a:off x="4639900" y="1170400"/>
              <a:ext cx="162050" cy="323325"/>
            </a:xfrm>
            <a:custGeom>
              <a:rect b="b" l="l" r="r" t="t"/>
              <a:pathLst>
                <a:path extrusionOk="0" h="12933" w="6482">
                  <a:moveTo>
                    <a:pt x="5283" y="1"/>
                  </a:moveTo>
                  <a:cubicBezTo>
                    <a:pt x="5165" y="1"/>
                    <a:pt x="5046" y="21"/>
                    <a:pt x="4929" y="63"/>
                  </a:cubicBezTo>
                  <a:cubicBezTo>
                    <a:pt x="2416" y="945"/>
                    <a:pt x="0" y="5279"/>
                    <a:pt x="99" y="7748"/>
                  </a:cubicBezTo>
                  <a:cubicBezTo>
                    <a:pt x="193" y="10079"/>
                    <a:pt x="1938" y="12723"/>
                    <a:pt x="4594" y="12931"/>
                  </a:cubicBezTo>
                  <a:cubicBezTo>
                    <a:pt x="4622" y="12932"/>
                    <a:pt x="4649" y="12933"/>
                    <a:pt x="4677" y="12933"/>
                  </a:cubicBezTo>
                  <a:lnTo>
                    <a:pt x="4677" y="12933"/>
                  </a:lnTo>
                  <a:cubicBezTo>
                    <a:pt x="5249" y="12932"/>
                    <a:pt x="5717" y="12481"/>
                    <a:pt x="5740" y="11908"/>
                  </a:cubicBezTo>
                  <a:cubicBezTo>
                    <a:pt x="5762" y="11337"/>
                    <a:pt x="5328" y="10851"/>
                    <a:pt x="4758" y="10806"/>
                  </a:cubicBezTo>
                  <a:cubicBezTo>
                    <a:pt x="3315" y="10694"/>
                    <a:pt x="2285" y="9091"/>
                    <a:pt x="2227" y="7663"/>
                  </a:cubicBezTo>
                  <a:cubicBezTo>
                    <a:pt x="2162" y="6056"/>
                    <a:pt x="4088" y="2615"/>
                    <a:pt x="5635" y="2072"/>
                  </a:cubicBezTo>
                  <a:cubicBezTo>
                    <a:pt x="6189" y="1877"/>
                    <a:pt x="6481" y="1269"/>
                    <a:pt x="6286" y="715"/>
                  </a:cubicBezTo>
                  <a:cubicBezTo>
                    <a:pt x="6133" y="277"/>
                    <a:pt x="5721" y="1"/>
                    <a:pt x="5283" y="1"/>
                  </a:cubicBezTo>
                  <a:close/>
                  <a:moveTo>
                    <a:pt x="4677" y="12933"/>
                  </a:moveTo>
                  <a:lnTo>
                    <a:pt x="4677" y="12933"/>
                  </a:lnTo>
                  <a:cubicBezTo>
                    <a:pt x="4677" y="12933"/>
                    <a:pt x="4676" y="12933"/>
                    <a:pt x="4676" y="12933"/>
                  </a:cubicBezTo>
                  <a:lnTo>
                    <a:pt x="4677" y="12933"/>
                  </a:lnTo>
                  <a:cubicBezTo>
                    <a:pt x="4677" y="12933"/>
                    <a:pt x="4677" y="12933"/>
                    <a:pt x="4677" y="129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74"/>
            <p:cNvSpPr/>
            <p:nvPr/>
          </p:nvSpPr>
          <p:spPr>
            <a:xfrm>
              <a:off x="5825825" y="2474025"/>
              <a:ext cx="374675" cy="861450"/>
            </a:xfrm>
            <a:custGeom>
              <a:rect b="b" l="l" r="r" t="t"/>
              <a:pathLst>
                <a:path extrusionOk="0" h="34458" w="14987">
                  <a:moveTo>
                    <a:pt x="10970" y="2130"/>
                  </a:moveTo>
                  <a:cubicBezTo>
                    <a:pt x="11253" y="2130"/>
                    <a:pt x="11583" y="2194"/>
                    <a:pt x="11866" y="2417"/>
                  </a:cubicBezTo>
                  <a:cubicBezTo>
                    <a:pt x="12236" y="2708"/>
                    <a:pt x="12487" y="3203"/>
                    <a:pt x="12627" y="3916"/>
                  </a:cubicBezTo>
                  <a:cubicBezTo>
                    <a:pt x="12582" y="3806"/>
                    <a:pt x="12526" y="3700"/>
                    <a:pt x="12462" y="3600"/>
                  </a:cubicBezTo>
                  <a:cubicBezTo>
                    <a:pt x="12136" y="3103"/>
                    <a:pt x="11737" y="2781"/>
                    <a:pt x="11277" y="2641"/>
                  </a:cubicBezTo>
                  <a:cubicBezTo>
                    <a:pt x="11098" y="2587"/>
                    <a:pt x="10920" y="2560"/>
                    <a:pt x="10744" y="2560"/>
                  </a:cubicBezTo>
                  <a:cubicBezTo>
                    <a:pt x="9897" y="2560"/>
                    <a:pt x="9098" y="3174"/>
                    <a:pt x="8536" y="4290"/>
                  </a:cubicBezTo>
                  <a:cubicBezTo>
                    <a:pt x="8528" y="4306"/>
                    <a:pt x="8521" y="4320"/>
                    <a:pt x="8513" y="4336"/>
                  </a:cubicBezTo>
                  <a:cubicBezTo>
                    <a:pt x="8623" y="3889"/>
                    <a:pt x="8806" y="3454"/>
                    <a:pt x="9093" y="3071"/>
                  </a:cubicBezTo>
                  <a:cubicBezTo>
                    <a:pt x="9462" y="2582"/>
                    <a:pt x="10081" y="2227"/>
                    <a:pt x="10707" y="2147"/>
                  </a:cubicBezTo>
                  <a:cubicBezTo>
                    <a:pt x="10794" y="2136"/>
                    <a:pt x="10881" y="2130"/>
                    <a:pt x="10969" y="2130"/>
                  </a:cubicBezTo>
                  <a:close/>
                  <a:moveTo>
                    <a:pt x="10705" y="4824"/>
                  </a:moveTo>
                  <a:lnTo>
                    <a:pt x="10705" y="4824"/>
                  </a:lnTo>
                  <a:cubicBezTo>
                    <a:pt x="11060" y="5726"/>
                    <a:pt x="10234" y="9248"/>
                    <a:pt x="9449" y="10585"/>
                  </a:cubicBezTo>
                  <a:cubicBezTo>
                    <a:pt x="9339" y="10173"/>
                    <a:pt x="9220" y="9768"/>
                    <a:pt x="9104" y="9372"/>
                  </a:cubicBezTo>
                  <a:cubicBezTo>
                    <a:pt x="9066" y="9243"/>
                    <a:pt x="9028" y="9117"/>
                    <a:pt x="8993" y="8991"/>
                  </a:cubicBezTo>
                  <a:cubicBezTo>
                    <a:pt x="9233" y="7734"/>
                    <a:pt x="9826" y="6467"/>
                    <a:pt x="10439" y="5249"/>
                  </a:cubicBezTo>
                  <a:cubicBezTo>
                    <a:pt x="10538" y="5054"/>
                    <a:pt x="10630" y="4916"/>
                    <a:pt x="10705" y="4824"/>
                  </a:cubicBezTo>
                  <a:close/>
                  <a:moveTo>
                    <a:pt x="12350" y="8965"/>
                  </a:moveTo>
                  <a:cubicBezTo>
                    <a:pt x="12301" y="9153"/>
                    <a:pt x="12249" y="9341"/>
                    <a:pt x="12191" y="9530"/>
                  </a:cubicBezTo>
                  <a:cubicBezTo>
                    <a:pt x="12035" y="10041"/>
                    <a:pt x="11865" y="10466"/>
                    <a:pt x="11671" y="10813"/>
                  </a:cubicBezTo>
                  <a:cubicBezTo>
                    <a:pt x="11928" y="10252"/>
                    <a:pt x="12160" y="9620"/>
                    <a:pt x="12350" y="8965"/>
                  </a:cubicBezTo>
                  <a:close/>
                  <a:moveTo>
                    <a:pt x="10966" y="1"/>
                  </a:moveTo>
                  <a:cubicBezTo>
                    <a:pt x="10792" y="1"/>
                    <a:pt x="10615" y="12"/>
                    <a:pt x="10437" y="35"/>
                  </a:cubicBezTo>
                  <a:cubicBezTo>
                    <a:pt x="9244" y="189"/>
                    <a:pt x="8106" y="844"/>
                    <a:pt x="7393" y="1791"/>
                  </a:cubicBezTo>
                  <a:cubicBezTo>
                    <a:pt x="6080" y="3533"/>
                    <a:pt x="6118" y="5733"/>
                    <a:pt x="6382" y="7271"/>
                  </a:cubicBezTo>
                  <a:cubicBezTo>
                    <a:pt x="6490" y="7903"/>
                    <a:pt x="6645" y="8516"/>
                    <a:pt x="6813" y="9115"/>
                  </a:cubicBezTo>
                  <a:cubicBezTo>
                    <a:pt x="6727" y="9781"/>
                    <a:pt x="6721" y="10461"/>
                    <a:pt x="6828" y="11156"/>
                  </a:cubicBezTo>
                  <a:cubicBezTo>
                    <a:pt x="6967" y="12071"/>
                    <a:pt x="7298" y="12796"/>
                    <a:pt x="7811" y="13316"/>
                  </a:cubicBezTo>
                  <a:cubicBezTo>
                    <a:pt x="8031" y="15278"/>
                    <a:pt x="7866" y="17480"/>
                    <a:pt x="7306" y="20255"/>
                  </a:cubicBezTo>
                  <a:cubicBezTo>
                    <a:pt x="6799" y="22764"/>
                    <a:pt x="6186" y="24720"/>
                    <a:pt x="5373" y="26412"/>
                  </a:cubicBezTo>
                  <a:cubicBezTo>
                    <a:pt x="4223" y="28800"/>
                    <a:pt x="2554" y="30901"/>
                    <a:pt x="489" y="32561"/>
                  </a:cubicBezTo>
                  <a:cubicBezTo>
                    <a:pt x="136" y="32844"/>
                    <a:pt x="0" y="33318"/>
                    <a:pt x="149" y="33746"/>
                  </a:cubicBezTo>
                  <a:cubicBezTo>
                    <a:pt x="300" y="34172"/>
                    <a:pt x="703" y="34457"/>
                    <a:pt x="1155" y="34457"/>
                  </a:cubicBezTo>
                  <a:cubicBezTo>
                    <a:pt x="1396" y="34457"/>
                    <a:pt x="1631" y="34375"/>
                    <a:pt x="1819" y="34223"/>
                  </a:cubicBezTo>
                  <a:cubicBezTo>
                    <a:pt x="4123" y="32378"/>
                    <a:pt x="6016" y="29995"/>
                    <a:pt x="7293" y="27335"/>
                  </a:cubicBezTo>
                  <a:cubicBezTo>
                    <a:pt x="8183" y="25479"/>
                    <a:pt x="8851" y="23363"/>
                    <a:pt x="9393" y="20676"/>
                  </a:cubicBezTo>
                  <a:cubicBezTo>
                    <a:pt x="9736" y="18974"/>
                    <a:pt x="10119" y="16642"/>
                    <a:pt x="10008" y="14181"/>
                  </a:cubicBezTo>
                  <a:cubicBezTo>
                    <a:pt x="10777" y="14176"/>
                    <a:pt x="11573" y="13913"/>
                    <a:pt x="12241" y="13396"/>
                  </a:cubicBezTo>
                  <a:cubicBezTo>
                    <a:pt x="13413" y="12489"/>
                    <a:pt x="13937" y="11109"/>
                    <a:pt x="14229" y="10150"/>
                  </a:cubicBezTo>
                  <a:cubicBezTo>
                    <a:pt x="14772" y="8375"/>
                    <a:pt x="14987" y="6515"/>
                    <a:pt x="14863" y="4663"/>
                  </a:cubicBezTo>
                  <a:cubicBezTo>
                    <a:pt x="14742" y="2823"/>
                    <a:pt x="14193" y="1541"/>
                    <a:pt x="13187" y="747"/>
                  </a:cubicBezTo>
                  <a:cubicBezTo>
                    <a:pt x="12569" y="257"/>
                    <a:pt x="11794" y="1"/>
                    <a:pt x="109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74"/>
            <p:cNvSpPr/>
            <p:nvPr/>
          </p:nvSpPr>
          <p:spPr>
            <a:xfrm>
              <a:off x="4595350" y="336400"/>
              <a:ext cx="148050" cy="296375"/>
            </a:xfrm>
            <a:custGeom>
              <a:rect b="b" l="l" r="r" t="t"/>
              <a:pathLst>
                <a:path extrusionOk="0" h="11855" w="5922">
                  <a:moveTo>
                    <a:pt x="4808" y="0"/>
                  </a:moveTo>
                  <a:cubicBezTo>
                    <a:pt x="4804" y="0"/>
                    <a:pt x="4800" y="0"/>
                    <a:pt x="4796" y="0"/>
                  </a:cubicBezTo>
                  <a:cubicBezTo>
                    <a:pt x="4207" y="8"/>
                    <a:pt x="3736" y="491"/>
                    <a:pt x="3744" y="1079"/>
                  </a:cubicBezTo>
                  <a:cubicBezTo>
                    <a:pt x="3784" y="4360"/>
                    <a:pt x="2548" y="7640"/>
                    <a:pt x="354" y="10077"/>
                  </a:cubicBezTo>
                  <a:cubicBezTo>
                    <a:pt x="72" y="10390"/>
                    <a:pt x="1" y="10839"/>
                    <a:pt x="172" y="11223"/>
                  </a:cubicBezTo>
                  <a:cubicBezTo>
                    <a:pt x="343" y="11607"/>
                    <a:pt x="724" y="11855"/>
                    <a:pt x="1144" y="11855"/>
                  </a:cubicBezTo>
                  <a:cubicBezTo>
                    <a:pt x="1446" y="11855"/>
                    <a:pt x="1734" y="11727"/>
                    <a:pt x="1936" y="11503"/>
                  </a:cubicBezTo>
                  <a:cubicBezTo>
                    <a:pt x="4485" y="8672"/>
                    <a:pt x="5922" y="4862"/>
                    <a:pt x="5875" y="1052"/>
                  </a:cubicBezTo>
                  <a:cubicBezTo>
                    <a:pt x="5867" y="469"/>
                    <a:pt x="5391" y="0"/>
                    <a:pt x="48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74"/>
            <p:cNvSpPr/>
            <p:nvPr/>
          </p:nvSpPr>
          <p:spPr>
            <a:xfrm>
              <a:off x="4704125" y="475525"/>
              <a:ext cx="259725" cy="203150"/>
            </a:xfrm>
            <a:custGeom>
              <a:rect b="b" l="l" r="r" t="t"/>
              <a:pathLst>
                <a:path extrusionOk="0" h="8126" w="10389">
                  <a:moveTo>
                    <a:pt x="9168" y="0"/>
                  </a:moveTo>
                  <a:cubicBezTo>
                    <a:pt x="8976" y="0"/>
                    <a:pt x="8781" y="52"/>
                    <a:pt x="8606" y="161"/>
                  </a:cubicBezTo>
                  <a:cubicBezTo>
                    <a:pt x="5684" y="1921"/>
                    <a:pt x="2946" y="3971"/>
                    <a:pt x="432" y="6277"/>
                  </a:cubicBezTo>
                  <a:cubicBezTo>
                    <a:pt x="109" y="6574"/>
                    <a:pt x="1" y="7038"/>
                    <a:pt x="160" y="7448"/>
                  </a:cubicBezTo>
                  <a:cubicBezTo>
                    <a:pt x="319" y="7856"/>
                    <a:pt x="713" y="8126"/>
                    <a:pt x="1153" y="8126"/>
                  </a:cubicBezTo>
                  <a:cubicBezTo>
                    <a:pt x="1419" y="8126"/>
                    <a:pt x="1676" y="8026"/>
                    <a:pt x="1872" y="7845"/>
                  </a:cubicBezTo>
                  <a:cubicBezTo>
                    <a:pt x="4282" y="5635"/>
                    <a:pt x="6905" y="3673"/>
                    <a:pt x="9705" y="1986"/>
                  </a:cubicBezTo>
                  <a:cubicBezTo>
                    <a:pt x="10218" y="1686"/>
                    <a:pt x="10388" y="1025"/>
                    <a:pt x="10081" y="515"/>
                  </a:cubicBezTo>
                  <a:cubicBezTo>
                    <a:pt x="9881" y="183"/>
                    <a:pt x="9529" y="0"/>
                    <a:pt x="9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74"/>
            <p:cNvSpPr/>
            <p:nvPr/>
          </p:nvSpPr>
          <p:spPr>
            <a:xfrm>
              <a:off x="4896275" y="403575"/>
              <a:ext cx="135375" cy="146675"/>
            </a:xfrm>
            <a:custGeom>
              <a:rect b="b" l="l" r="r" t="t"/>
              <a:pathLst>
                <a:path extrusionOk="0" h="5867" w="5415">
                  <a:moveTo>
                    <a:pt x="3372" y="1"/>
                  </a:moveTo>
                  <a:cubicBezTo>
                    <a:pt x="3369" y="1"/>
                    <a:pt x="3366" y="1"/>
                    <a:pt x="3364" y="1"/>
                  </a:cubicBezTo>
                  <a:cubicBezTo>
                    <a:pt x="2709" y="1"/>
                    <a:pt x="2206" y="337"/>
                    <a:pt x="1884" y="589"/>
                  </a:cubicBezTo>
                  <a:cubicBezTo>
                    <a:pt x="1401" y="967"/>
                    <a:pt x="922" y="1590"/>
                    <a:pt x="702" y="2295"/>
                  </a:cubicBezTo>
                  <a:cubicBezTo>
                    <a:pt x="353" y="2708"/>
                    <a:pt x="123" y="3204"/>
                    <a:pt x="68" y="3693"/>
                  </a:cubicBezTo>
                  <a:cubicBezTo>
                    <a:pt x="0" y="4295"/>
                    <a:pt x="197" y="4850"/>
                    <a:pt x="624" y="5256"/>
                  </a:cubicBezTo>
                  <a:cubicBezTo>
                    <a:pt x="979" y="5594"/>
                    <a:pt x="1423" y="5770"/>
                    <a:pt x="1919" y="5770"/>
                  </a:cubicBezTo>
                  <a:cubicBezTo>
                    <a:pt x="1939" y="5770"/>
                    <a:pt x="1959" y="5770"/>
                    <a:pt x="1979" y="5769"/>
                  </a:cubicBezTo>
                  <a:cubicBezTo>
                    <a:pt x="2050" y="5767"/>
                    <a:pt x="2119" y="5761"/>
                    <a:pt x="2189" y="5751"/>
                  </a:cubicBezTo>
                  <a:cubicBezTo>
                    <a:pt x="2433" y="5828"/>
                    <a:pt x="2687" y="5867"/>
                    <a:pt x="2943" y="5867"/>
                  </a:cubicBezTo>
                  <a:cubicBezTo>
                    <a:pt x="3049" y="5867"/>
                    <a:pt x="3155" y="5860"/>
                    <a:pt x="3260" y="5847"/>
                  </a:cubicBezTo>
                  <a:cubicBezTo>
                    <a:pt x="4065" y="5749"/>
                    <a:pt x="4751" y="5289"/>
                    <a:pt x="5095" y="4617"/>
                  </a:cubicBezTo>
                  <a:cubicBezTo>
                    <a:pt x="5355" y="4108"/>
                    <a:pt x="5401" y="3516"/>
                    <a:pt x="5238" y="2951"/>
                  </a:cubicBezTo>
                  <a:cubicBezTo>
                    <a:pt x="5286" y="2801"/>
                    <a:pt x="5322" y="2646"/>
                    <a:pt x="5343" y="2489"/>
                  </a:cubicBezTo>
                  <a:cubicBezTo>
                    <a:pt x="5414" y="1948"/>
                    <a:pt x="5283" y="1385"/>
                    <a:pt x="4987" y="927"/>
                  </a:cubicBezTo>
                  <a:cubicBezTo>
                    <a:pt x="4977" y="909"/>
                    <a:pt x="4967" y="893"/>
                    <a:pt x="4957" y="875"/>
                  </a:cubicBezTo>
                  <a:cubicBezTo>
                    <a:pt x="4733" y="508"/>
                    <a:pt x="4408" y="248"/>
                    <a:pt x="4022" y="122"/>
                  </a:cubicBezTo>
                  <a:cubicBezTo>
                    <a:pt x="3815" y="43"/>
                    <a:pt x="3594" y="1"/>
                    <a:pt x="33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74"/>
            <p:cNvSpPr/>
            <p:nvPr/>
          </p:nvSpPr>
          <p:spPr>
            <a:xfrm>
              <a:off x="4653875" y="238100"/>
              <a:ext cx="129875" cy="156075"/>
            </a:xfrm>
            <a:custGeom>
              <a:rect b="b" l="l" r="r" t="t"/>
              <a:pathLst>
                <a:path extrusionOk="0" h="6243" w="5195">
                  <a:moveTo>
                    <a:pt x="2266" y="1"/>
                  </a:moveTo>
                  <a:cubicBezTo>
                    <a:pt x="2137" y="1"/>
                    <a:pt x="2009" y="16"/>
                    <a:pt x="1883" y="46"/>
                  </a:cubicBezTo>
                  <a:cubicBezTo>
                    <a:pt x="1660" y="86"/>
                    <a:pt x="1449" y="167"/>
                    <a:pt x="1256" y="285"/>
                  </a:cubicBezTo>
                  <a:cubicBezTo>
                    <a:pt x="699" y="624"/>
                    <a:pt x="443" y="1173"/>
                    <a:pt x="300" y="1559"/>
                  </a:cubicBezTo>
                  <a:cubicBezTo>
                    <a:pt x="84" y="2133"/>
                    <a:pt x="0" y="2912"/>
                    <a:pt x="179" y="3630"/>
                  </a:cubicBezTo>
                  <a:cubicBezTo>
                    <a:pt x="98" y="4164"/>
                    <a:pt x="157" y="4706"/>
                    <a:pt x="366" y="5154"/>
                  </a:cubicBezTo>
                  <a:cubicBezTo>
                    <a:pt x="623" y="5702"/>
                    <a:pt x="1081" y="6073"/>
                    <a:pt x="1656" y="6198"/>
                  </a:cubicBezTo>
                  <a:cubicBezTo>
                    <a:pt x="1787" y="6227"/>
                    <a:pt x="1923" y="6241"/>
                    <a:pt x="2059" y="6242"/>
                  </a:cubicBezTo>
                  <a:cubicBezTo>
                    <a:pt x="2416" y="6242"/>
                    <a:pt x="2763" y="6137"/>
                    <a:pt x="3080" y="5928"/>
                  </a:cubicBezTo>
                  <a:cubicBezTo>
                    <a:pt x="3139" y="5891"/>
                    <a:pt x="3195" y="5849"/>
                    <a:pt x="3249" y="5806"/>
                  </a:cubicBezTo>
                  <a:cubicBezTo>
                    <a:pt x="3602" y="5718"/>
                    <a:pt x="3930" y="5555"/>
                    <a:pt x="4214" y="5329"/>
                  </a:cubicBezTo>
                  <a:cubicBezTo>
                    <a:pt x="4849" y="4826"/>
                    <a:pt x="5195" y="4076"/>
                    <a:pt x="5138" y="3323"/>
                  </a:cubicBezTo>
                  <a:cubicBezTo>
                    <a:pt x="5095" y="2754"/>
                    <a:pt x="4825" y="2224"/>
                    <a:pt x="4393" y="1827"/>
                  </a:cubicBezTo>
                  <a:cubicBezTo>
                    <a:pt x="4356" y="1673"/>
                    <a:pt x="4305" y="1523"/>
                    <a:pt x="4242" y="1377"/>
                  </a:cubicBezTo>
                  <a:cubicBezTo>
                    <a:pt x="4020" y="878"/>
                    <a:pt x="3615" y="466"/>
                    <a:pt x="3124" y="230"/>
                  </a:cubicBezTo>
                  <a:cubicBezTo>
                    <a:pt x="3106" y="220"/>
                    <a:pt x="3089" y="211"/>
                    <a:pt x="3072" y="203"/>
                  </a:cubicBezTo>
                  <a:cubicBezTo>
                    <a:pt x="2812" y="68"/>
                    <a:pt x="2539" y="1"/>
                    <a:pt x="22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74"/>
            <p:cNvSpPr/>
            <p:nvPr/>
          </p:nvSpPr>
          <p:spPr>
            <a:xfrm>
              <a:off x="4352700" y="403800"/>
              <a:ext cx="273525" cy="265900"/>
            </a:xfrm>
            <a:custGeom>
              <a:rect b="b" l="l" r="r" t="t"/>
              <a:pathLst>
                <a:path extrusionOk="0" h="10636" w="10941">
                  <a:moveTo>
                    <a:pt x="3325" y="1"/>
                  </a:moveTo>
                  <a:cubicBezTo>
                    <a:pt x="3252" y="1"/>
                    <a:pt x="3178" y="5"/>
                    <a:pt x="3103" y="13"/>
                  </a:cubicBezTo>
                  <a:cubicBezTo>
                    <a:pt x="555" y="294"/>
                    <a:pt x="1" y="5377"/>
                    <a:pt x="300" y="9644"/>
                  </a:cubicBezTo>
                  <a:cubicBezTo>
                    <a:pt x="339" y="10202"/>
                    <a:pt x="803" y="10634"/>
                    <a:pt x="1363" y="10635"/>
                  </a:cubicBezTo>
                  <a:cubicBezTo>
                    <a:pt x="1387" y="10635"/>
                    <a:pt x="1412" y="10634"/>
                    <a:pt x="1438" y="10633"/>
                  </a:cubicBezTo>
                  <a:cubicBezTo>
                    <a:pt x="2025" y="10592"/>
                    <a:pt x="2467" y="10082"/>
                    <a:pt x="2426" y="9495"/>
                  </a:cubicBezTo>
                  <a:cubicBezTo>
                    <a:pt x="2115" y="5070"/>
                    <a:pt x="2866" y="2827"/>
                    <a:pt x="3304" y="2237"/>
                  </a:cubicBezTo>
                  <a:cubicBezTo>
                    <a:pt x="3574" y="2562"/>
                    <a:pt x="4205" y="3618"/>
                    <a:pt x="4665" y="6683"/>
                  </a:cubicBezTo>
                  <a:cubicBezTo>
                    <a:pt x="4763" y="7334"/>
                    <a:pt x="4895" y="8227"/>
                    <a:pt x="5658" y="8816"/>
                  </a:cubicBezTo>
                  <a:cubicBezTo>
                    <a:pt x="6105" y="9163"/>
                    <a:pt x="6622" y="9265"/>
                    <a:pt x="6961" y="9333"/>
                  </a:cubicBezTo>
                  <a:lnTo>
                    <a:pt x="9580" y="9851"/>
                  </a:lnTo>
                  <a:cubicBezTo>
                    <a:pt x="9648" y="9865"/>
                    <a:pt x="9716" y="9871"/>
                    <a:pt x="9783" y="9871"/>
                  </a:cubicBezTo>
                  <a:cubicBezTo>
                    <a:pt x="10281" y="9871"/>
                    <a:pt x="10726" y="9520"/>
                    <a:pt x="10826" y="9013"/>
                  </a:cubicBezTo>
                  <a:cubicBezTo>
                    <a:pt x="10941" y="8439"/>
                    <a:pt x="10569" y="7880"/>
                    <a:pt x="9995" y="7763"/>
                  </a:cubicBezTo>
                  <a:lnTo>
                    <a:pt x="7376" y="7243"/>
                  </a:lnTo>
                  <a:cubicBezTo>
                    <a:pt x="7261" y="7221"/>
                    <a:pt x="7022" y="7173"/>
                    <a:pt x="6963" y="7133"/>
                  </a:cubicBezTo>
                  <a:cubicBezTo>
                    <a:pt x="6874" y="7046"/>
                    <a:pt x="6805" y="6588"/>
                    <a:pt x="6763" y="6307"/>
                  </a:cubicBezTo>
                  <a:cubicBezTo>
                    <a:pt x="6133" y="2120"/>
                    <a:pt x="4984" y="1"/>
                    <a:pt x="33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74"/>
            <p:cNvSpPr/>
            <p:nvPr/>
          </p:nvSpPr>
          <p:spPr>
            <a:xfrm>
              <a:off x="4570050" y="597300"/>
              <a:ext cx="434800" cy="332175"/>
            </a:xfrm>
            <a:custGeom>
              <a:rect b="b" l="l" r="r" t="t"/>
              <a:pathLst>
                <a:path extrusionOk="0" h="13287" w="17392">
                  <a:moveTo>
                    <a:pt x="1075" y="0"/>
                  </a:moveTo>
                  <a:cubicBezTo>
                    <a:pt x="523" y="0"/>
                    <a:pt x="57" y="452"/>
                    <a:pt x="30" y="1015"/>
                  </a:cubicBezTo>
                  <a:cubicBezTo>
                    <a:pt x="1" y="1603"/>
                    <a:pt x="454" y="2101"/>
                    <a:pt x="1042" y="2130"/>
                  </a:cubicBezTo>
                  <a:cubicBezTo>
                    <a:pt x="5070" y="2326"/>
                    <a:pt x="5848" y="4359"/>
                    <a:pt x="6221" y="5336"/>
                  </a:cubicBezTo>
                  <a:cubicBezTo>
                    <a:pt x="6361" y="5701"/>
                    <a:pt x="6482" y="6016"/>
                    <a:pt x="6787" y="6252"/>
                  </a:cubicBezTo>
                  <a:cubicBezTo>
                    <a:pt x="7196" y="6570"/>
                    <a:pt x="7641" y="6679"/>
                    <a:pt x="8077" y="6679"/>
                  </a:cubicBezTo>
                  <a:cubicBezTo>
                    <a:pt x="8686" y="6679"/>
                    <a:pt x="9276" y="6465"/>
                    <a:pt x="9719" y="6305"/>
                  </a:cubicBezTo>
                  <a:cubicBezTo>
                    <a:pt x="10459" y="6038"/>
                    <a:pt x="11214" y="5932"/>
                    <a:pt x="11946" y="5932"/>
                  </a:cubicBezTo>
                  <a:cubicBezTo>
                    <a:pt x="13068" y="5932"/>
                    <a:pt x="14138" y="6182"/>
                    <a:pt x="15019" y="6480"/>
                  </a:cubicBezTo>
                  <a:cubicBezTo>
                    <a:pt x="13998" y="7824"/>
                    <a:pt x="9086" y="11023"/>
                    <a:pt x="7346" y="11158"/>
                  </a:cubicBezTo>
                  <a:cubicBezTo>
                    <a:pt x="6777" y="11204"/>
                    <a:pt x="6344" y="11691"/>
                    <a:pt x="6366" y="12262"/>
                  </a:cubicBezTo>
                  <a:cubicBezTo>
                    <a:pt x="6388" y="12832"/>
                    <a:pt x="6857" y="13284"/>
                    <a:pt x="7428" y="13286"/>
                  </a:cubicBezTo>
                  <a:cubicBezTo>
                    <a:pt x="7456" y="13286"/>
                    <a:pt x="7484" y="13285"/>
                    <a:pt x="7512" y="13282"/>
                  </a:cubicBezTo>
                  <a:cubicBezTo>
                    <a:pt x="9371" y="13137"/>
                    <a:pt x="16934" y="9092"/>
                    <a:pt x="17300" y="6478"/>
                  </a:cubicBezTo>
                  <a:cubicBezTo>
                    <a:pt x="17391" y="5821"/>
                    <a:pt x="17120" y="4982"/>
                    <a:pt x="16079" y="4594"/>
                  </a:cubicBezTo>
                  <a:cubicBezTo>
                    <a:pt x="14981" y="4186"/>
                    <a:pt x="13539" y="3806"/>
                    <a:pt x="11962" y="3806"/>
                  </a:cubicBezTo>
                  <a:cubicBezTo>
                    <a:pt x="10992" y="3806"/>
                    <a:pt x="9970" y="3950"/>
                    <a:pt x="8947" y="4319"/>
                  </a:cubicBezTo>
                  <a:cubicBezTo>
                    <a:pt x="8742" y="4394"/>
                    <a:pt x="8398" y="4520"/>
                    <a:pt x="8205" y="4559"/>
                  </a:cubicBezTo>
                  <a:cubicBezTo>
                    <a:pt x="7749" y="3367"/>
                    <a:pt x="6537" y="264"/>
                    <a:pt x="1144" y="3"/>
                  </a:cubicBezTo>
                  <a:cubicBezTo>
                    <a:pt x="1121" y="1"/>
                    <a:pt x="1098" y="0"/>
                    <a:pt x="10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74"/>
            <p:cNvSpPr/>
            <p:nvPr/>
          </p:nvSpPr>
          <p:spPr>
            <a:xfrm>
              <a:off x="3908325" y="616400"/>
              <a:ext cx="876850" cy="855375"/>
            </a:xfrm>
            <a:custGeom>
              <a:rect b="b" l="l" r="r" t="t"/>
              <a:pathLst>
                <a:path extrusionOk="0" h="34215" w="35074">
                  <a:moveTo>
                    <a:pt x="19137" y="0"/>
                  </a:moveTo>
                  <a:cubicBezTo>
                    <a:pt x="18982" y="0"/>
                    <a:pt x="18824" y="35"/>
                    <a:pt x="18676" y="107"/>
                  </a:cubicBezTo>
                  <a:cubicBezTo>
                    <a:pt x="15035" y="1865"/>
                    <a:pt x="11049" y="4896"/>
                    <a:pt x="6831" y="9114"/>
                  </a:cubicBezTo>
                  <a:cubicBezTo>
                    <a:pt x="3109" y="12836"/>
                    <a:pt x="770" y="17354"/>
                    <a:pt x="245" y="21837"/>
                  </a:cubicBezTo>
                  <a:cubicBezTo>
                    <a:pt x="0" y="23930"/>
                    <a:pt x="56" y="26977"/>
                    <a:pt x="1713" y="29605"/>
                  </a:cubicBezTo>
                  <a:cubicBezTo>
                    <a:pt x="3749" y="32834"/>
                    <a:pt x="7401" y="34214"/>
                    <a:pt x="10963" y="34214"/>
                  </a:cubicBezTo>
                  <a:cubicBezTo>
                    <a:pt x="12416" y="34214"/>
                    <a:pt x="13854" y="33985"/>
                    <a:pt x="15162" y="33557"/>
                  </a:cubicBezTo>
                  <a:cubicBezTo>
                    <a:pt x="19965" y="31987"/>
                    <a:pt x="23664" y="28151"/>
                    <a:pt x="26350" y="24985"/>
                  </a:cubicBezTo>
                  <a:cubicBezTo>
                    <a:pt x="29078" y="21767"/>
                    <a:pt x="33821" y="15769"/>
                    <a:pt x="34926" y="11738"/>
                  </a:cubicBezTo>
                  <a:cubicBezTo>
                    <a:pt x="35074" y="11174"/>
                    <a:pt x="34740" y="10595"/>
                    <a:pt x="34178" y="10440"/>
                  </a:cubicBezTo>
                  <a:cubicBezTo>
                    <a:pt x="34084" y="10414"/>
                    <a:pt x="33989" y="10402"/>
                    <a:pt x="33896" y="10402"/>
                  </a:cubicBezTo>
                  <a:cubicBezTo>
                    <a:pt x="33432" y="10402"/>
                    <a:pt x="33005" y="10707"/>
                    <a:pt x="32872" y="11175"/>
                  </a:cubicBezTo>
                  <a:cubicBezTo>
                    <a:pt x="32144" y="13829"/>
                    <a:pt x="29174" y="18362"/>
                    <a:pt x="24725" y="23606"/>
                  </a:cubicBezTo>
                  <a:cubicBezTo>
                    <a:pt x="22066" y="26743"/>
                    <a:pt x="18770" y="30136"/>
                    <a:pt x="14499" y="31533"/>
                  </a:cubicBezTo>
                  <a:cubicBezTo>
                    <a:pt x="13426" y="31884"/>
                    <a:pt x="12225" y="32073"/>
                    <a:pt x="11009" y="32073"/>
                  </a:cubicBezTo>
                  <a:cubicBezTo>
                    <a:pt x="8105" y="32073"/>
                    <a:pt x="5107" y="30996"/>
                    <a:pt x="3515" y="28469"/>
                  </a:cubicBezTo>
                  <a:cubicBezTo>
                    <a:pt x="2189" y="26368"/>
                    <a:pt x="2156" y="23837"/>
                    <a:pt x="2362" y="22085"/>
                  </a:cubicBezTo>
                  <a:cubicBezTo>
                    <a:pt x="2831" y="18075"/>
                    <a:pt x="4953" y="14004"/>
                    <a:pt x="8337" y="10620"/>
                  </a:cubicBezTo>
                  <a:cubicBezTo>
                    <a:pt x="12386" y="6571"/>
                    <a:pt x="16176" y="3679"/>
                    <a:pt x="19602" y="2024"/>
                  </a:cubicBezTo>
                  <a:cubicBezTo>
                    <a:pt x="20132" y="1769"/>
                    <a:pt x="20353" y="1133"/>
                    <a:pt x="20097" y="603"/>
                  </a:cubicBezTo>
                  <a:cubicBezTo>
                    <a:pt x="19914" y="222"/>
                    <a:pt x="19532" y="0"/>
                    <a:pt x="191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74"/>
            <p:cNvSpPr/>
            <p:nvPr/>
          </p:nvSpPr>
          <p:spPr>
            <a:xfrm>
              <a:off x="4015950" y="913450"/>
              <a:ext cx="448325" cy="456025"/>
            </a:xfrm>
            <a:custGeom>
              <a:rect b="b" l="l" r="r" t="t"/>
              <a:pathLst>
                <a:path extrusionOk="0" h="18241" w="17933">
                  <a:moveTo>
                    <a:pt x="3470" y="1"/>
                  </a:moveTo>
                  <a:cubicBezTo>
                    <a:pt x="2627" y="1"/>
                    <a:pt x="1784" y="80"/>
                    <a:pt x="954" y="244"/>
                  </a:cubicBezTo>
                  <a:cubicBezTo>
                    <a:pt x="377" y="358"/>
                    <a:pt x="1" y="918"/>
                    <a:pt x="114" y="1495"/>
                  </a:cubicBezTo>
                  <a:cubicBezTo>
                    <a:pt x="215" y="2003"/>
                    <a:pt x="660" y="2355"/>
                    <a:pt x="1159" y="2355"/>
                  </a:cubicBezTo>
                  <a:cubicBezTo>
                    <a:pt x="1227" y="2355"/>
                    <a:pt x="1296" y="2348"/>
                    <a:pt x="1366" y="2335"/>
                  </a:cubicBezTo>
                  <a:cubicBezTo>
                    <a:pt x="2065" y="2197"/>
                    <a:pt x="2775" y="2130"/>
                    <a:pt x="3486" y="2130"/>
                  </a:cubicBezTo>
                  <a:cubicBezTo>
                    <a:pt x="6693" y="2130"/>
                    <a:pt x="9902" y="3493"/>
                    <a:pt x="12064" y="5877"/>
                  </a:cubicBezTo>
                  <a:cubicBezTo>
                    <a:pt x="14705" y="8790"/>
                    <a:pt x="15681" y="13104"/>
                    <a:pt x="14551" y="16869"/>
                  </a:cubicBezTo>
                  <a:cubicBezTo>
                    <a:pt x="14345" y="17553"/>
                    <a:pt x="14858" y="18241"/>
                    <a:pt x="15572" y="18241"/>
                  </a:cubicBezTo>
                  <a:cubicBezTo>
                    <a:pt x="16042" y="18240"/>
                    <a:pt x="16456" y="17932"/>
                    <a:pt x="16592" y="17483"/>
                  </a:cubicBezTo>
                  <a:cubicBezTo>
                    <a:pt x="17932" y="13017"/>
                    <a:pt x="16774" y="7901"/>
                    <a:pt x="13641" y="4447"/>
                  </a:cubicBezTo>
                  <a:cubicBezTo>
                    <a:pt x="11077" y="1619"/>
                    <a:pt x="7275" y="1"/>
                    <a:pt x="34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74"/>
            <p:cNvSpPr/>
            <p:nvPr/>
          </p:nvSpPr>
          <p:spPr>
            <a:xfrm>
              <a:off x="4539975" y="814675"/>
              <a:ext cx="114775" cy="119725"/>
            </a:xfrm>
            <a:custGeom>
              <a:rect b="b" l="l" r="r" t="t"/>
              <a:pathLst>
                <a:path extrusionOk="0" h="4789" w="4591">
                  <a:moveTo>
                    <a:pt x="3009" y="1"/>
                  </a:moveTo>
                  <a:cubicBezTo>
                    <a:pt x="2267" y="1"/>
                    <a:pt x="1403" y="517"/>
                    <a:pt x="812" y="1392"/>
                  </a:cubicBezTo>
                  <a:cubicBezTo>
                    <a:pt x="0" y="2592"/>
                    <a:pt x="8" y="4014"/>
                    <a:pt x="829" y="4568"/>
                  </a:cubicBezTo>
                  <a:cubicBezTo>
                    <a:pt x="1051" y="4718"/>
                    <a:pt x="1309" y="4789"/>
                    <a:pt x="1584" y="4789"/>
                  </a:cubicBezTo>
                  <a:cubicBezTo>
                    <a:pt x="2326" y="4789"/>
                    <a:pt x="3189" y="4273"/>
                    <a:pt x="3780" y="3398"/>
                  </a:cubicBezTo>
                  <a:cubicBezTo>
                    <a:pt x="4591" y="2197"/>
                    <a:pt x="4584" y="775"/>
                    <a:pt x="3764" y="221"/>
                  </a:cubicBezTo>
                  <a:cubicBezTo>
                    <a:pt x="3542" y="72"/>
                    <a:pt x="3284" y="1"/>
                    <a:pt x="30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74"/>
            <p:cNvSpPr/>
            <p:nvPr/>
          </p:nvSpPr>
          <p:spPr>
            <a:xfrm>
              <a:off x="4375425" y="703525"/>
              <a:ext cx="114775" cy="119725"/>
            </a:xfrm>
            <a:custGeom>
              <a:rect b="b" l="l" r="r" t="t"/>
              <a:pathLst>
                <a:path extrusionOk="0" h="4789" w="4591">
                  <a:moveTo>
                    <a:pt x="3008" y="1"/>
                  </a:moveTo>
                  <a:cubicBezTo>
                    <a:pt x="2266" y="1"/>
                    <a:pt x="1402" y="517"/>
                    <a:pt x="811" y="1392"/>
                  </a:cubicBezTo>
                  <a:cubicBezTo>
                    <a:pt x="0" y="2592"/>
                    <a:pt x="8" y="4015"/>
                    <a:pt x="828" y="4568"/>
                  </a:cubicBezTo>
                  <a:cubicBezTo>
                    <a:pt x="1049" y="4718"/>
                    <a:pt x="1307" y="4789"/>
                    <a:pt x="1582" y="4789"/>
                  </a:cubicBezTo>
                  <a:cubicBezTo>
                    <a:pt x="2325" y="4789"/>
                    <a:pt x="3189" y="4273"/>
                    <a:pt x="3780" y="3397"/>
                  </a:cubicBezTo>
                  <a:cubicBezTo>
                    <a:pt x="4591" y="2197"/>
                    <a:pt x="4583" y="775"/>
                    <a:pt x="3763" y="222"/>
                  </a:cubicBezTo>
                  <a:cubicBezTo>
                    <a:pt x="3542" y="72"/>
                    <a:pt x="3283" y="1"/>
                    <a:pt x="30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74"/>
            <p:cNvSpPr/>
            <p:nvPr/>
          </p:nvSpPr>
          <p:spPr>
            <a:xfrm>
              <a:off x="4083600" y="1078375"/>
              <a:ext cx="112825" cy="108150"/>
            </a:xfrm>
            <a:custGeom>
              <a:rect b="b" l="l" r="r" t="t"/>
              <a:pathLst>
                <a:path extrusionOk="0" h="4326" w="4513">
                  <a:moveTo>
                    <a:pt x="3343" y="1"/>
                  </a:moveTo>
                  <a:cubicBezTo>
                    <a:pt x="3071" y="1"/>
                    <a:pt x="2798" y="105"/>
                    <a:pt x="2591" y="312"/>
                  </a:cubicBezTo>
                  <a:lnTo>
                    <a:pt x="395" y="2508"/>
                  </a:lnTo>
                  <a:cubicBezTo>
                    <a:pt x="91" y="2813"/>
                    <a:pt x="0" y="3270"/>
                    <a:pt x="165" y="3669"/>
                  </a:cubicBezTo>
                  <a:cubicBezTo>
                    <a:pt x="330" y="4066"/>
                    <a:pt x="718" y="4326"/>
                    <a:pt x="1149" y="4326"/>
                  </a:cubicBezTo>
                  <a:cubicBezTo>
                    <a:pt x="1431" y="4326"/>
                    <a:pt x="1702" y="4215"/>
                    <a:pt x="1902" y="4014"/>
                  </a:cubicBezTo>
                  <a:lnTo>
                    <a:pt x="4096" y="1819"/>
                  </a:lnTo>
                  <a:cubicBezTo>
                    <a:pt x="4512" y="1403"/>
                    <a:pt x="4512" y="729"/>
                    <a:pt x="4096" y="312"/>
                  </a:cubicBezTo>
                  <a:cubicBezTo>
                    <a:pt x="3888" y="105"/>
                    <a:pt x="3616" y="1"/>
                    <a:pt x="3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74"/>
            <p:cNvSpPr/>
            <p:nvPr/>
          </p:nvSpPr>
          <p:spPr>
            <a:xfrm>
              <a:off x="4175250" y="1153825"/>
              <a:ext cx="112825" cy="108175"/>
            </a:xfrm>
            <a:custGeom>
              <a:rect b="b" l="l" r="r" t="t"/>
              <a:pathLst>
                <a:path extrusionOk="0" h="4327" w="4513">
                  <a:moveTo>
                    <a:pt x="3344" y="0"/>
                  </a:moveTo>
                  <a:cubicBezTo>
                    <a:pt x="3071" y="0"/>
                    <a:pt x="2799" y="104"/>
                    <a:pt x="2591" y="313"/>
                  </a:cubicBezTo>
                  <a:lnTo>
                    <a:pt x="397" y="2508"/>
                  </a:lnTo>
                  <a:cubicBezTo>
                    <a:pt x="92" y="2812"/>
                    <a:pt x="0" y="3271"/>
                    <a:pt x="165" y="3668"/>
                  </a:cubicBezTo>
                  <a:cubicBezTo>
                    <a:pt x="330" y="4067"/>
                    <a:pt x="718" y="4326"/>
                    <a:pt x="1149" y="4326"/>
                  </a:cubicBezTo>
                  <a:cubicBezTo>
                    <a:pt x="1432" y="4326"/>
                    <a:pt x="1703" y="4214"/>
                    <a:pt x="1902" y="4014"/>
                  </a:cubicBezTo>
                  <a:lnTo>
                    <a:pt x="4097" y="1819"/>
                  </a:lnTo>
                  <a:cubicBezTo>
                    <a:pt x="4513" y="1402"/>
                    <a:pt x="4513" y="729"/>
                    <a:pt x="4097" y="313"/>
                  </a:cubicBezTo>
                  <a:cubicBezTo>
                    <a:pt x="3889" y="104"/>
                    <a:pt x="3616" y="0"/>
                    <a:pt x="33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8" name="Google Shape;1198;p74"/>
          <p:cNvSpPr txBox="1"/>
          <p:nvPr/>
        </p:nvSpPr>
        <p:spPr>
          <a:xfrm>
            <a:off x="8106875" y="989888"/>
            <a:ext cx="3750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400">
                <a:latin typeface="Permanent Marker"/>
                <a:ea typeface="Permanent Marker"/>
                <a:cs typeface="Permanent Marker"/>
                <a:sym typeface="Permanent Marker"/>
              </a:rPr>
              <a:t>?</a:t>
            </a:r>
            <a:endParaRPr sz="24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Google Shape;120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95602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75"/>
          <p:cNvSpPr txBox="1"/>
          <p:nvPr/>
        </p:nvSpPr>
        <p:spPr>
          <a:xfrm>
            <a:off x="4343075" y="745350"/>
            <a:ext cx="40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300">
                <a:latin typeface="Lobster"/>
                <a:ea typeface="Lobster"/>
                <a:cs typeface="Lobster"/>
                <a:sym typeface="Lobster"/>
              </a:rPr>
              <a:t>Memoria de microprogram</a:t>
            </a:r>
            <a:endParaRPr b="1" sz="23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05" name="Google Shape;1205;p75"/>
          <p:cNvSpPr txBox="1"/>
          <p:nvPr/>
        </p:nvSpPr>
        <p:spPr>
          <a:xfrm>
            <a:off x="4390700" y="1637100"/>
            <a:ext cx="3627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100">
                <a:latin typeface="Roboto"/>
                <a:ea typeface="Roboto"/>
                <a:cs typeface="Roboto"/>
                <a:sym typeface="Roboto"/>
              </a:rPr>
              <a:t>Codificările variabilelor</a:t>
            </a:r>
            <a:r>
              <a:rPr lang="ro" sz="1100">
                <a:latin typeface="Roboto"/>
                <a:ea typeface="Roboto"/>
                <a:cs typeface="Roboto"/>
                <a:sym typeface="Roboto"/>
              </a:rPr>
              <a:t> de intrare sunt următoarele: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000 -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PRC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001 -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PR1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010 -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PR2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011 -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VITEZA1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100 -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VITEZA2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101 -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TIP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ro" sz="1100">
                <a:latin typeface="Roboto"/>
                <a:ea typeface="Roboto"/>
                <a:cs typeface="Roboto"/>
                <a:sym typeface="Roboto"/>
              </a:rPr>
              <a:t>110 - </a:t>
            </a:r>
            <a:r>
              <a:rPr lang="ro" sz="1100">
                <a:highlight>
                  <a:srgbClr val="FEB8B3"/>
                </a:highlight>
                <a:latin typeface="Roboto"/>
                <a:ea typeface="Roboto"/>
                <a:cs typeface="Roboto"/>
                <a:sym typeface="Roboto"/>
              </a:rPr>
              <a:t>INUTIL</a:t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rgbClr val="FEB8B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100">
                <a:latin typeface="Roboto"/>
                <a:ea typeface="Roboto"/>
                <a:cs typeface="Roboto"/>
                <a:sym typeface="Roboto"/>
              </a:rPr>
              <a:t>Ordinea ieșirilor</a:t>
            </a:r>
            <a:r>
              <a:rPr lang="ro" sz="1100">
                <a:latin typeface="Roboto"/>
                <a:ea typeface="Roboto"/>
                <a:cs typeface="Roboto"/>
                <a:sym typeface="Roboto"/>
              </a:rPr>
              <a:t> este următoarea: C1, C2, C3, C4, C5,  C6, C7, C8.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6"/>
          <p:cNvSpPr txBox="1"/>
          <p:nvPr/>
        </p:nvSpPr>
        <p:spPr>
          <a:xfrm>
            <a:off x="3086700" y="88775"/>
            <a:ext cx="29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400">
                <a:latin typeface="Amatic SC"/>
                <a:ea typeface="Amatic SC"/>
                <a:cs typeface="Amatic SC"/>
                <a:sym typeface="Amatic SC"/>
              </a:rPr>
              <a:t>Componentele digitale folosite</a:t>
            </a:r>
            <a:endParaRPr b="1" sz="24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11" name="Google Shape;1211;p76"/>
          <p:cNvSpPr txBox="1"/>
          <p:nvPr/>
        </p:nvSpPr>
        <p:spPr>
          <a:xfrm>
            <a:off x="2673263" y="2451175"/>
            <a:ext cx="9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Memoria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2" name="Google Shape;121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463" y="2280337"/>
            <a:ext cx="1782675" cy="13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76"/>
          <p:cNvPicPr preferRelativeResize="0"/>
          <p:nvPr/>
        </p:nvPicPr>
        <p:blipFill rotWithShape="1">
          <a:blip r:embed="rId3">
            <a:alphaModFix/>
          </a:blip>
          <a:srcRect b="0" l="0" r="0" t="6733"/>
          <a:stretch/>
        </p:blipFill>
        <p:spPr>
          <a:xfrm>
            <a:off x="7315463" y="3600625"/>
            <a:ext cx="1782675" cy="12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76"/>
          <p:cNvSpPr txBox="1"/>
          <p:nvPr/>
        </p:nvSpPr>
        <p:spPr>
          <a:xfrm>
            <a:off x="7529400" y="1964050"/>
            <a:ext cx="13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Masca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5" name="Google Shape;121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75" y="1728787"/>
            <a:ext cx="1404050" cy="15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75" y="3313950"/>
            <a:ext cx="1404050" cy="15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76"/>
          <p:cNvSpPr txBox="1"/>
          <p:nvPr/>
        </p:nvSpPr>
        <p:spPr>
          <a:xfrm>
            <a:off x="5878700" y="1261500"/>
            <a:ext cx="15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Numărătoare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8" name="Google Shape;1218;p76"/>
          <p:cNvPicPr preferRelativeResize="0"/>
          <p:nvPr/>
        </p:nvPicPr>
        <p:blipFill rotWithShape="1">
          <a:blip r:embed="rId5">
            <a:alphaModFix/>
          </a:blip>
          <a:srcRect b="15718" l="0" r="0" t="0"/>
          <a:stretch/>
        </p:blipFill>
        <p:spPr>
          <a:xfrm>
            <a:off x="269250" y="2851375"/>
            <a:ext cx="1201000" cy="18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76"/>
          <p:cNvSpPr txBox="1"/>
          <p:nvPr/>
        </p:nvSpPr>
        <p:spPr>
          <a:xfrm>
            <a:off x="373700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Sau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0" name="Google Shape;1220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264500" y="2974998"/>
            <a:ext cx="1823975" cy="141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76"/>
          <p:cNvSpPr txBox="1"/>
          <p:nvPr/>
        </p:nvSpPr>
        <p:spPr>
          <a:xfrm>
            <a:off x="1709325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NOT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2" name="Google Shape;1222;p76"/>
          <p:cNvPicPr preferRelativeResize="0"/>
          <p:nvPr/>
        </p:nvPicPr>
        <p:blipFill rotWithShape="1">
          <a:blip r:embed="rId7">
            <a:alphaModFix/>
          </a:blip>
          <a:srcRect b="-4060" l="0" r="0" t="4060"/>
          <a:stretch/>
        </p:blipFill>
        <p:spPr>
          <a:xfrm>
            <a:off x="3156400" y="2851375"/>
            <a:ext cx="2527198" cy="20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6"/>
          <p:cNvSpPr txBox="1"/>
          <p:nvPr/>
        </p:nvSpPr>
        <p:spPr>
          <a:xfrm>
            <a:off x="3923950" y="4704525"/>
            <a:ext cx="9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Roboto"/>
                <a:ea typeface="Roboto"/>
                <a:cs typeface="Roboto"/>
                <a:sym typeface="Roboto"/>
              </a:rPr>
              <a:t>MUX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4" name="Google Shape;1224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163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53725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66213" y="642869"/>
            <a:ext cx="1412475" cy="18376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7" name="Google Shape;1227;p76"/>
          <p:cNvGrpSpPr/>
          <p:nvPr/>
        </p:nvGrpSpPr>
        <p:grpSpPr>
          <a:xfrm>
            <a:off x="7439902" y="477510"/>
            <a:ext cx="1201022" cy="1026822"/>
            <a:chOff x="891532" y="2489185"/>
            <a:chExt cx="855063" cy="877626"/>
          </a:xfrm>
        </p:grpSpPr>
        <p:sp>
          <p:nvSpPr>
            <p:cNvPr id="1228" name="Google Shape;1228;p76"/>
            <p:cNvSpPr/>
            <p:nvPr/>
          </p:nvSpPr>
          <p:spPr>
            <a:xfrm>
              <a:off x="1113705" y="2489185"/>
              <a:ext cx="538452" cy="644703"/>
            </a:xfrm>
            <a:custGeom>
              <a:rect b="b" l="l" r="r" t="t"/>
              <a:pathLst>
                <a:path extrusionOk="0" h="37347" w="31192">
                  <a:moveTo>
                    <a:pt x="12856" y="1"/>
                  </a:moveTo>
                  <a:cubicBezTo>
                    <a:pt x="8003" y="1"/>
                    <a:pt x="1" y="8912"/>
                    <a:pt x="1" y="19225"/>
                  </a:cubicBezTo>
                  <a:cubicBezTo>
                    <a:pt x="1" y="29448"/>
                    <a:pt x="1496" y="37346"/>
                    <a:pt x="12567" y="37346"/>
                  </a:cubicBezTo>
                  <a:cubicBezTo>
                    <a:pt x="12663" y="37346"/>
                    <a:pt x="12759" y="37345"/>
                    <a:pt x="12856" y="37344"/>
                  </a:cubicBezTo>
                  <a:cubicBezTo>
                    <a:pt x="31192" y="37121"/>
                    <a:pt x="24572" y="29051"/>
                    <a:pt x="24572" y="18738"/>
                  </a:cubicBezTo>
                  <a:cubicBezTo>
                    <a:pt x="24572" y="8427"/>
                    <a:pt x="17711" y="1"/>
                    <a:pt x="12856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6"/>
            <p:cNvSpPr/>
            <p:nvPr/>
          </p:nvSpPr>
          <p:spPr>
            <a:xfrm>
              <a:off x="1278616" y="2623851"/>
              <a:ext cx="109600" cy="105560"/>
            </a:xfrm>
            <a:custGeom>
              <a:rect b="b" l="l" r="r" t="t"/>
              <a:pathLst>
                <a:path extrusionOk="0" h="6115" w="6349">
                  <a:moveTo>
                    <a:pt x="4212" y="1813"/>
                  </a:moveTo>
                  <a:cubicBezTo>
                    <a:pt x="3955" y="2503"/>
                    <a:pt x="3690" y="3168"/>
                    <a:pt x="3465" y="3684"/>
                  </a:cubicBezTo>
                  <a:cubicBezTo>
                    <a:pt x="3074" y="3029"/>
                    <a:pt x="2720" y="2434"/>
                    <a:pt x="2437" y="1958"/>
                  </a:cubicBezTo>
                  <a:cubicBezTo>
                    <a:pt x="2719" y="1935"/>
                    <a:pt x="3015" y="1910"/>
                    <a:pt x="3307" y="1887"/>
                  </a:cubicBezTo>
                  <a:cubicBezTo>
                    <a:pt x="3611" y="1862"/>
                    <a:pt x="3918" y="1838"/>
                    <a:pt x="4212" y="1813"/>
                  </a:cubicBezTo>
                  <a:close/>
                  <a:moveTo>
                    <a:pt x="5460" y="0"/>
                  </a:moveTo>
                  <a:cubicBezTo>
                    <a:pt x="5423" y="0"/>
                    <a:pt x="5386" y="3"/>
                    <a:pt x="5349" y="8"/>
                  </a:cubicBezTo>
                  <a:cubicBezTo>
                    <a:pt x="4842" y="72"/>
                    <a:pt x="3994" y="140"/>
                    <a:pt x="3172" y="206"/>
                  </a:cubicBezTo>
                  <a:cubicBezTo>
                    <a:pt x="2298" y="276"/>
                    <a:pt x="1473" y="342"/>
                    <a:pt x="929" y="411"/>
                  </a:cubicBezTo>
                  <a:cubicBezTo>
                    <a:pt x="326" y="487"/>
                    <a:pt x="0" y="1155"/>
                    <a:pt x="310" y="1678"/>
                  </a:cubicBezTo>
                  <a:cubicBezTo>
                    <a:pt x="310" y="1678"/>
                    <a:pt x="1413" y="3541"/>
                    <a:pt x="2680" y="5657"/>
                  </a:cubicBezTo>
                  <a:cubicBezTo>
                    <a:pt x="2853" y="5945"/>
                    <a:pt x="3150" y="6114"/>
                    <a:pt x="3472" y="6114"/>
                  </a:cubicBezTo>
                  <a:cubicBezTo>
                    <a:pt x="3504" y="6113"/>
                    <a:pt x="3536" y="6112"/>
                    <a:pt x="3568" y="6109"/>
                  </a:cubicBezTo>
                  <a:cubicBezTo>
                    <a:pt x="4063" y="6056"/>
                    <a:pt x="4574" y="6004"/>
                    <a:pt x="6254" y="1118"/>
                  </a:cubicBezTo>
                  <a:cubicBezTo>
                    <a:pt x="6348" y="841"/>
                    <a:pt x="6294" y="538"/>
                    <a:pt x="6110" y="312"/>
                  </a:cubicBezTo>
                  <a:cubicBezTo>
                    <a:pt x="5950" y="114"/>
                    <a:pt x="5710" y="0"/>
                    <a:pt x="5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76"/>
            <p:cNvSpPr/>
            <p:nvPr/>
          </p:nvSpPr>
          <p:spPr>
            <a:xfrm>
              <a:off x="1244540" y="2550347"/>
              <a:ext cx="57985" cy="71380"/>
            </a:xfrm>
            <a:custGeom>
              <a:rect b="b" l="l" r="r" t="t"/>
              <a:pathLst>
                <a:path extrusionOk="0" h="4135" w="3359">
                  <a:moveTo>
                    <a:pt x="1679" y="0"/>
                  </a:moveTo>
                  <a:cubicBezTo>
                    <a:pt x="752" y="0"/>
                    <a:pt x="0" y="926"/>
                    <a:pt x="0" y="2067"/>
                  </a:cubicBezTo>
                  <a:cubicBezTo>
                    <a:pt x="0" y="3209"/>
                    <a:pt x="752" y="4134"/>
                    <a:pt x="1679" y="4134"/>
                  </a:cubicBezTo>
                  <a:cubicBezTo>
                    <a:pt x="2605" y="4134"/>
                    <a:pt x="3358" y="3209"/>
                    <a:pt x="3358" y="2067"/>
                  </a:cubicBezTo>
                  <a:cubicBezTo>
                    <a:pt x="3358" y="926"/>
                    <a:pt x="2605" y="0"/>
                    <a:pt x="16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6"/>
            <p:cNvSpPr/>
            <p:nvPr/>
          </p:nvSpPr>
          <p:spPr>
            <a:xfrm>
              <a:off x="1349532" y="2544995"/>
              <a:ext cx="57985" cy="71380"/>
            </a:xfrm>
            <a:custGeom>
              <a:rect b="b" l="l" r="r" t="t"/>
              <a:pathLst>
                <a:path extrusionOk="0" h="4135" w="3359">
                  <a:moveTo>
                    <a:pt x="1679" y="1"/>
                  </a:moveTo>
                  <a:cubicBezTo>
                    <a:pt x="737" y="1"/>
                    <a:pt x="0" y="908"/>
                    <a:pt x="0" y="2067"/>
                  </a:cubicBezTo>
                  <a:cubicBezTo>
                    <a:pt x="0" y="3226"/>
                    <a:pt x="737" y="4135"/>
                    <a:pt x="1679" y="4135"/>
                  </a:cubicBezTo>
                  <a:cubicBezTo>
                    <a:pt x="2621" y="4135"/>
                    <a:pt x="3358" y="3227"/>
                    <a:pt x="3358" y="2067"/>
                  </a:cubicBezTo>
                  <a:cubicBezTo>
                    <a:pt x="3358" y="908"/>
                    <a:pt x="2621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76"/>
            <p:cNvSpPr/>
            <p:nvPr/>
          </p:nvSpPr>
          <p:spPr>
            <a:xfrm>
              <a:off x="891532" y="2489185"/>
              <a:ext cx="855063" cy="877626"/>
            </a:xfrm>
            <a:custGeom>
              <a:rect b="b" l="l" r="r" t="t"/>
              <a:pathLst>
                <a:path extrusionOk="0" h="50840" w="49533">
                  <a:moveTo>
                    <a:pt x="27807" y="20354"/>
                  </a:moveTo>
                  <a:cubicBezTo>
                    <a:pt x="28755" y="20354"/>
                    <a:pt x="29592" y="20595"/>
                    <a:pt x="30192" y="21055"/>
                  </a:cubicBezTo>
                  <a:cubicBezTo>
                    <a:pt x="30342" y="21173"/>
                    <a:pt x="30481" y="21306"/>
                    <a:pt x="30607" y="21450"/>
                  </a:cubicBezTo>
                  <a:lnTo>
                    <a:pt x="24031" y="21572"/>
                  </a:lnTo>
                  <a:cubicBezTo>
                    <a:pt x="25029" y="20909"/>
                    <a:pt x="26173" y="20453"/>
                    <a:pt x="27442" y="20366"/>
                  </a:cubicBezTo>
                  <a:cubicBezTo>
                    <a:pt x="27565" y="20358"/>
                    <a:pt x="27687" y="20354"/>
                    <a:pt x="27807" y="20354"/>
                  </a:cubicBezTo>
                  <a:close/>
                  <a:moveTo>
                    <a:pt x="31531" y="23120"/>
                  </a:moveTo>
                  <a:cubicBezTo>
                    <a:pt x="31606" y="23329"/>
                    <a:pt x="31677" y="23543"/>
                    <a:pt x="31742" y="23765"/>
                  </a:cubicBezTo>
                  <a:cubicBezTo>
                    <a:pt x="29811" y="23841"/>
                    <a:pt x="27870" y="23879"/>
                    <a:pt x="25930" y="23879"/>
                  </a:cubicBezTo>
                  <a:cubicBezTo>
                    <a:pt x="24506" y="23879"/>
                    <a:pt x="23083" y="23858"/>
                    <a:pt x="21664" y="23817"/>
                  </a:cubicBezTo>
                  <a:cubicBezTo>
                    <a:pt x="21801" y="23639"/>
                    <a:pt x="21947" y="23463"/>
                    <a:pt x="22097" y="23291"/>
                  </a:cubicBezTo>
                  <a:lnTo>
                    <a:pt x="22097" y="23290"/>
                  </a:lnTo>
                  <a:cubicBezTo>
                    <a:pt x="22108" y="23290"/>
                    <a:pt x="22117" y="23293"/>
                    <a:pt x="22127" y="23293"/>
                  </a:cubicBezTo>
                  <a:lnTo>
                    <a:pt x="22144" y="23293"/>
                  </a:lnTo>
                  <a:lnTo>
                    <a:pt x="31531" y="23120"/>
                  </a:lnTo>
                  <a:close/>
                  <a:moveTo>
                    <a:pt x="36354" y="11473"/>
                  </a:moveTo>
                  <a:lnTo>
                    <a:pt x="36354" y="11473"/>
                  </a:lnTo>
                  <a:cubicBezTo>
                    <a:pt x="38718" y="12308"/>
                    <a:pt x="40925" y="13432"/>
                    <a:pt x="42821" y="14462"/>
                  </a:cubicBezTo>
                  <a:cubicBezTo>
                    <a:pt x="44691" y="15477"/>
                    <a:pt x="46594" y="16618"/>
                    <a:pt x="47502" y="18422"/>
                  </a:cubicBezTo>
                  <a:cubicBezTo>
                    <a:pt x="47713" y="18841"/>
                    <a:pt x="47787" y="19182"/>
                    <a:pt x="47715" y="19410"/>
                  </a:cubicBezTo>
                  <a:cubicBezTo>
                    <a:pt x="47617" y="19720"/>
                    <a:pt x="47176" y="19904"/>
                    <a:pt x="46771" y="19904"/>
                  </a:cubicBezTo>
                  <a:cubicBezTo>
                    <a:pt x="46701" y="19904"/>
                    <a:pt x="46632" y="19898"/>
                    <a:pt x="46567" y="19887"/>
                  </a:cubicBezTo>
                  <a:cubicBezTo>
                    <a:pt x="46280" y="19839"/>
                    <a:pt x="46113" y="19806"/>
                    <a:pt x="45959" y="19744"/>
                  </a:cubicBezTo>
                  <a:cubicBezTo>
                    <a:pt x="45917" y="19714"/>
                    <a:pt x="45878" y="19683"/>
                    <a:pt x="45833" y="19653"/>
                  </a:cubicBezTo>
                  <a:lnTo>
                    <a:pt x="45830" y="19652"/>
                  </a:lnTo>
                  <a:cubicBezTo>
                    <a:pt x="45616" y="19508"/>
                    <a:pt x="45399" y="19368"/>
                    <a:pt x="45185" y="19235"/>
                  </a:cubicBezTo>
                  <a:cubicBezTo>
                    <a:pt x="45046" y="19147"/>
                    <a:pt x="44890" y="19105"/>
                    <a:pt x="44736" y="19105"/>
                  </a:cubicBezTo>
                  <a:cubicBezTo>
                    <a:pt x="44467" y="19105"/>
                    <a:pt x="44204" y="19233"/>
                    <a:pt x="44041" y="19471"/>
                  </a:cubicBezTo>
                  <a:cubicBezTo>
                    <a:pt x="43785" y="19844"/>
                    <a:pt x="43868" y="20353"/>
                    <a:pt x="44231" y="20623"/>
                  </a:cubicBezTo>
                  <a:cubicBezTo>
                    <a:pt x="44576" y="20880"/>
                    <a:pt x="44825" y="21058"/>
                    <a:pt x="45085" y="21194"/>
                  </a:cubicBezTo>
                  <a:cubicBezTo>
                    <a:pt x="45923" y="21810"/>
                    <a:pt x="46207" y="22382"/>
                    <a:pt x="46178" y="22725"/>
                  </a:cubicBezTo>
                  <a:cubicBezTo>
                    <a:pt x="46163" y="22914"/>
                    <a:pt x="46045" y="23060"/>
                    <a:pt x="45830" y="23158"/>
                  </a:cubicBezTo>
                  <a:cubicBezTo>
                    <a:pt x="45685" y="23223"/>
                    <a:pt x="45494" y="23263"/>
                    <a:pt x="45266" y="23263"/>
                  </a:cubicBezTo>
                  <a:cubicBezTo>
                    <a:pt x="44747" y="23263"/>
                    <a:pt x="44035" y="23055"/>
                    <a:pt x="43230" y="22458"/>
                  </a:cubicBezTo>
                  <a:cubicBezTo>
                    <a:pt x="43080" y="22346"/>
                    <a:pt x="42904" y="22292"/>
                    <a:pt x="42729" y="22292"/>
                  </a:cubicBezTo>
                  <a:cubicBezTo>
                    <a:pt x="42487" y="22292"/>
                    <a:pt x="42248" y="22397"/>
                    <a:pt x="42081" y="22596"/>
                  </a:cubicBezTo>
                  <a:cubicBezTo>
                    <a:pt x="41795" y="22938"/>
                    <a:pt x="41825" y="23444"/>
                    <a:pt x="42151" y="23750"/>
                  </a:cubicBezTo>
                  <a:cubicBezTo>
                    <a:pt x="42992" y="24539"/>
                    <a:pt x="43622" y="25764"/>
                    <a:pt x="43134" y="26484"/>
                  </a:cubicBezTo>
                  <a:cubicBezTo>
                    <a:pt x="42902" y="26828"/>
                    <a:pt x="42452" y="26978"/>
                    <a:pt x="41990" y="26978"/>
                  </a:cubicBezTo>
                  <a:cubicBezTo>
                    <a:pt x="41712" y="26978"/>
                    <a:pt x="41430" y="26924"/>
                    <a:pt x="41187" y="26824"/>
                  </a:cubicBezTo>
                  <a:cubicBezTo>
                    <a:pt x="40395" y="26500"/>
                    <a:pt x="39723" y="25788"/>
                    <a:pt x="39128" y="25121"/>
                  </a:cubicBezTo>
                  <a:cubicBezTo>
                    <a:pt x="39128" y="20463"/>
                    <a:pt x="38162" y="15786"/>
                    <a:pt x="36354" y="11473"/>
                  </a:cubicBezTo>
                  <a:close/>
                  <a:moveTo>
                    <a:pt x="32164" y="25436"/>
                  </a:moveTo>
                  <a:cubicBezTo>
                    <a:pt x="32294" y="25989"/>
                    <a:pt x="32426" y="26564"/>
                    <a:pt x="32549" y="27154"/>
                  </a:cubicBezTo>
                  <a:cubicBezTo>
                    <a:pt x="32264" y="27155"/>
                    <a:pt x="31979" y="27155"/>
                    <a:pt x="31694" y="27155"/>
                  </a:cubicBezTo>
                  <a:cubicBezTo>
                    <a:pt x="27796" y="27155"/>
                    <a:pt x="23863" y="27070"/>
                    <a:pt x="19966" y="26899"/>
                  </a:cubicBezTo>
                  <a:cubicBezTo>
                    <a:pt x="20132" y="26473"/>
                    <a:pt x="20312" y="26051"/>
                    <a:pt x="20518" y="25640"/>
                  </a:cubicBezTo>
                  <a:cubicBezTo>
                    <a:pt x="20546" y="25585"/>
                    <a:pt x="20577" y="25531"/>
                    <a:pt x="20605" y="25476"/>
                  </a:cubicBezTo>
                  <a:cubicBezTo>
                    <a:pt x="22365" y="25538"/>
                    <a:pt x="24132" y="25571"/>
                    <a:pt x="25905" y="25572"/>
                  </a:cubicBezTo>
                  <a:cubicBezTo>
                    <a:pt x="27997" y="25572"/>
                    <a:pt x="30086" y="25523"/>
                    <a:pt x="32164" y="25436"/>
                  </a:cubicBezTo>
                  <a:close/>
                  <a:moveTo>
                    <a:pt x="12980" y="13440"/>
                  </a:moveTo>
                  <a:lnTo>
                    <a:pt x="12980" y="13440"/>
                  </a:lnTo>
                  <a:cubicBezTo>
                    <a:pt x="11501" y="17068"/>
                    <a:pt x="10598" y="20709"/>
                    <a:pt x="10553" y="23327"/>
                  </a:cubicBezTo>
                  <a:cubicBezTo>
                    <a:pt x="10523" y="25054"/>
                    <a:pt x="10667" y="26518"/>
                    <a:pt x="10994" y="27824"/>
                  </a:cubicBezTo>
                  <a:cubicBezTo>
                    <a:pt x="10961" y="27869"/>
                    <a:pt x="10929" y="27911"/>
                    <a:pt x="10897" y="27956"/>
                  </a:cubicBezTo>
                  <a:cubicBezTo>
                    <a:pt x="10074" y="29075"/>
                    <a:pt x="9468" y="29830"/>
                    <a:pt x="8723" y="29830"/>
                  </a:cubicBezTo>
                  <a:cubicBezTo>
                    <a:pt x="8681" y="29830"/>
                    <a:pt x="8639" y="29827"/>
                    <a:pt x="8597" y="29823"/>
                  </a:cubicBezTo>
                  <a:cubicBezTo>
                    <a:pt x="8141" y="29776"/>
                    <a:pt x="7846" y="29575"/>
                    <a:pt x="7669" y="29195"/>
                  </a:cubicBezTo>
                  <a:cubicBezTo>
                    <a:pt x="7341" y="28491"/>
                    <a:pt x="7500" y="27414"/>
                    <a:pt x="7864" y="26704"/>
                  </a:cubicBezTo>
                  <a:cubicBezTo>
                    <a:pt x="7930" y="26602"/>
                    <a:pt x="7992" y="26497"/>
                    <a:pt x="8051" y="26389"/>
                  </a:cubicBezTo>
                  <a:cubicBezTo>
                    <a:pt x="8268" y="25994"/>
                    <a:pt x="8137" y="25498"/>
                    <a:pt x="7753" y="25263"/>
                  </a:cubicBezTo>
                  <a:cubicBezTo>
                    <a:pt x="7616" y="25180"/>
                    <a:pt x="7464" y="25139"/>
                    <a:pt x="7313" y="25139"/>
                  </a:cubicBezTo>
                  <a:cubicBezTo>
                    <a:pt x="7043" y="25139"/>
                    <a:pt x="6777" y="25270"/>
                    <a:pt x="6615" y="25510"/>
                  </a:cubicBezTo>
                  <a:cubicBezTo>
                    <a:pt x="6546" y="25611"/>
                    <a:pt x="6480" y="25719"/>
                    <a:pt x="6418" y="25835"/>
                  </a:cubicBezTo>
                  <a:cubicBezTo>
                    <a:pt x="5747" y="26854"/>
                    <a:pt x="4711" y="27369"/>
                    <a:pt x="3952" y="27369"/>
                  </a:cubicBezTo>
                  <a:cubicBezTo>
                    <a:pt x="3906" y="27369"/>
                    <a:pt x="3860" y="27367"/>
                    <a:pt x="3816" y="27363"/>
                  </a:cubicBezTo>
                  <a:cubicBezTo>
                    <a:pt x="3696" y="27353"/>
                    <a:pt x="3410" y="27310"/>
                    <a:pt x="3352" y="27136"/>
                  </a:cubicBezTo>
                  <a:cubicBezTo>
                    <a:pt x="3246" y="26823"/>
                    <a:pt x="3523" y="25799"/>
                    <a:pt x="5321" y="24151"/>
                  </a:cubicBezTo>
                  <a:cubicBezTo>
                    <a:pt x="5337" y="24137"/>
                    <a:pt x="5354" y="24122"/>
                    <a:pt x="5368" y="24107"/>
                  </a:cubicBezTo>
                  <a:cubicBezTo>
                    <a:pt x="5688" y="23789"/>
                    <a:pt x="5700" y="23276"/>
                    <a:pt x="5397" y="22943"/>
                  </a:cubicBezTo>
                  <a:cubicBezTo>
                    <a:pt x="5231" y="22761"/>
                    <a:pt x="5003" y="22667"/>
                    <a:pt x="4773" y="22667"/>
                  </a:cubicBezTo>
                  <a:cubicBezTo>
                    <a:pt x="4584" y="22667"/>
                    <a:pt x="4394" y="22731"/>
                    <a:pt x="4237" y="22860"/>
                  </a:cubicBezTo>
                  <a:cubicBezTo>
                    <a:pt x="4082" y="22929"/>
                    <a:pt x="3795" y="22967"/>
                    <a:pt x="3476" y="22967"/>
                  </a:cubicBezTo>
                  <a:cubicBezTo>
                    <a:pt x="2879" y="22967"/>
                    <a:pt x="2167" y="22835"/>
                    <a:pt x="1979" y="22532"/>
                  </a:cubicBezTo>
                  <a:cubicBezTo>
                    <a:pt x="1971" y="22520"/>
                    <a:pt x="1301" y="21297"/>
                    <a:pt x="6621" y="17339"/>
                  </a:cubicBezTo>
                  <a:cubicBezTo>
                    <a:pt x="8566" y="15891"/>
                    <a:pt x="10593" y="14766"/>
                    <a:pt x="12739" y="13575"/>
                  </a:cubicBezTo>
                  <a:cubicBezTo>
                    <a:pt x="12820" y="13530"/>
                    <a:pt x="12900" y="13484"/>
                    <a:pt x="12980" y="13440"/>
                  </a:cubicBezTo>
                  <a:close/>
                  <a:moveTo>
                    <a:pt x="19415" y="28565"/>
                  </a:moveTo>
                  <a:cubicBezTo>
                    <a:pt x="23471" y="28750"/>
                    <a:pt x="27573" y="28845"/>
                    <a:pt x="31634" y="28845"/>
                  </a:cubicBezTo>
                  <a:cubicBezTo>
                    <a:pt x="32041" y="28845"/>
                    <a:pt x="32449" y="28844"/>
                    <a:pt x="32856" y="28842"/>
                  </a:cubicBezTo>
                  <a:cubicBezTo>
                    <a:pt x="32951" y="29457"/>
                    <a:pt x="33023" y="30082"/>
                    <a:pt x="33062" y="30707"/>
                  </a:cubicBezTo>
                  <a:lnTo>
                    <a:pt x="18964" y="30441"/>
                  </a:lnTo>
                  <a:cubicBezTo>
                    <a:pt x="19090" y="29807"/>
                    <a:pt x="19240" y="29182"/>
                    <a:pt x="19415" y="28565"/>
                  </a:cubicBezTo>
                  <a:close/>
                  <a:moveTo>
                    <a:pt x="25414" y="1690"/>
                  </a:moveTo>
                  <a:cubicBezTo>
                    <a:pt x="27519" y="1690"/>
                    <a:pt x="29583" y="3235"/>
                    <a:pt x="31726" y="6414"/>
                  </a:cubicBezTo>
                  <a:cubicBezTo>
                    <a:pt x="35428" y="11906"/>
                    <a:pt x="37458" y="18577"/>
                    <a:pt x="37442" y="25200"/>
                  </a:cubicBezTo>
                  <a:cubicBezTo>
                    <a:pt x="37438" y="27375"/>
                    <a:pt x="37195" y="29044"/>
                    <a:pt x="36677" y="30452"/>
                  </a:cubicBezTo>
                  <a:cubicBezTo>
                    <a:pt x="36234" y="31656"/>
                    <a:pt x="35530" y="32760"/>
                    <a:pt x="34638" y="33714"/>
                  </a:cubicBezTo>
                  <a:cubicBezTo>
                    <a:pt x="35104" y="30547"/>
                    <a:pt x="34336" y="27286"/>
                    <a:pt x="33693" y="24577"/>
                  </a:cubicBezTo>
                  <a:cubicBezTo>
                    <a:pt x="33243" y="22673"/>
                    <a:pt x="32715" y="20868"/>
                    <a:pt x="31218" y="19720"/>
                  </a:cubicBezTo>
                  <a:cubicBezTo>
                    <a:pt x="30329" y="19036"/>
                    <a:pt x="29141" y="18668"/>
                    <a:pt x="27827" y="18668"/>
                  </a:cubicBezTo>
                  <a:cubicBezTo>
                    <a:pt x="27662" y="18668"/>
                    <a:pt x="27496" y="18674"/>
                    <a:pt x="27327" y="18686"/>
                  </a:cubicBezTo>
                  <a:cubicBezTo>
                    <a:pt x="23357" y="18956"/>
                    <a:pt x="20428" y="22065"/>
                    <a:pt x="19012" y="24885"/>
                  </a:cubicBezTo>
                  <a:cubicBezTo>
                    <a:pt x="17630" y="27636"/>
                    <a:pt x="17126" y="30748"/>
                    <a:pt x="16764" y="33618"/>
                  </a:cubicBezTo>
                  <a:cubicBezTo>
                    <a:pt x="16190" y="33120"/>
                    <a:pt x="15651" y="32584"/>
                    <a:pt x="15151" y="32011"/>
                  </a:cubicBezTo>
                  <a:cubicBezTo>
                    <a:pt x="14203" y="30925"/>
                    <a:pt x="13528" y="29877"/>
                    <a:pt x="13083" y="28811"/>
                  </a:cubicBezTo>
                  <a:cubicBezTo>
                    <a:pt x="12469" y="27333"/>
                    <a:pt x="12201" y="25601"/>
                    <a:pt x="12240" y="23357"/>
                  </a:cubicBezTo>
                  <a:cubicBezTo>
                    <a:pt x="12372" y="15825"/>
                    <a:pt x="19397" y="1690"/>
                    <a:pt x="25414" y="1690"/>
                  </a:cubicBezTo>
                  <a:close/>
                  <a:moveTo>
                    <a:pt x="18673" y="32122"/>
                  </a:moveTo>
                  <a:lnTo>
                    <a:pt x="33074" y="32393"/>
                  </a:lnTo>
                  <a:cubicBezTo>
                    <a:pt x="33038" y="33102"/>
                    <a:pt x="32943" y="33805"/>
                    <a:pt x="32769" y="34489"/>
                  </a:cubicBezTo>
                  <a:cubicBezTo>
                    <a:pt x="32135" y="34501"/>
                    <a:pt x="31501" y="34507"/>
                    <a:pt x="30867" y="34507"/>
                  </a:cubicBezTo>
                  <a:cubicBezTo>
                    <a:pt x="26717" y="34507"/>
                    <a:pt x="22570" y="34242"/>
                    <a:pt x="18452" y="33710"/>
                  </a:cubicBezTo>
                  <a:cubicBezTo>
                    <a:pt x="18520" y="33182"/>
                    <a:pt x="18593" y="32652"/>
                    <a:pt x="18673" y="32122"/>
                  </a:cubicBezTo>
                  <a:close/>
                  <a:moveTo>
                    <a:pt x="19476" y="35526"/>
                  </a:moveTo>
                  <a:lnTo>
                    <a:pt x="19476" y="35526"/>
                  </a:lnTo>
                  <a:cubicBezTo>
                    <a:pt x="23250" y="35964"/>
                    <a:pt x="27062" y="36198"/>
                    <a:pt x="30863" y="36198"/>
                  </a:cubicBezTo>
                  <a:cubicBezTo>
                    <a:pt x="30984" y="36198"/>
                    <a:pt x="31103" y="36193"/>
                    <a:pt x="31223" y="36193"/>
                  </a:cubicBezTo>
                  <a:cubicBezTo>
                    <a:pt x="29820" y="36863"/>
                    <a:pt x="28268" y="37272"/>
                    <a:pt x="26668" y="37335"/>
                  </a:cubicBezTo>
                  <a:cubicBezTo>
                    <a:pt x="26507" y="37342"/>
                    <a:pt x="26346" y="37345"/>
                    <a:pt x="26185" y="37345"/>
                  </a:cubicBezTo>
                  <a:cubicBezTo>
                    <a:pt x="23897" y="37345"/>
                    <a:pt x="21585" y="36700"/>
                    <a:pt x="19476" y="35526"/>
                  </a:cubicBezTo>
                  <a:close/>
                  <a:moveTo>
                    <a:pt x="25414" y="1"/>
                  </a:moveTo>
                  <a:cubicBezTo>
                    <a:pt x="21076" y="1"/>
                    <a:pt x="16902" y="5144"/>
                    <a:pt x="14088" y="10954"/>
                  </a:cubicBezTo>
                  <a:cubicBezTo>
                    <a:pt x="13982" y="10968"/>
                    <a:pt x="13881" y="11002"/>
                    <a:pt x="13787" y="11054"/>
                  </a:cubicBezTo>
                  <a:cubicBezTo>
                    <a:pt x="13162" y="11410"/>
                    <a:pt x="12540" y="11755"/>
                    <a:pt x="11922" y="12098"/>
                  </a:cubicBezTo>
                  <a:cubicBezTo>
                    <a:pt x="9726" y="13317"/>
                    <a:pt x="7650" y="14470"/>
                    <a:pt x="5615" y="15984"/>
                  </a:cubicBezTo>
                  <a:cubicBezTo>
                    <a:pt x="1697" y="18900"/>
                    <a:pt x="1" y="21035"/>
                    <a:pt x="278" y="22702"/>
                  </a:cubicBezTo>
                  <a:cubicBezTo>
                    <a:pt x="414" y="23517"/>
                    <a:pt x="1012" y="24133"/>
                    <a:pt x="1961" y="24439"/>
                  </a:cubicBezTo>
                  <a:cubicBezTo>
                    <a:pt x="2179" y="24506"/>
                    <a:pt x="2402" y="24558"/>
                    <a:pt x="2628" y="24591"/>
                  </a:cubicBezTo>
                  <a:cubicBezTo>
                    <a:pt x="1575" y="26011"/>
                    <a:pt x="1536" y="27021"/>
                    <a:pt x="1756" y="27674"/>
                  </a:cubicBezTo>
                  <a:cubicBezTo>
                    <a:pt x="2017" y="28447"/>
                    <a:pt x="2732" y="28958"/>
                    <a:pt x="3668" y="29041"/>
                  </a:cubicBezTo>
                  <a:cubicBezTo>
                    <a:pt x="3759" y="29050"/>
                    <a:pt x="3853" y="29054"/>
                    <a:pt x="3949" y="29054"/>
                  </a:cubicBezTo>
                  <a:cubicBezTo>
                    <a:pt x="4522" y="29054"/>
                    <a:pt x="5176" y="28900"/>
                    <a:pt x="5818" y="28577"/>
                  </a:cubicBezTo>
                  <a:cubicBezTo>
                    <a:pt x="5848" y="29039"/>
                    <a:pt x="5949" y="29493"/>
                    <a:pt x="6142" y="29905"/>
                  </a:cubicBezTo>
                  <a:cubicBezTo>
                    <a:pt x="6569" y="30823"/>
                    <a:pt x="7380" y="31390"/>
                    <a:pt x="8424" y="31498"/>
                  </a:cubicBezTo>
                  <a:cubicBezTo>
                    <a:pt x="8527" y="31509"/>
                    <a:pt x="8629" y="31515"/>
                    <a:pt x="8731" y="31515"/>
                  </a:cubicBezTo>
                  <a:cubicBezTo>
                    <a:pt x="10009" y="31515"/>
                    <a:pt x="10921" y="30659"/>
                    <a:pt x="11662" y="29737"/>
                  </a:cubicBezTo>
                  <a:cubicBezTo>
                    <a:pt x="12173" y="30875"/>
                    <a:pt x="12895" y="31985"/>
                    <a:pt x="13882" y="33117"/>
                  </a:cubicBezTo>
                  <a:cubicBezTo>
                    <a:pt x="15488" y="34962"/>
                    <a:pt x="17419" y="36426"/>
                    <a:pt x="19504" y="37437"/>
                  </a:cubicBezTo>
                  <a:cubicBezTo>
                    <a:pt x="19465" y="38667"/>
                    <a:pt x="19427" y="41015"/>
                    <a:pt x="19389" y="43294"/>
                  </a:cubicBezTo>
                  <a:cubicBezTo>
                    <a:pt x="19374" y="44240"/>
                    <a:pt x="19358" y="45199"/>
                    <a:pt x="19343" y="46083"/>
                  </a:cubicBezTo>
                  <a:cubicBezTo>
                    <a:pt x="18265" y="46695"/>
                    <a:pt x="17026" y="48017"/>
                    <a:pt x="16269" y="48894"/>
                  </a:cubicBezTo>
                  <a:cubicBezTo>
                    <a:pt x="15961" y="49246"/>
                    <a:pt x="15999" y="49781"/>
                    <a:pt x="16353" y="50086"/>
                  </a:cubicBezTo>
                  <a:cubicBezTo>
                    <a:pt x="16513" y="50224"/>
                    <a:pt x="16709" y="50292"/>
                    <a:pt x="16904" y="50292"/>
                  </a:cubicBezTo>
                  <a:cubicBezTo>
                    <a:pt x="17142" y="50292"/>
                    <a:pt x="17379" y="50191"/>
                    <a:pt x="17546" y="49995"/>
                  </a:cubicBezTo>
                  <a:cubicBezTo>
                    <a:pt x="18126" y="49323"/>
                    <a:pt x="18766" y="48678"/>
                    <a:pt x="19301" y="48200"/>
                  </a:cubicBezTo>
                  <a:lnTo>
                    <a:pt x="19301" y="48200"/>
                  </a:lnTo>
                  <a:cubicBezTo>
                    <a:pt x="19289" y="48693"/>
                    <a:pt x="19278" y="49110"/>
                    <a:pt x="19267" y="49413"/>
                  </a:cubicBezTo>
                  <a:cubicBezTo>
                    <a:pt x="19249" y="49878"/>
                    <a:pt x="19613" y="50269"/>
                    <a:pt x="20078" y="50287"/>
                  </a:cubicBezTo>
                  <a:lnTo>
                    <a:pt x="20110" y="50287"/>
                  </a:lnTo>
                  <a:cubicBezTo>
                    <a:pt x="20563" y="50287"/>
                    <a:pt x="20935" y="49928"/>
                    <a:pt x="20952" y="49475"/>
                  </a:cubicBezTo>
                  <a:cubicBezTo>
                    <a:pt x="20961" y="49224"/>
                    <a:pt x="20970" y="48896"/>
                    <a:pt x="20980" y="48514"/>
                  </a:cubicBezTo>
                  <a:cubicBezTo>
                    <a:pt x="21270" y="49083"/>
                    <a:pt x="21520" y="49671"/>
                    <a:pt x="21732" y="50273"/>
                  </a:cubicBezTo>
                  <a:cubicBezTo>
                    <a:pt x="21849" y="50612"/>
                    <a:pt x="22168" y="50839"/>
                    <a:pt x="22528" y="50839"/>
                  </a:cubicBezTo>
                  <a:cubicBezTo>
                    <a:pt x="22621" y="50839"/>
                    <a:pt x="22715" y="50823"/>
                    <a:pt x="22804" y="50792"/>
                  </a:cubicBezTo>
                  <a:cubicBezTo>
                    <a:pt x="23244" y="50640"/>
                    <a:pt x="23476" y="50159"/>
                    <a:pt x="23324" y="49720"/>
                  </a:cubicBezTo>
                  <a:cubicBezTo>
                    <a:pt x="22806" y="48232"/>
                    <a:pt x="22021" y="46512"/>
                    <a:pt x="21031" y="45943"/>
                  </a:cubicBezTo>
                  <a:cubicBezTo>
                    <a:pt x="21046" y="45104"/>
                    <a:pt x="21060" y="44207"/>
                    <a:pt x="21075" y="43320"/>
                  </a:cubicBezTo>
                  <a:cubicBezTo>
                    <a:pt x="21106" y="41401"/>
                    <a:pt x="21138" y="39434"/>
                    <a:pt x="21171" y="38137"/>
                  </a:cubicBezTo>
                  <a:cubicBezTo>
                    <a:pt x="22805" y="38718"/>
                    <a:pt x="24505" y="39028"/>
                    <a:pt x="26194" y="39028"/>
                  </a:cubicBezTo>
                  <a:cubicBezTo>
                    <a:pt x="26375" y="39028"/>
                    <a:pt x="26556" y="39023"/>
                    <a:pt x="26737" y="39017"/>
                  </a:cubicBezTo>
                  <a:cubicBezTo>
                    <a:pt x="27795" y="38975"/>
                    <a:pt x="28835" y="38796"/>
                    <a:pt x="29836" y="38508"/>
                  </a:cubicBezTo>
                  <a:lnTo>
                    <a:pt x="29836" y="38508"/>
                  </a:lnTo>
                  <a:cubicBezTo>
                    <a:pt x="29802" y="39718"/>
                    <a:pt x="29769" y="41494"/>
                    <a:pt x="29737" y="43232"/>
                  </a:cubicBezTo>
                  <a:cubicBezTo>
                    <a:pt x="29722" y="44019"/>
                    <a:pt x="29707" y="44814"/>
                    <a:pt x="29692" y="45562"/>
                  </a:cubicBezTo>
                  <a:cubicBezTo>
                    <a:pt x="28591" y="46146"/>
                    <a:pt x="27297" y="47520"/>
                    <a:pt x="26516" y="48426"/>
                  </a:cubicBezTo>
                  <a:cubicBezTo>
                    <a:pt x="26205" y="48778"/>
                    <a:pt x="26242" y="49316"/>
                    <a:pt x="26597" y="49622"/>
                  </a:cubicBezTo>
                  <a:cubicBezTo>
                    <a:pt x="26756" y="49760"/>
                    <a:pt x="26952" y="49827"/>
                    <a:pt x="27147" y="49827"/>
                  </a:cubicBezTo>
                  <a:cubicBezTo>
                    <a:pt x="27387" y="49827"/>
                    <a:pt x="27626" y="49725"/>
                    <a:pt x="27793" y="49528"/>
                  </a:cubicBezTo>
                  <a:cubicBezTo>
                    <a:pt x="28408" y="48814"/>
                    <a:pt x="29092" y="48130"/>
                    <a:pt x="29645" y="47647"/>
                  </a:cubicBezTo>
                  <a:lnTo>
                    <a:pt x="29645" y="47647"/>
                  </a:lnTo>
                  <a:cubicBezTo>
                    <a:pt x="29634" y="48053"/>
                    <a:pt x="29624" y="48409"/>
                    <a:pt x="29613" y="48690"/>
                  </a:cubicBezTo>
                  <a:cubicBezTo>
                    <a:pt x="29596" y="49156"/>
                    <a:pt x="29959" y="49546"/>
                    <a:pt x="30425" y="49564"/>
                  </a:cubicBezTo>
                  <a:lnTo>
                    <a:pt x="30457" y="49564"/>
                  </a:lnTo>
                  <a:cubicBezTo>
                    <a:pt x="30910" y="49563"/>
                    <a:pt x="31282" y="49205"/>
                    <a:pt x="31299" y="48753"/>
                  </a:cubicBezTo>
                  <a:cubicBezTo>
                    <a:pt x="31304" y="48599"/>
                    <a:pt x="31310" y="48420"/>
                    <a:pt x="31315" y="48227"/>
                  </a:cubicBezTo>
                  <a:cubicBezTo>
                    <a:pt x="31568" y="48740"/>
                    <a:pt x="31790" y="49267"/>
                    <a:pt x="31979" y="49807"/>
                  </a:cubicBezTo>
                  <a:cubicBezTo>
                    <a:pt x="32097" y="50145"/>
                    <a:pt x="32416" y="50373"/>
                    <a:pt x="32775" y="50373"/>
                  </a:cubicBezTo>
                  <a:cubicBezTo>
                    <a:pt x="32870" y="50373"/>
                    <a:pt x="32963" y="50357"/>
                    <a:pt x="33052" y="50326"/>
                  </a:cubicBezTo>
                  <a:cubicBezTo>
                    <a:pt x="33492" y="50172"/>
                    <a:pt x="33725" y="49692"/>
                    <a:pt x="33572" y="49253"/>
                  </a:cubicBezTo>
                  <a:cubicBezTo>
                    <a:pt x="33072" y="47815"/>
                    <a:pt x="32322" y="46162"/>
                    <a:pt x="31378" y="45540"/>
                  </a:cubicBezTo>
                  <a:cubicBezTo>
                    <a:pt x="31393" y="44807"/>
                    <a:pt x="31408" y="44031"/>
                    <a:pt x="31422" y="43263"/>
                  </a:cubicBezTo>
                  <a:cubicBezTo>
                    <a:pt x="31461" y="41171"/>
                    <a:pt x="31502" y="39015"/>
                    <a:pt x="31542" y="37892"/>
                  </a:cubicBezTo>
                  <a:cubicBezTo>
                    <a:pt x="34631" y="36535"/>
                    <a:pt x="37146" y="34061"/>
                    <a:pt x="38261" y="31031"/>
                  </a:cubicBezTo>
                  <a:cubicBezTo>
                    <a:pt x="38709" y="29813"/>
                    <a:pt x="38925" y="28552"/>
                    <a:pt x="39031" y="27412"/>
                  </a:cubicBezTo>
                  <a:cubicBezTo>
                    <a:pt x="39476" y="27797"/>
                    <a:pt x="39976" y="28146"/>
                    <a:pt x="40550" y="28381"/>
                  </a:cubicBezTo>
                  <a:cubicBezTo>
                    <a:pt x="40981" y="28558"/>
                    <a:pt x="41480" y="28656"/>
                    <a:pt x="41983" y="28656"/>
                  </a:cubicBezTo>
                  <a:cubicBezTo>
                    <a:pt x="42953" y="28656"/>
                    <a:pt x="43945" y="28291"/>
                    <a:pt x="44533" y="27426"/>
                  </a:cubicBezTo>
                  <a:cubicBezTo>
                    <a:pt x="45057" y="26651"/>
                    <a:pt x="45108" y="25773"/>
                    <a:pt x="44861" y="24926"/>
                  </a:cubicBezTo>
                  <a:lnTo>
                    <a:pt x="44861" y="24926"/>
                  </a:lnTo>
                  <a:cubicBezTo>
                    <a:pt x="44999" y="24942"/>
                    <a:pt x="45135" y="24949"/>
                    <a:pt x="45269" y="24949"/>
                  </a:cubicBezTo>
                  <a:cubicBezTo>
                    <a:pt x="45717" y="24949"/>
                    <a:pt x="46141" y="24863"/>
                    <a:pt x="46526" y="24689"/>
                  </a:cubicBezTo>
                  <a:cubicBezTo>
                    <a:pt x="47294" y="24342"/>
                    <a:pt x="47793" y="23659"/>
                    <a:pt x="47861" y="22861"/>
                  </a:cubicBezTo>
                  <a:cubicBezTo>
                    <a:pt x="47888" y="22532"/>
                    <a:pt x="47853" y="22044"/>
                    <a:pt x="47571" y="21477"/>
                  </a:cubicBezTo>
                  <a:cubicBezTo>
                    <a:pt x="48357" y="21264"/>
                    <a:pt x="49063" y="20740"/>
                    <a:pt x="49325" y="19914"/>
                  </a:cubicBezTo>
                  <a:cubicBezTo>
                    <a:pt x="49533" y="19255"/>
                    <a:pt x="49426" y="18496"/>
                    <a:pt x="49006" y="17662"/>
                  </a:cubicBezTo>
                  <a:cubicBezTo>
                    <a:pt x="47880" y="15424"/>
                    <a:pt x="45637" y="14071"/>
                    <a:pt x="43624" y="12979"/>
                  </a:cubicBezTo>
                  <a:cubicBezTo>
                    <a:pt x="41274" y="11703"/>
                    <a:pt x="38461" y="10279"/>
                    <a:pt x="35406" y="9390"/>
                  </a:cubicBezTo>
                  <a:cubicBezTo>
                    <a:pt x="35404" y="9390"/>
                    <a:pt x="35400" y="9390"/>
                    <a:pt x="35397" y="9388"/>
                  </a:cubicBezTo>
                  <a:cubicBezTo>
                    <a:pt x="34723" y="8033"/>
                    <a:pt x="33967" y="6721"/>
                    <a:pt x="33123" y="5469"/>
                  </a:cubicBezTo>
                  <a:cubicBezTo>
                    <a:pt x="30644" y="1790"/>
                    <a:pt x="28122" y="1"/>
                    <a:pt x="254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76"/>
          <p:cNvGrpSpPr/>
          <p:nvPr/>
        </p:nvGrpSpPr>
        <p:grpSpPr>
          <a:xfrm>
            <a:off x="6810318" y="341990"/>
            <a:ext cx="629571" cy="527253"/>
            <a:chOff x="761557" y="505046"/>
            <a:chExt cx="1005062" cy="841720"/>
          </a:xfrm>
        </p:grpSpPr>
        <p:sp>
          <p:nvSpPr>
            <p:cNvPr id="1234" name="Google Shape;1234;p76"/>
            <p:cNvSpPr/>
            <p:nvPr/>
          </p:nvSpPr>
          <p:spPr>
            <a:xfrm>
              <a:off x="866242" y="528521"/>
              <a:ext cx="900377" cy="794748"/>
            </a:xfrm>
            <a:custGeom>
              <a:rect b="b" l="l" r="r" t="t"/>
              <a:pathLst>
                <a:path extrusionOk="0" h="46039" w="52158">
                  <a:moveTo>
                    <a:pt x="37021" y="1"/>
                  </a:moveTo>
                  <a:cubicBezTo>
                    <a:pt x="36726" y="224"/>
                    <a:pt x="35466" y="298"/>
                    <a:pt x="33929" y="298"/>
                  </a:cubicBezTo>
                  <a:cubicBezTo>
                    <a:pt x="30926" y="298"/>
                    <a:pt x="26865" y="16"/>
                    <a:pt x="26865" y="16"/>
                  </a:cubicBezTo>
                  <a:cubicBezTo>
                    <a:pt x="26865" y="16"/>
                    <a:pt x="24812" y="2982"/>
                    <a:pt x="25065" y="6932"/>
                  </a:cubicBezTo>
                  <a:cubicBezTo>
                    <a:pt x="25295" y="10513"/>
                    <a:pt x="26409" y="17540"/>
                    <a:pt x="24345" y="17540"/>
                  </a:cubicBezTo>
                  <a:cubicBezTo>
                    <a:pt x="24132" y="17540"/>
                    <a:pt x="23885" y="17465"/>
                    <a:pt x="23600" y="17304"/>
                  </a:cubicBezTo>
                  <a:cubicBezTo>
                    <a:pt x="20553" y="15581"/>
                    <a:pt x="23574" y="845"/>
                    <a:pt x="23574" y="845"/>
                  </a:cubicBezTo>
                  <a:lnTo>
                    <a:pt x="23574" y="845"/>
                  </a:lnTo>
                  <a:cubicBezTo>
                    <a:pt x="23574" y="845"/>
                    <a:pt x="20038" y="2085"/>
                    <a:pt x="17416" y="4146"/>
                  </a:cubicBezTo>
                  <a:cubicBezTo>
                    <a:pt x="14796" y="6207"/>
                    <a:pt x="14367" y="6784"/>
                    <a:pt x="14752" y="11475"/>
                  </a:cubicBezTo>
                  <a:cubicBezTo>
                    <a:pt x="15137" y="16165"/>
                    <a:pt x="22041" y="20598"/>
                    <a:pt x="22128" y="23231"/>
                  </a:cubicBezTo>
                  <a:cubicBezTo>
                    <a:pt x="22162" y="24270"/>
                    <a:pt x="21338" y="24938"/>
                    <a:pt x="20232" y="24938"/>
                  </a:cubicBezTo>
                  <a:cubicBezTo>
                    <a:pt x="18533" y="24938"/>
                    <a:pt x="16170" y="23362"/>
                    <a:pt x="15228" y="19127"/>
                  </a:cubicBezTo>
                  <a:cubicBezTo>
                    <a:pt x="13672" y="12135"/>
                    <a:pt x="10746" y="7860"/>
                    <a:pt x="10746" y="7860"/>
                  </a:cubicBezTo>
                  <a:cubicBezTo>
                    <a:pt x="10746" y="7860"/>
                    <a:pt x="7301" y="14284"/>
                    <a:pt x="5741" y="16673"/>
                  </a:cubicBezTo>
                  <a:cubicBezTo>
                    <a:pt x="4181" y="19062"/>
                    <a:pt x="6405" y="20869"/>
                    <a:pt x="9522" y="22922"/>
                  </a:cubicBezTo>
                  <a:cubicBezTo>
                    <a:pt x="12639" y="24975"/>
                    <a:pt x="15883" y="29825"/>
                    <a:pt x="12039" y="29977"/>
                  </a:cubicBezTo>
                  <a:cubicBezTo>
                    <a:pt x="12013" y="29978"/>
                    <a:pt x="11987" y="29979"/>
                    <a:pt x="11961" y="29979"/>
                  </a:cubicBezTo>
                  <a:cubicBezTo>
                    <a:pt x="8144" y="29979"/>
                    <a:pt x="4427" y="18898"/>
                    <a:pt x="4427" y="18897"/>
                  </a:cubicBezTo>
                  <a:lnTo>
                    <a:pt x="4427" y="18897"/>
                  </a:lnTo>
                  <a:cubicBezTo>
                    <a:pt x="4427" y="18898"/>
                    <a:pt x="1" y="29849"/>
                    <a:pt x="6098" y="34943"/>
                  </a:cubicBezTo>
                  <a:cubicBezTo>
                    <a:pt x="8300" y="36781"/>
                    <a:pt x="10693" y="37369"/>
                    <a:pt x="12852" y="37369"/>
                  </a:cubicBezTo>
                  <a:cubicBezTo>
                    <a:pt x="16672" y="37369"/>
                    <a:pt x="19760" y="35529"/>
                    <a:pt x="19760" y="35529"/>
                  </a:cubicBezTo>
                  <a:cubicBezTo>
                    <a:pt x="19760" y="35529"/>
                    <a:pt x="20511" y="42326"/>
                    <a:pt x="29252" y="45358"/>
                  </a:cubicBezTo>
                  <a:cubicBezTo>
                    <a:pt x="30634" y="45837"/>
                    <a:pt x="31944" y="46039"/>
                    <a:pt x="33171" y="46039"/>
                  </a:cubicBezTo>
                  <a:cubicBezTo>
                    <a:pt x="39706" y="46039"/>
                    <a:pt x="43880" y="40316"/>
                    <a:pt x="43880" y="40316"/>
                  </a:cubicBezTo>
                  <a:lnTo>
                    <a:pt x="43880" y="40316"/>
                  </a:lnTo>
                  <a:cubicBezTo>
                    <a:pt x="43261" y="40386"/>
                    <a:pt x="42629" y="40419"/>
                    <a:pt x="41992" y="40419"/>
                  </a:cubicBezTo>
                  <a:cubicBezTo>
                    <a:pt x="35865" y="40419"/>
                    <a:pt x="29303" y="37385"/>
                    <a:pt x="29237" y="35895"/>
                  </a:cubicBezTo>
                  <a:cubicBezTo>
                    <a:pt x="29205" y="35169"/>
                    <a:pt x="29805" y="34779"/>
                    <a:pt x="30890" y="34779"/>
                  </a:cubicBezTo>
                  <a:cubicBezTo>
                    <a:pt x="32269" y="34779"/>
                    <a:pt x="34432" y="35410"/>
                    <a:pt x="37078" y="36787"/>
                  </a:cubicBezTo>
                  <a:cubicBezTo>
                    <a:pt x="40024" y="38321"/>
                    <a:pt x="42132" y="38610"/>
                    <a:pt x="43304" y="38610"/>
                  </a:cubicBezTo>
                  <a:cubicBezTo>
                    <a:pt x="44012" y="38610"/>
                    <a:pt x="44378" y="38504"/>
                    <a:pt x="44378" y="38504"/>
                  </a:cubicBezTo>
                  <a:cubicBezTo>
                    <a:pt x="47014" y="36772"/>
                    <a:pt x="48495" y="32820"/>
                    <a:pt x="48495" y="32820"/>
                  </a:cubicBezTo>
                  <a:lnTo>
                    <a:pt x="48495" y="32820"/>
                  </a:lnTo>
                  <a:cubicBezTo>
                    <a:pt x="46915" y="33383"/>
                    <a:pt x="44946" y="33607"/>
                    <a:pt x="42945" y="33607"/>
                  </a:cubicBezTo>
                  <a:cubicBezTo>
                    <a:pt x="38198" y="33607"/>
                    <a:pt x="33270" y="32346"/>
                    <a:pt x="32922" y="31362"/>
                  </a:cubicBezTo>
                  <a:cubicBezTo>
                    <a:pt x="32641" y="30573"/>
                    <a:pt x="33411" y="30097"/>
                    <a:pt x="35031" y="30097"/>
                  </a:cubicBezTo>
                  <a:cubicBezTo>
                    <a:pt x="36281" y="30097"/>
                    <a:pt x="38038" y="30380"/>
                    <a:pt x="40210" y="31022"/>
                  </a:cubicBezTo>
                  <a:cubicBezTo>
                    <a:pt x="41648" y="31447"/>
                    <a:pt x="43038" y="31598"/>
                    <a:pt x="44289" y="31598"/>
                  </a:cubicBezTo>
                  <a:cubicBezTo>
                    <a:pt x="47373" y="31598"/>
                    <a:pt x="49605" y="30677"/>
                    <a:pt x="49605" y="30677"/>
                  </a:cubicBezTo>
                  <a:cubicBezTo>
                    <a:pt x="48346" y="28212"/>
                    <a:pt x="50531" y="21871"/>
                    <a:pt x="50531" y="21871"/>
                  </a:cubicBezTo>
                  <a:lnTo>
                    <a:pt x="50531" y="21871"/>
                  </a:lnTo>
                  <a:cubicBezTo>
                    <a:pt x="48304" y="23923"/>
                    <a:pt x="43855" y="24847"/>
                    <a:pt x="40502" y="24847"/>
                  </a:cubicBezTo>
                  <a:cubicBezTo>
                    <a:pt x="38063" y="24847"/>
                    <a:pt x="36203" y="24358"/>
                    <a:pt x="36203" y="23456"/>
                  </a:cubicBezTo>
                  <a:cubicBezTo>
                    <a:pt x="36202" y="22049"/>
                    <a:pt x="37623" y="21743"/>
                    <a:pt x="40177" y="21743"/>
                  </a:cubicBezTo>
                  <a:cubicBezTo>
                    <a:pt x="41506" y="21743"/>
                    <a:pt x="43143" y="21826"/>
                    <a:pt x="45045" y="21880"/>
                  </a:cubicBezTo>
                  <a:cubicBezTo>
                    <a:pt x="45187" y="21884"/>
                    <a:pt x="45327" y="21886"/>
                    <a:pt x="45464" y="21886"/>
                  </a:cubicBezTo>
                  <a:cubicBezTo>
                    <a:pt x="50678" y="21886"/>
                    <a:pt x="52129" y="19070"/>
                    <a:pt x="52129" y="19070"/>
                  </a:cubicBezTo>
                  <a:cubicBezTo>
                    <a:pt x="52129" y="19070"/>
                    <a:pt x="52158" y="17671"/>
                    <a:pt x="50177" y="14383"/>
                  </a:cubicBezTo>
                  <a:cubicBezTo>
                    <a:pt x="48197" y="11094"/>
                    <a:pt x="50501" y="2366"/>
                    <a:pt x="50501" y="2366"/>
                  </a:cubicBezTo>
                  <a:cubicBezTo>
                    <a:pt x="50501" y="2366"/>
                    <a:pt x="45879" y="1962"/>
                    <a:pt x="43472" y="978"/>
                  </a:cubicBezTo>
                  <a:cubicBezTo>
                    <a:pt x="42843" y="722"/>
                    <a:pt x="42214" y="588"/>
                    <a:pt x="41621" y="588"/>
                  </a:cubicBezTo>
                  <a:cubicBezTo>
                    <a:pt x="39942" y="588"/>
                    <a:pt x="38562" y="1659"/>
                    <a:pt x="38357" y="4031"/>
                  </a:cubicBezTo>
                  <a:cubicBezTo>
                    <a:pt x="38123" y="6733"/>
                    <a:pt x="35984" y="9729"/>
                    <a:pt x="33789" y="9729"/>
                  </a:cubicBezTo>
                  <a:cubicBezTo>
                    <a:pt x="33377" y="9729"/>
                    <a:pt x="32962" y="9623"/>
                    <a:pt x="32558" y="9389"/>
                  </a:cubicBezTo>
                  <a:cubicBezTo>
                    <a:pt x="30005" y="7912"/>
                    <a:pt x="37021" y="1"/>
                    <a:pt x="37021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6"/>
            <p:cNvSpPr/>
            <p:nvPr/>
          </p:nvSpPr>
          <p:spPr>
            <a:xfrm>
              <a:off x="1114223" y="528815"/>
              <a:ext cx="384574" cy="360061"/>
            </a:xfrm>
            <a:custGeom>
              <a:rect b="b" l="l" r="r" t="t"/>
              <a:pathLst>
                <a:path extrusionOk="0" h="20858" w="22278">
                  <a:moveTo>
                    <a:pt x="12499" y="0"/>
                  </a:moveTo>
                  <a:cubicBezTo>
                    <a:pt x="12499" y="0"/>
                    <a:pt x="10446" y="2966"/>
                    <a:pt x="10700" y="6915"/>
                  </a:cubicBezTo>
                  <a:cubicBezTo>
                    <a:pt x="10929" y="10496"/>
                    <a:pt x="12043" y="17523"/>
                    <a:pt x="9980" y="17523"/>
                  </a:cubicBezTo>
                  <a:cubicBezTo>
                    <a:pt x="9767" y="17523"/>
                    <a:pt x="9520" y="17448"/>
                    <a:pt x="9235" y="17287"/>
                  </a:cubicBezTo>
                  <a:cubicBezTo>
                    <a:pt x="6187" y="15564"/>
                    <a:pt x="9209" y="829"/>
                    <a:pt x="9209" y="829"/>
                  </a:cubicBezTo>
                  <a:lnTo>
                    <a:pt x="9209" y="829"/>
                  </a:lnTo>
                  <a:cubicBezTo>
                    <a:pt x="9209" y="829"/>
                    <a:pt x="5672" y="2068"/>
                    <a:pt x="3050" y="4130"/>
                  </a:cubicBezTo>
                  <a:cubicBezTo>
                    <a:pt x="429" y="6192"/>
                    <a:pt x="1" y="6768"/>
                    <a:pt x="386" y="11458"/>
                  </a:cubicBezTo>
                  <a:cubicBezTo>
                    <a:pt x="396" y="11579"/>
                    <a:pt x="413" y="11699"/>
                    <a:pt x="432" y="11819"/>
                  </a:cubicBezTo>
                  <a:cubicBezTo>
                    <a:pt x="863" y="12734"/>
                    <a:pt x="1331" y="13653"/>
                    <a:pt x="1845" y="14568"/>
                  </a:cubicBezTo>
                  <a:cubicBezTo>
                    <a:pt x="4848" y="19927"/>
                    <a:pt x="8608" y="20857"/>
                    <a:pt x="10859" y="20857"/>
                  </a:cubicBezTo>
                  <a:cubicBezTo>
                    <a:pt x="12056" y="20857"/>
                    <a:pt x="12826" y="20594"/>
                    <a:pt x="12826" y="20594"/>
                  </a:cubicBezTo>
                  <a:lnTo>
                    <a:pt x="20473" y="12221"/>
                  </a:lnTo>
                  <a:cubicBezTo>
                    <a:pt x="20076" y="11426"/>
                    <a:pt x="19805" y="10577"/>
                    <a:pt x="19666" y="9701"/>
                  </a:cubicBezTo>
                  <a:cubicBezTo>
                    <a:pt x="19585" y="9709"/>
                    <a:pt x="19505" y="9713"/>
                    <a:pt x="19425" y="9713"/>
                  </a:cubicBezTo>
                  <a:cubicBezTo>
                    <a:pt x="19012" y="9713"/>
                    <a:pt x="18597" y="9607"/>
                    <a:pt x="18193" y="9373"/>
                  </a:cubicBezTo>
                  <a:cubicBezTo>
                    <a:pt x="16274" y="8263"/>
                    <a:pt x="19754" y="3526"/>
                    <a:pt x="21606" y="1235"/>
                  </a:cubicBezTo>
                  <a:cubicBezTo>
                    <a:pt x="21836" y="826"/>
                    <a:pt x="22063" y="453"/>
                    <a:pt x="22278" y="121"/>
                  </a:cubicBezTo>
                  <a:lnTo>
                    <a:pt x="22278" y="121"/>
                  </a:lnTo>
                  <a:cubicBezTo>
                    <a:pt x="21730" y="239"/>
                    <a:pt x="20722" y="281"/>
                    <a:pt x="19554" y="281"/>
                  </a:cubicBezTo>
                  <a:cubicBezTo>
                    <a:pt x="16553" y="281"/>
                    <a:pt x="12499" y="0"/>
                    <a:pt x="12499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6"/>
            <p:cNvSpPr/>
            <p:nvPr/>
          </p:nvSpPr>
          <p:spPr>
            <a:xfrm>
              <a:off x="1183930" y="873033"/>
              <a:ext cx="554627" cy="450223"/>
            </a:xfrm>
            <a:custGeom>
              <a:rect b="b" l="l" r="r" t="t"/>
              <a:pathLst>
                <a:path extrusionOk="0" h="26081" w="32129">
                  <a:moveTo>
                    <a:pt x="9599" y="0"/>
                  </a:moveTo>
                  <a:lnTo>
                    <a:pt x="9599" y="0"/>
                  </a:lnTo>
                  <a:cubicBezTo>
                    <a:pt x="3921" y="4914"/>
                    <a:pt x="1" y="16230"/>
                    <a:pt x="1" y="16230"/>
                  </a:cubicBezTo>
                  <a:cubicBezTo>
                    <a:pt x="850" y="15873"/>
                    <a:pt x="1357" y="15574"/>
                    <a:pt x="1357" y="15574"/>
                  </a:cubicBezTo>
                  <a:cubicBezTo>
                    <a:pt x="1357" y="15574"/>
                    <a:pt x="1523" y="17073"/>
                    <a:pt x="2604" y="18977"/>
                  </a:cubicBezTo>
                  <a:lnTo>
                    <a:pt x="6829" y="23435"/>
                  </a:lnTo>
                  <a:lnTo>
                    <a:pt x="6840" y="23443"/>
                  </a:lnTo>
                  <a:lnTo>
                    <a:pt x="14804" y="26080"/>
                  </a:lnTo>
                  <a:cubicBezTo>
                    <a:pt x="21318" y="26058"/>
                    <a:pt x="25477" y="20359"/>
                    <a:pt x="25477" y="20359"/>
                  </a:cubicBezTo>
                  <a:lnTo>
                    <a:pt x="25477" y="20359"/>
                  </a:lnTo>
                  <a:cubicBezTo>
                    <a:pt x="24858" y="20429"/>
                    <a:pt x="24226" y="20462"/>
                    <a:pt x="23589" y="20462"/>
                  </a:cubicBezTo>
                  <a:cubicBezTo>
                    <a:pt x="17462" y="20462"/>
                    <a:pt x="10900" y="17428"/>
                    <a:pt x="10834" y="15938"/>
                  </a:cubicBezTo>
                  <a:cubicBezTo>
                    <a:pt x="10802" y="15212"/>
                    <a:pt x="11402" y="14822"/>
                    <a:pt x="12487" y="14822"/>
                  </a:cubicBezTo>
                  <a:cubicBezTo>
                    <a:pt x="13866" y="14822"/>
                    <a:pt x="16029" y="15453"/>
                    <a:pt x="18675" y="16830"/>
                  </a:cubicBezTo>
                  <a:cubicBezTo>
                    <a:pt x="21621" y="18364"/>
                    <a:pt x="23729" y="18653"/>
                    <a:pt x="24901" y="18653"/>
                  </a:cubicBezTo>
                  <a:cubicBezTo>
                    <a:pt x="25609" y="18653"/>
                    <a:pt x="25975" y="18547"/>
                    <a:pt x="25975" y="18547"/>
                  </a:cubicBezTo>
                  <a:cubicBezTo>
                    <a:pt x="28611" y="16815"/>
                    <a:pt x="30092" y="12863"/>
                    <a:pt x="30092" y="12863"/>
                  </a:cubicBezTo>
                  <a:lnTo>
                    <a:pt x="30092" y="12863"/>
                  </a:lnTo>
                  <a:cubicBezTo>
                    <a:pt x="28512" y="13426"/>
                    <a:pt x="26543" y="13650"/>
                    <a:pt x="24542" y="13650"/>
                  </a:cubicBezTo>
                  <a:cubicBezTo>
                    <a:pt x="19795" y="13650"/>
                    <a:pt x="14867" y="12389"/>
                    <a:pt x="14519" y="11405"/>
                  </a:cubicBezTo>
                  <a:cubicBezTo>
                    <a:pt x="14238" y="10616"/>
                    <a:pt x="15008" y="10139"/>
                    <a:pt x="16629" y="10139"/>
                  </a:cubicBezTo>
                  <a:cubicBezTo>
                    <a:pt x="17879" y="10139"/>
                    <a:pt x="19635" y="10423"/>
                    <a:pt x="21807" y="11065"/>
                  </a:cubicBezTo>
                  <a:cubicBezTo>
                    <a:pt x="23245" y="11490"/>
                    <a:pt x="24635" y="11641"/>
                    <a:pt x="25886" y="11641"/>
                  </a:cubicBezTo>
                  <a:cubicBezTo>
                    <a:pt x="28970" y="11641"/>
                    <a:pt x="31202" y="10720"/>
                    <a:pt x="31202" y="10720"/>
                  </a:cubicBezTo>
                  <a:cubicBezTo>
                    <a:pt x="29942" y="8253"/>
                    <a:pt x="32128" y="1914"/>
                    <a:pt x="32128" y="1914"/>
                  </a:cubicBezTo>
                  <a:lnTo>
                    <a:pt x="32128" y="1914"/>
                  </a:lnTo>
                  <a:cubicBezTo>
                    <a:pt x="31558" y="2439"/>
                    <a:pt x="30840" y="2888"/>
                    <a:pt x="30034" y="3270"/>
                  </a:cubicBezTo>
                  <a:cubicBezTo>
                    <a:pt x="26161" y="6258"/>
                    <a:pt x="21642" y="7184"/>
                    <a:pt x="17842" y="7184"/>
                  </a:cubicBezTo>
                  <a:cubicBezTo>
                    <a:pt x="14237" y="7184"/>
                    <a:pt x="11279" y="6350"/>
                    <a:pt x="10138" y="5653"/>
                  </a:cubicBezTo>
                  <a:cubicBezTo>
                    <a:pt x="7758" y="4199"/>
                    <a:pt x="9599" y="0"/>
                    <a:pt x="9599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6"/>
            <p:cNvSpPr/>
            <p:nvPr/>
          </p:nvSpPr>
          <p:spPr>
            <a:xfrm>
              <a:off x="761557" y="505046"/>
              <a:ext cx="879628" cy="841720"/>
            </a:xfrm>
            <a:custGeom>
              <a:rect b="b" l="l" r="r" t="t"/>
              <a:pathLst>
                <a:path extrusionOk="0" h="48760" w="50956">
                  <a:moveTo>
                    <a:pt x="47582" y="22561"/>
                  </a:moveTo>
                  <a:cubicBezTo>
                    <a:pt x="45309" y="24154"/>
                    <a:pt x="41545" y="24839"/>
                    <a:pt x="38688" y="24839"/>
                  </a:cubicBezTo>
                  <a:cubicBezTo>
                    <a:pt x="37295" y="24839"/>
                    <a:pt x="36118" y="24676"/>
                    <a:pt x="35435" y="24377"/>
                  </a:cubicBezTo>
                  <a:cubicBezTo>
                    <a:pt x="35132" y="24244"/>
                    <a:pt x="35036" y="24129"/>
                    <a:pt x="35027" y="24109"/>
                  </a:cubicBezTo>
                  <a:cubicBezTo>
                    <a:pt x="35027" y="23802"/>
                    <a:pt x="35124" y="23668"/>
                    <a:pt x="35211" y="23585"/>
                  </a:cubicBezTo>
                  <a:cubicBezTo>
                    <a:pt x="35637" y="23173"/>
                    <a:pt x="36772" y="23061"/>
                    <a:pt x="38331" y="23061"/>
                  </a:cubicBezTo>
                  <a:cubicBezTo>
                    <a:pt x="39201" y="23061"/>
                    <a:pt x="40204" y="23095"/>
                    <a:pt x="41288" y="23133"/>
                  </a:cubicBezTo>
                  <a:cubicBezTo>
                    <a:pt x="41886" y="23154"/>
                    <a:pt x="42520" y="23178"/>
                    <a:pt x="43186" y="23196"/>
                  </a:cubicBezTo>
                  <a:cubicBezTo>
                    <a:pt x="43339" y="23200"/>
                    <a:pt x="43490" y="23202"/>
                    <a:pt x="43638" y="23202"/>
                  </a:cubicBezTo>
                  <a:cubicBezTo>
                    <a:pt x="45277" y="23202"/>
                    <a:pt x="46567" y="22938"/>
                    <a:pt x="47582" y="22561"/>
                  </a:cubicBezTo>
                  <a:close/>
                  <a:moveTo>
                    <a:pt x="4068" y="21625"/>
                  </a:moveTo>
                  <a:cubicBezTo>
                    <a:pt x="5007" y="22609"/>
                    <a:pt x="6276" y="23445"/>
                    <a:pt x="7316" y="24130"/>
                  </a:cubicBezTo>
                  <a:cubicBezTo>
                    <a:pt x="9743" y="25728"/>
                    <a:pt x="11542" y="28452"/>
                    <a:pt x="11257" y="29477"/>
                  </a:cubicBezTo>
                  <a:cubicBezTo>
                    <a:pt x="11174" y="29777"/>
                    <a:pt x="10809" y="29941"/>
                    <a:pt x="10174" y="29966"/>
                  </a:cubicBezTo>
                  <a:cubicBezTo>
                    <a:pt x="10159" y="29966"/>
                    <a:pt x="10143" y="29967"/>
                    <a:pt x="10128" y="29967"/>
                  </a:cubicBezTo>
                  <a:cubicBezTo>
                    <a:pt x="8138" y="29967"/>
                    <a:pt x="5643" y="25504"/>
                    <a:pt x="4068" y="21625"/>
                  </a:cubicBezTo>
                  <a:close/>
                  <a:moveTo>
                    <a:pt x="25380" y="1359"/>
                  </a:moveTo>
                  <a:cubicBezTo>
                    <a:pt x="26837" y="1456"/>
                    <a:pt x="29596" y="1616"/>
                    <a:pt x="31875" y="1616"/>
                  </a:cubicBezTo>
                  <a:cubicBezTo>
                    <a:pt x="32470" y="1616"/>
                    <a:pt x="33033" y="1605"/>
                    <a:pt x="33531" y="1579"/>
                  </a:cubicBezTo>
                  <a:lnTo>
                    <a:pt x="33531" y="1579"/>
                  </a:lnTo>
                  <a:cubicBezTo>
                    <a:pt x="31725" y="3809"/>
                    <a:pt x="29201" y="7346"/>
                    <a:pt x="29524" y="9342"/>
                  </a:cubicBezTo>
                  <a:cubicBezTo>
                    <a:pt x="29615" y="9902"/>
                    <a:pt x="29912" y="10343"/>
                    <a:pt x="30386" y="10617"/>
                  </a:cubicBezTo>
                  <a:cubicBezTo>
                    <a:pt x="30884" y="10905"/>
                    <a:pt x="31410" y="11049"/>
                    <a:pt x="31950" y="11049"/>
                  </a:cubicBezTo>
                  <a:cubicBezTo>
                    <a:pt x="32486" y="11049"/>
                    <a:pt x="33035" y="10907"/>
                    <a:pt x="33583" y="10622"/>
                  </a:cubicBezTo>
                  <a:cubicBezTo>
                    <a:pt x="35426" y="9663"/>
                    <a:pt x="36971" y="7135"/>
                    <a:pt x="37179" y="4741"/>
                  </a:cubicBezTo>
                  <a:cubicBezTo>
                    <a:pt x="37282" y="3555"/>
                    <a:pt x="37718" y="2695"/>
                    <a:pt x="38441" y="2254"/>
                  </a:cubicBezTo>
                  <a:cubicBezTo>
                    <a:pt x="38820" y="2022"/>
                    <a:pt x="39279" y="1906"/>
                    <a:pt x="39784" y="1906"/>
                  </a:cubicBezTo>
                  <a:cubicBezTo>
                    <a:pt x="40283" y="1906"/>
                    <a:pt x="40826" y="2019"/>
                    <a:pt x="41380" y="2246"/>
                  </a:cubicBezTo>
                  <a:cubicBezTo>
                    <a:pt x="43262" y="3015"/>
                    <a:pt x="46320" y="3433"/>
                    <a:pt x="47835" y="3602"/>
                  </a:cubicBezTo>
                  <a:cubicBezTo>
                    <a:pt x="47282" y="5979"/>
                    <a:pt x="46010" y="12457"/>
                    <a:pt x="47768" y="15377"/>
                  </a:cubicBezTo>
                  <a:cubicBezTo>
                    <a:pt x="49214" y="17778"/>
                    <a:pt x="49535" y="19097"/>
                    <a:pt x="49606" y="19559"/>
                  </a:cubicBezTo>
                  <a:cubicBezTo>
                    <a:pt x="49224" y="20101"/>
                    <a:pt x="47685" y="21874"/>
                    <a:pt x="43644" y="21874"/>
                  </a:cubicBezTo>
                  <a:cubicBezTo>
                    <a:pt x="43507" y="21874"/>
                    <a:pt x="43366" y="21872"/>
                    <a:pt x="43223" y="21867"/>
                  </a:cubicBezTo>
                  <a:cubicBezTo>
                    <a:pt x="42561" y="21848"/>
                    <a:pt x="41931" y="21826"/>
                    <a:pt x="41331" y="21805"/>
                  </a:cubicBezTo>
                  <a:cubicBezTo>
                    <a:pt x="40233" y="21766"/>
                    <a:pt x="39249" y="21732"/>
                    <a:pt x="38381" y="21732"/>
                  </a:cubicBezTo>
                  <a:cubicBezTo>
                    <a:pt x="36405" y="21732"/>
                    <a:pt x="35031" y="21911"/>
                    <a:pt x="34287" y="22629"/>
                  </a:cubicBezTo>
                  <a:cubicBezTo>
                    <a:pt x="33896" y="23007"/>
                    <a:pt x="33697" y="23506"/>
                    <a:pt x="33698" y="24110"/>
                  </a:cubicBezTo>
                  <a:cubicBezTo>
                    <a:pt x="33698" y="24546"/>
                    <a:pt x="33906" y="25158"/>
                    <a:pt x="34901" y="25595"/>
                  </a:cubicBezTo>
                  <a:cubicBezTo>
                    <a:pt x="35785" y="25982"/>
                    <a:pt x="37114" y="26172"/>
                    <a:pt x="38630" y="26172"/>
                  </a:cubicBezTo>
                  <a:cubicBezTo>
                    <a:pt x="41510" y="26172"/>
                    <a:pt x="45063" y="25486"/>
                    <a:pt x="47509" y="24155"/>
                  </a:cubicBezTo>
                  <a:lnTo>
                    <a:pt x="47509" y="24155"/>
                  </a:lnTo>
                  <a:cubicBezTo>
                    <a:pt x="46987" y="26108"/>
                    <a:pt x="46402" y="29022"/>
                    <a:pt x="46906" y="30922"/>
                  </a:cubicBezTo>
                  <a:cubicBezTo>
                    <a:pt x="46095" y="31170"/>
                    <a:pt x="44445" y="31579"/>
                    <a:pt x="42422" y="31579"/>
                  </a:cubicBezTo>
                  <a:cubicBezTo>
                    <a:pt x="41232" y="31579"/>
                    <a:pt x="39912" y="31437"/>
                    <a:pt x="38557" y="31037"/>
                  </a:cubicBezTo>
                  <a:cubicBezTo>
                    <a:pt x="36409" y="30402"/>
                    <a:pt x="34591" y="30082"/>
                    <a:pt x="33218" y="30082"/>
                  </a:cubicBezTo>
                  <a:cubicBezTo>
                    <a:pt x="32034" y="30082"/>
                    <a:pt x="31181" y="30319"/>
                    <a:pt x="30730" y="30795"/>
                  </a:cubicBezTo>
                  <a:cubicBezTo>
                    <a:pt x="30366" y="31178"/>
                    <a:pt x="30265" y="31704"/>
                    <a:pt x="30454" y="32236"/>
                  </a:cubicBezTo>
                  <a:cubicBezTo>
                    <a:pt x="30596" y="32637"/>
                    <a:pt x="30982" y="32976"/>
                    <a:pt x="31671" y="33304"/>
                  </a:cubicBezTo>
                  <a:cubicBezTo>
                    <a:pt x="33296" y="34076"/>
                    <a:pt x="37289" y="34912"/>
                    <a:pt x="41190" y="34912"/>
                  </a:cubicBezTo>
                  <a:cubicBezTo>
                    <a:pt x="42672" y="34912"/>
                    <a:pt x="44140" y="34791"/>
                    <a:pt x="45460" y="34500"/>
                  </a:cubicBezTo>
                  <a:lnTo>
                    <a:pt x="45460" y="34500"/>
                  </a:lnTo>
                  <a:cubicBezTo>
                    <a:pt x="44830" y="35744"/>
                    <a:pt x="43740" y="37523"/>
                    <a:pt x="42272" y="38535"/>
                  </a:cubicBezTo>
                  <a:cubicBezTo>
                    <a:pt x="42151" y="38557"/>
                    <a:pt x="41886" y="38593"/>
                    <a:pt x="41486" y="38593"/>
                  </a:cubicBezTo>
                  <a:cubicBezTo>
                    <a:pt x="40422" y="38593"/>
                    <a:pt x="38395" y="38335"/>
                    <a:pt x="35544" y="36851"/>
                  </a:cubicBezTo>
                  <a:cubicBezTo>
                    <a:pt x="32923" y="35486"/>
                    <a:pt x="30646" y="34768"/>
                    <a:pt x="29059" y="34768"/>
                  </a:cubicBezTo>
                  <a:cubicBezTo>
                    <a:pt x="28402" y="34768"/>
                    <a:pt x="27863" y="34891"/>
                    <a:pt x="27468" y="35143"/>
                  </a:cubicBezTo>
                  <a:cubicBezTo>
                    <a:pt x="26967" y="35462"/>
                    <a:pt x="26706" y="35971"/>
                    <a:pt x="26733" y="36577"/>
                  </a:cubicBezTo>
                  <a:cubicBezTo>
                    <a:pt x="26753" y="37047"/>
                    <a:pt x="27044" y="37515"/>
                    <a:pt x="27625" y="38010"/>
                  </a:cubicBezTo>
                  <a:cubicBezTo>
                    <a:pt x="29543" y="39648"/>
                    <a:pt x="35106" y="41733"/>
                    <a:pt x="40228" y="41733"/>
                  </a:cubicBezTo>
                  <a:cubicBezTo>
                    <a:pt x="40314" y="41733"/>
                    <a:pt x="40401" y="41733"/>
                    <a:pt x="40487" y="41732"/>
                  </a:cubicBezTo>
                  <a:lnTo>
                    <a:pt x="40487" y="41732"/>
                  </a:lnTo>
                  <a:cubicBezTo>
                    <a:pt x="38835" y="43420"/>
                    <a:pt x="35593" y="46023"/>
                    <a:pt x="31315" y="46023"/>
                  </a:cubicBezTo>
                  <a:cubicBezTo>
                    <a:pt x="30158" y="46023"/>
                    <a:pt x="28926" y="45833"/>
                    <a:pt x="27629" y="45383"/>
                  </a:cubicBezTo>
                  <a:cubicBezTo>
                    <a:pt x="20316" y="42847"/>
                    <a:pt x="18853" y="37482"/>
                    <a:pt x="18620" y="36331"/>
                  </a:cubicBezTo>
                  <a:cubicBezTo>
                    <a:pt x="22834" y="28760"/>
                    <a:pt x="29788" y="18701"/>
                    <a:pt x="40544" y="9492"/>
                  </a:cubicBezTo>
                  <a:cubicBezTo>
                    <a:pt x="40823" y="9252"/>
                    <a:pt x="40855" y="8832"/>
                    <a:pt x="40616" y="8554"/>
                  </a:cubicBezTo>
                  <a:cubicBezTo>
                    <a:pt x="40485" y="8400"/>
                    <a:pt x="40298" y="8321"/>
                    <a:pt x="40111" y="8321"/>
                  </a:cubicBezTo>
                  <a:cubicBezTo>
                    <a:pt x="39958" y="8321"/>
                    <a:pt x="39805" y="8374"/>
                    <a:pt x="39680" y="8481"/>
                  </a:cubicBezTo>
                  <a:cubicBezTo>
                    <a:pt x="28812" y="17787"/>
                    <a:pt x="21763" y="27979"/>
                    <a:pt x="17478" y="35668"/>
                  </a:cubicBezTo>
                  <a:cubicBezTo>
                    <a:pt x="16930" y="35966"/>
                    <a:pt x="14228" y="37337"/>
                    <a:pt x="11003" y="37337"/>
                  </a:cubicBezTo>
                  <a:cubicBezTo>
                    <a:pt x="8968" y="37337"/>
                    <a:pt x="6725" y="36792"/>
                    <a:pt x="4683" y="35086"/>
                  </a:cubicBezTo>
                  <a:cubicBezTo>
                    <a:pt x="3208" y="33854"/>
                    <a:pt x="130" y="30108"/>
                    <a:pt x="2622" y="21559"/>
                  </a:cubicBezTo>
                  <a:lnTo>
                    <a:pt x="2622" y="21559"/>
                  </a:lnTo>
                  <a:cubicBezTo>
                    <a:pt x="3056" y="22660"/>
                    <a:pt x="3650" y="24060"/>
                    <a:pt x="4359" y="25450"/>
                  </a:cubicBezTo>
                  <a:cubicBezTo>
                    <a:pt x="6337" y="29328"/>
                    <a:pt x="8267" y="31297"/>
                    <a:pt x="10118" y="31297"/>
                  </a:cubicBezTo>
                  <a:cubicBezTo>
                    <a:pt x="10154" y="31297"/>
                    <a:pt x="10190" y="31297"/>
                    <a:pt x="10225" y="31295"/>
                  </a:cubicBezTo>
                  <a:cubicBezTo>
                    <a:pt x="11902" y="31227"/>
                    <a:pt x="12394" y="30351"/>
                    <a:pt x="12538" y="29833"/>
                  </a:cubicBezTo>
                  <a:cubicBezTo>
                    <a:pt x="13122" y="27734"/>
                    <a:pt x="10253" y="24471"/>
                    <a:pt x="8048" y="23020"/>
                  </a:cubicBezTo>
                  <a:cubicBezTo>
                    <a:pt x="4258" y="20524"/>
                    <a:pt x="3418" y="19278"/>
                    <a:pt x="4457" y="17689"/>
                  </a:cubicBezTo>
                  <a:cubicBezTo>
                    <a:pt x="5644" y="15873"/>
                    <a:pt x="7836" y="11883"/>
                    <a:pt x="8942" y="9848"/>
                  </a:cubicBezTo>
                  <a:cubicBezTo>
                    <a:pt x="9871" y="11481"/>
                    <a:pt x="11653" y="15038"/>
                    <a:pt x="12739" y="19924"/>
                  </a:cubicBezTo>
                  <a:cubicBezTo>
                    <a:pt x="13722" y="24344"/>
                    <a:pt x="16263" y="26255"/>
                    <a:pt x="18380" y="26255"/>
                  </a:cubicBezTo>
                  <a:cubicBezTo>
                    <a:pt x="18523" y="26255"/>
                    <a:pt x="18663" y="26247"/>
                    <a:pt x="18801" y="26229"/>
                  </a:cubicBezTo>
                  <a:cubicBezTo>
                    <a:pt x="20128" y="26062"/>
                    <a:pt x="20994" y="25109"/>
                    <a:pt x="20952" y="23861"/>
                  </a:cubicBezTo>
                  <a:cubicBezTo>
                    <a:pt x="20907" y="22473"/>
                    <a:pt x="19509" y="20911"/>
                    <a:pt x="17892" y="19102"/>
                  </a:cubicBezTo>
                  <a:cubicBezTo>
                    <a:pt x="15962" y="16943"/>
                    <a:pt x="13775" y="14497"/>
                    <a:pt x="13574" y="12072"/>
                  </a:cubicBezTo>
                  <a:cubicBezTo>
                    <a:pt x="13200" y="7513"/>
                    <a:pt x="13625" y="7178"/>
                    <a:pt x="15988" y="5320"/>
                  </a:cubicBezTo>
                  <a:cubicBezTo>
                    <a:pt x="17596" y="4056"/>
                    <a:pt x="19574" y="3104"/>
                    <a:pt x="20851" y="2562"/>
                  </a:cubicBezTo>
                  <a:lnTo>
                    <a:pt x="20851" y="2562"/>
                  </a:lnTo>
                  <a:cubicBezTo>
                    <a:pt x="19988" y="7204"/>
                    <a:pt x="18570" y="16915"/>
                    <a:pt x="21433" y="18534"/>
                  </a:cubicBezTo>
                  <a:cubicBezTo>
                    <a:pt x="21851" y="18770"/>
                    <a:pt x="22209" y="18856"/>
                    <a:pt x="22509" y="18856"/>
                  </a:cubicBezTo>
                  <a:cubicBezTo>
                    <a:pt x="22842" y="18856"/>
                    <a:pt x="23103" y="18750"/>
                    <a:pt x="23293" y="18626"/>
                  </a:cubicBezTo>
                  <a:cubicBezTo>
                    <a:pt x="24703" y="17714"/>
                    <a:pt x="24518" y="14526"/>
                    <a:pt x="24076" y="9760"/>
                  </a:cubicBezTo>
                  <a:cubicBezTo>
                    <a:pt x="24001" y="8949"/>
                    <a:pt x="23930" y="8189"/>
                    <a:pt x="23888" y="7542"/>
                  </a:cubicBezTo>
                  <a:cubicBezTo>
                    <a:pt x="23700" y="4601"/>
                    <a:pt x="24887" y="2211"/>
                    <a:pt x="25380" y="1359"/>
                  </a:cubicBezTo>
                  <a:close/>
                  <a:moveTo>
                    <a:pt x="35169" y="0"/>
                  </a:moveTo>
                  <a:cubicBezTo>
                    <a:pt x="35043" y="0"/>
                    <a:pt x="34915" y="35"/>
                    <a:pt x="34802" y="107"/>
                  </a:cubicBezTo>
                  <a:cubicBezTo>
                    <a:pt x="34604" y="223"/>
                    <a:pt x="33625" y="288"/>
                    <a:pt x="32101" y="288"/>
                  </a:cubicBezTo>
                  <a:cubicBezTo>
                    <a:pt x="30358" y="288"/>
                    <a:pt x="27902" y="202"/>
                    <a:pt x="25085" y="7"/>
                  </a:cubicBezTo>
                  <a:cubicBezTo>
                    <a:pt x="25061" y="4"/>
                    <a:pt x="25036" y="3"/>
                    <a:pt x="25012" y="3"/>
                  </a:cubicBezTo>
                  <a:cubicBezTo>
                    <a:pt x="24802" y="3"/>
                    <a:pt x="24603" y="109"/>
                    <a:pt x="24478" y="291"/>
                  </a:cubicBezTo>
                  <a:cubicBezTo>
                    <a:pt x="24389" y="420"/>
                    <a:pt x="22297" y="3494"/>
                    <a:pt x="22561" y="7627"/>
                  </a:cubicBezTo>
                  <a:cubicBezTo>
                    <a:pt x="22603" y="8284"/>
                    <a:pt x="22675" y="9054"/>
                    <a:pt x="22753" y="9891"/>
                  </a:cubicBezTo>
                  <a:cubicBezTo>
                    <a:pt x="22966" y="12189"/>
                    <a:pt x="23409" y="16968"/>
                    <a:pt x="22570" y="17512"/>
                  </a:cubicBezTo>
                  <a:cubicBezTo>
                    <a:pt x="22555" y="17521"/>
                    <a:pt x="22532" y="17527"/>
                    <a:pt x="22501" y="17527"/>
                  </a:cubicBezTo>
                  <a:cubicBezTo>
                    <a:pt x="22420" y="17527"/>
                    <a:pt x="22283" y="17489"/>
                    <a:pt x="22087" y="17378"/>
                  </a:cubicBezTo>
                  <a:cubicBezTo>
                    <a:pt x="20465" y="16460"/>
                    <a:pt x="20979" y="8490"/>
                    <a:pt x="22385" y="1630"/>
                  </a:cubicBezTo>
                  <a:cubicBezTo>
                    <a:pt x="22473" y="1202"/>
                    <a:pt x="22137" y="832"/>
                    <a:pt x="21736" y="832"/>
                  </a:cubicBezTo>
                  <a:cubicBezTo>
                    <a:pt x="21664" y="832"/>
                    <a:pt x="21589" y="844"/>
                    <a:pt x="21515" y="870"/>
                  </a:cubicBezTo>
                  <a:cubicBezTo>
                    <a:pt x="21366" y="921"/>
                    <a:pt x="17856" y="2159"/>
                    <a:pt x="15165" y="4276"/>
                  </a:cubicBezTo>
                  <a:cubicBezTo>
                    <a:pt x="12322" y="6511"/>
                    <a:pt x="11847" y="7301"/>
                    <a:pt x="12249" y="12181"/>
                  </a:cubicBezTo>
                  <a:cubicBezTo>
                    <a:pt x="12485" y="15050"/>
                    <a:pt x="14831" y="17673"/>
                    <a:pt x="16901" y="19989"/>
                  </a:cubicBezTo>
                  <a:cubicBezTo>
                    <a:pt x="18225" y="21470"/>
                    <a:pt x="19594" y="23000"/>
                    <a:pt x="19623" y="23906"/>
                  </a:cubicBezTo>
                  <a:cubicBezTo>
                    <a:pt x="19650" y="24720"/>
                    <a:pt x="18872" y="24881"/>
                    <a:pt x="18633" y="24911"/>
                  </a:cubicBezTo>
                  <a:cubicBezTo>
                    <a:pt x="18555" y="24921"/>
                    <a:pt x="18474" y="24926"/>
                    <a:pt x="18391" y="24926"/>
                  </a:cubicBezTo>
                  <a:cubicBezTo>
                    <a:pt x="17026" y="24926"/>
                    <a:pt x="14912" y="23575"/>
                    <a:pt x="14036" y="19635"/>
                  </a:cubicBezTo>
                  <a:cubicBezTo>
                    <a:pt x="12472" y="12604"/>
                    <a:pt x="9577" y="8316"/>
                    <a:pt x="9455" y="8137"/>
                  </a:cubicBezTo>
                  <a:cubicBezTo>
                    <a:pt x="9322" y="7942"/>
                    <a:pt x="9114" y="7847"/>
                    <a:pt x="8908" y="7847"/>
                  </a:cubicBezTo>
                  <a:cubicBezTo>
                    <a:pt x="8676" y="7847"/>
                    <a:pt x="8445" y="7967"/>
                    <a:pt x="8320" y="8199"/>
                  </a:cubicBezTo>
                  <a:cubicBezTo>
                    <a:pt x="8287" y="8261"/>
                    <a:pt x="4871" y="14622"/>
                    <a:pt x="3344" y="16962"/>
                  </a:cubicBezTo>
                  <a:cubicBezTo>
                    <a:pt x="2899" y="17645"/>
                    <a:pt x="2716" y="18289"/>
                    <a:pt x="2727" y="18899"/>
                  </a:cubicBezTo>
                  <a:cubicBezTo>
                    <a:pt x="2691" y="18891"/>
                    <a:pt x="2656" y="18887"/>
                    <a:pt x="2620" y="18886"/>
                  </a:cubicBezTo>
                  <a:cubicBezTo>
                    <a:pt x="2605" y="18885"/>
                    <a:pt x="2590" y="18884"/>
                    <a:pt x="2575" y="18884"/>
                  </a:cubicBezTo>
                  <a:cubicBezTo>
                    <a:pt x="2316" y="18884"/>
                    <a:pt x="2074" y="19045"/>
                    <a:pt x="1971" y="19300"/>
                  </a:cubicBezTo>
                  <a:cubicBezTo>
                    <a:pt x="1924" y="19416"/>
                    <a:pt x="825" y="22160"/>
                    <a:pt x="475" y="25595"/>
                  </a:cubicBezTo>
                  <a:cubicBezTo>
                    <a:pt x="1" y="30240"/>
                    <a:pt x="1161" y="33875"/>
                    <a:pt x="3831" y="36105"/>
                  </a:cubicBezTo>
                  <a:cubicBezTo>
                    <a:pt x="6161" y="38051"/>
                    <a:pt x="8698" y="38672"/>
                    <a:pt x="10986" y="38672"/>
                  </a:cubicBezTo>
                  <a:cubicBezTo>
                    <a:pt x="13149" y="38672"/>
                    <a:pt x="15090" y="38118"/>
                    <a:pt x="16427" y="37602"/>
                  </a:cubicBezTo>
                  <a:lnTo>
                    <a:pt x="16427" y="37602"/>
                  </a:lnTo>
                  <a:cubicBezTo>
                    <a:pt x="13214" y="43693"/>
                    <a:pt x="11902" y="47801"/>
                    <a:pt x="11873" y="47894"/>
                  </a:cubicBezTo>
                  <a:cubicBezTo>
                    <a:pt x="11762" y="48246"/>
                    <a:pt x="11958" y="48621"/>
                    <a:pt x="12310" y="48730"/>
                  </a:cubicBezTo>
                  <a:cubicBezTo>
                    <a:pt x="12375" y="48750"/>
                    <a:pt x="12441" y="48760"/>
                    <a:pt x="12506" y="48760"/>
                  </a:cubicBezTo>
                  <a:cubicBezTo>
                    <a:pt x="12791" y="48760"/>
                    <a:pt x="13055" y="48575"/>
                    <a:pt x="13142" y="48288"/>
                  </a:cubicBezTo>
                  <a:cubicBezTo>
                    <a:pt x="13171" y="48197"/>
                    <a:pt x="14483" y="44084"/>
                    <a:pt x="17710" y="38001"/>
                  </a:cubicBezTo>
                  <a:cubicBezTo>
                    <a:pt x="18000" y="38807"/>
                    <a:pt x="18373" y="39579"/>
                    <a:pt x="18823" y="40308"/>
                  </a:cubicBezTo>
                  <a:cubicBezTo>
                    <a:pt x="20047" y="42296"/>
                    <a:pt x="22493" y="45008"/>
                    <a:pt x="27194" y="46639"/>
                  </a:cubicBezTo>
                  <a:cubicBezTo>
                    <a:pt x="28555" y="47111"/>
                    <a:pt x="29936" y="47349"/>
                    <a:pt x="31296" y="47349"/>
                  </a:cubicBezTo>
                  <a:lnTo>
                    <a:pt x="31299" y="47349"/>
                  </a:lnTo>
                  <a:cubicBezTo>
                    <a:pt x="38136" y="47349"/>
                    <a:pt x="42534" y="41419"/>
                    <a:pt x="42578" y="41360"/>
                  </a:cubicBezTo>
                  <a:cubicBezTo>
                    <a:pt x="42732" y="41146"/>
                    <a:pt x="42748" y="40861"/>
                    <a:pt x="42614" y="40634"/>
                  </a:cubicBezTo>
                  <a:cubicBezTo>
                    <a:pt x="42495" y="40428"/>
                    <a:pt x="42275" y="40303"/>
                    <a:pt x="42041" y="40303"/>
                  </a:cubicBezTo>
                  <a:cubicBezTo>
                    <a:pt x="42016" y="40303"/>
                    <a:pt x="41991" y="40305"/>
                    <a:pt x="41965" y="40308"/>
                  </a:cubicBezTo>
                  <a:cubicBezTo>
                    <a:pt x="41370" y="40376"/>
                    <a:pt x="40759" y="40408"/>
                    <a:pt x="40142" y="40408"/>
                  </a:cubicBezTo>
                  <a:cubicBezTo>
                    <a:pt x="35410" y="40408"/>
                    <a:pt x="30296" y="38541"/>
                    <a:pt x="28487" y="36998"/>
                  </a:cubicBezTo>
                  <a:cubicBezTo>
                    <a:pt x="28118" y="36683"/>
                    <a:pt x="28064" y="36516"/>
                    <a:pt x="28061" y="36516"/>
                  </a:cubicBezTo>
                  <a:cubicBezTo>
                    <a:pt x="28054" y="36371"/>
                    <a:pt x="28094" y="36320"/>
                    <a:pt x="28182" y="36264"/>
                  </a:cubicBezTo>
                  <a:cubicBezTo>
                    <a:pt x="28347" y="36159"/>
                    <a:pt x="28635" y="36094"/>
                    <a:pt x="29044" y="36094"/>
                  </a:cubicBezTo>
                  <a:cubicBezTo>
                    <a:pt x="30146" y="36094"/>
                    <a:pt x="32127" y="36569"/>
                    <a:pt x="34930" y="38029"/>
                  </a:cubicBezTo>
                  <a:cubicBezTo>
                    <a:pt x="37973" y="39613"/>
                    <a:pt x="40195" y="39924"/>
                    <a:pt x="41471" y="39924"/>
                  </a:cubicBezTo>
                  <a:cubicBezTo>
                    <a:pt x="42251" y="39924"/>
                    <a:pt x="42678" y="39807"/>
                    <a:pt x="42722" y="39794"/>
                  </a:cubicBezTo>
                  <a:cubicBezTo>
                    <a:pt x="42786" y="39777"/>
                    <a:pt x="42846" y="39749"/>
                    <a:pt x="42902" y="39712"/>
                  </a:cubicBezTo>
                  <a:cubicBezTo>
                    <a:pt x="45688" y="37882"/>
                    <a:pt x="47214" y="33875"/>
                    <a:pt x="47277" y="33704"/>
                  </a:cubicBezTo>
                  <a:cubicBezTo>
                    <a:pt x="47367" y="33462"/>
                    <a:pt x="47309" y="33189"/>
                    <a:pt x="47128" y="33005"/>
                  </a:cubicBezTo>
                  <a:cubicBezTo>
                    <a:pt x="47001" y="32876"/>
                    <a:pt x="46829" y="32806"/>
                    <a:pt x="46654" y="32806"/>
                  </a:cubicBezTo>
                  <a:cubicBezTo>
                    <a:pt x="46579" y="32806"/>
                    <a:pt x="46504" y="32819"/>
                    <a:pt x="46431" y="32845"/>
                  </a:cubicBezTo>
                  <a:cubicBezTo>
                    <a:pt x="44902" y="33391"/>
                    <a:pt x="43013" y="33606"/>
                    <a:pt x="41099" y="33606"/>
                  </a:cubicBezTo>
                  <a:cubicBezTo>
                    <a:pt x="37499" y="33606"/>
                    <a:pt x="33807" y="32847"/>
                    <a:pt x="32243" y="32102"/>
                  </a:cubicBezTo>
                  <a:cubicBezTo>
                    <a:pt x="31837" y="31910"/>
                    <a:pt x="31714" y="31786"/>
                    <a:pt x="31705" y="31786"/>
                  </a:cubicBezTo>
                  <a:cubicBezTo>
                    <a:pt x="31705" y="31786"/>
                    <a:pt x="31705" y="31786"/>
                    <a:pt x="31705" y="31786"/>
                  </a:cubicBezTo>
                  <a:cubicBezTo>
                    <a:pt x="31686" y="31732"/>
                    <a:pt x="31689" y="31710"/>
                    <a:pt x="31694" y="31709"/>
                  </a:cubicBezTo>
                  <a:cubicBezTo>
                    <a:pt x="31856" y="31538"/>
                    <a:pt x="32338" y="31406"/>
                    <a:pt x="33154" y="31406"/>
                  </a:cubicBezTo>
                  <a:cubicBezTo>
                    <a:pt x="34233" y="31406"/>
                    <a:pt x="35895" y="31636"/>
                    <a:pt x="38181" y="32312"/>
                  </a:cubicBezTo>
                  <a:cubicBezTo>
                    <a:pt x="39703" y="32761"/>
                    <a:pt x="41164" y="32921"/>
                    <a:pt x="42473" y="32921"/>
                  </a:cubicBezTo>
                  <a:cubicBezTo>
                    <a:pt x="45616" y="32921"/>
                    <a:pt x="47885" y="31999"/>
                    <a:pt x="48017" y="31944"/>
                  </a:cubicBezTo>
                  <a:cubicBezTo>
                    <a:pt x="48376" y="31796"/>
                    <a:pt x="48533" y="31373"/>
                    <a:pt x="48356" y="31028"/>
                  </a:cubicBezTo>
                  <a:cubicBezTo>
                    <a:pt x="47425" y="29204"/>
                    <a:pt x="48736" y="24427"/>
                    <a:pt x="49320" y="22739"/>
                  </a:cubicBezTo>
                  <a:cubicBezTo>
                    <a:pt x="49435" y="22405"/>
                    <a:pt x="49268" y="22040"/>
                    <a:pt x="48940" y="21906"/>
                  </a:cubicBezTo>
                  <a:cubicBezTo>
                    <a:pt x="50327" y="21061"/>
                    <a:pt x="50841" y="20101"/>
                    <a:pt x="50878" y="20027"/>
                  </a:cubicBezTo>
                  <a:cubicBezTo>
                    <a:pt x="50924" y="19937"/>
                    <a:pt x="50950" y="19837"/>
                    <a:pt x="50952" y="19735"/>
                  </a:cubicBezTo>
                  <a:cubicBezTo>
                    <a:pt x="50956" y="19572"/>
                    <a:pt x="50922" y="18041"/>
                    <a:pt x="48906" y="14692"/>
                  </a:cubicBezTo>
                  <a:cubicBezTo>
                    <a:pt x="47111" y="11712"/>
                    <a:pt x="49281" y="3274"/>
                    <a:pt x="49303" y="3189"/>
                  </a:cubicBezTo>
                  <a:cubicBezTo>
                    <a:pt x="49409" y="2789"/>
                    <a:pt x="49129" y="2392"/>
                    <a:pt x="48718" y="2357"/>
                  </a:cubicBezTo>
                  <a:cubicBezTo>
                    <a:pt x="48673" y="2353"/>
                    <a:pt x="44163" y="1948"/>
                    <a:pt x="41882" y="1016"/>
                  </a:cubicBezTo>
                  <a:cubicBezTo>
                    <a:pt x="41167" y="724"/>
                    <a:pt x="40454" y="578"/>
                    <a:pt x="39782" y="578"/>
                  </a:cubicBezTo>
                  <a:cubicBezTo>
                    <a:pt x="39033" y="578"/>
                    <a:pt x="38336" y="759"/>
                    <a:pt x="37747" y="1119"/>
                  </a:cubicBezTo>
                  <a:cubicBezTo>
                    <a:pt x="36981" y="1587"/>
                    <a:pt x="36031" y="2574"/>
                    <a:pt x="35854" y="4626"/>
                  </a:cubicBezTo>
                  <a:cubicBezTo>
                    <a:pt x="35685" y="6573"/>
                    <a:pt x="34418" y="8689"/>
                    <a:pt x="32969" y="9444"/>
                  </a:cubicBezTo>
                  <a:cubicBezTo>
                    <a:pt x="32614" y="9628"/>
                    <a:pt x="32277" y="9720"/>
                    <a:pt x="31952" y="9720"/>
                  </a:cubicBezTo>
                  <a:cubicBezTo>
                    <a:pt x="31641" y="9720"/>
                    <a:pt x="31342" y="9636"/>
                    <a:pt x="31050" y="9467"/>
                  </a:cubicBezTo>
                  <a:cubicBezTo>
                    <a:pt x="30926" y="9394"/>
                    <a:pt x="30863" y="9297"/>
                    <a:pt x="30835" y="9131"/>
                  </a:cubicBezTo>
                  <a:cubicBezTo>
                    <a:pt x="30579" y="7544"/>
                    <a:pt x="33670" y="3359"/>
                    <a:pt x="35677" y="1094"/>
                  </a:cubicBezTo>
                  <a:cubicBezTo>
                    <a:pt x="35894" y="850"/>
                    <a:pt x="35893" y="486"/>
                    <a:pt x="35675" y="230"/>
                  </a:cubicBezTo>
                  <a:cubicBezTo>
                    <a:pt x="35546" y="79"/>
                    <a:pt x="35359" y="0"/>
                    <a:pt x="351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77"/>
          <p:cNvSpPr txBox="1"/>
          <p:nvPr>
            <p:ph idx="1" type="subTitle"/>
          </p:nvPr>
        </p:nvSpPr>
        <p:spPr>
          <a:xfrm>
            <a:off x="833675" y="1826275"/>
            <a:ext cx="3462600" cy="20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(M1) - C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 (M1) - B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(M1) - A (MUX)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E0 (MUX) - PR.C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E1 (MUX) - PR.1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E2 (MUX) - PR.2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E3 (MUX) - VITEZA1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E4 (MUX) - VITEZA2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E5 (MUX) - TIP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E6-E15, VCC, GND, STROBE, D (MUX) se vor conecta la masă</a:t>
            </a:r>
            <a:endParaRPr sz="1300"/>
          </a:p>
        </p:txBody>
      </p:sp>
      <p:sp>
        <p:nvSpPr>
          <p:cNvPr id="1243" name="Google Shape;1243;p77"/>
          <p:cNvSpPr txBox="1"/>
          <p:nvPr>
            <p:ph type="title"/>
          </p:nvPr>
        </p:nvSpPr>
        <p:spPr>
          <a:xfrm>
            <a:off x="1046825" y="10678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 și multiplexorul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44" name="Google Shape;1244;p77"/>
          <p:cNvSpPr txBox="1"/>
          <p:nvPr>
            <p:ph type="title"/>
          </p:nvPr>
        </p:nvSpPr>
        <p:spPr>
          <a:xfrm>
            <a:off x="5058950" y="1268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memoria, MUX, poarta SAU, poarta NOT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45" name="Google Shape;1245;p77"/>
          <p:cNvSpPr txBox="1"/>
          <p:nvPr>
            <p:ph idx="1" type="subTitle"/>
          </p:nvPr>
        </p:nvSpPr>
        <p:spPr>
          <a:xfrm>
            <a:off x="4906450" y="1921650"/>
            <a:ext cx="3249600" cy="13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(M1) este conectat la pinul 1 din chip-ul SAU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W (MUX) este conectat la pinul 5 din chip-ul NOT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6 din chip-ul NOT este conectat la pinul 2 din chip-ul SAU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C88F"/>
        </a:solidFill>
      </p:bgPr>
    </p:bg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78"/>
          <p:cNvSpPr txBox="1"/>
          <p:nvPr>
            <p:ph idx="1" type="subTitle"/>
          </p:nvPr>
        </p:nvSpPr>
        <p:spPr>
          <a:xfrm>
            <a:off x="833675" y="1644075"/>
            <a:ext cx="3462600" cy="26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3 din chip-ul SAU – conectat cu pinul LOAD (N1-N2) și cu pinul UP (N2)</a:t>
            </a:r>
            <a:endParaRPr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300"/>
              <a:t>Intrări numărătoare</a:t>
            </a:r>
            <a:endParaRPr b="1"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 CO (N2) – UP (N1)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(M2) – D (N1)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(M2) – C (N1)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 DO3 (M2) – B (N1)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(M2) – A (N1)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(M3) – D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 (M3) – C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 (M3) – B (N2)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 (M3) – A (N2) </a:t>
            </a:r>
            <a:endParaRPr sz="1300"/>
          </a:p>
        </p:txBody>
      </p:sp>
      <p:sp>
        <p:nvSpPr>
          <p:cNvPr id="1251" name="Google Shape;1251;p78"/>
          <p:cNvSpPr txBox="1"/>
          <p:nvPr>
            <p:ph type="title"/>
          </p:nvPr>
        </p:nvSpPr>
        <p:spPr>
          <a:xfrm>
            <a:off x="1000900" y="1268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memoria, poarta SAU și numărătoare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52" name="Google Shape;1252;p78"/>
          <p:cNvSpPr txBox="1"/>
          <p:nvPr>
            <p:ph idx="1" type="subTitle"/>
          </p:nvPr>
        </p:nvSpPr>
        <p:spPr>
          <a:xfrm>
            <a:off x="4832900" y="1471500"/>
            <a:ext cx="3249600" cy="22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300"/>
              <a:t>      </a:t>
            </a:r>
            <a:r>
              <a:rPr b="1" lang="ro" sz="1300"/>
              <a:t>Intrări în memorie (M1-M3)</a:t>
            </a:r>
            <a:endParaRPr b="1" sz="13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QD (N1) – A7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QC (N1) – A6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QB (N1) – A5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QA (N1) – A4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QD (N2) – A3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QC (N2) – A2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QB (N2) – A1  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QA (N2) – A0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64D8">
            <a:alpha val="12290"/>
          </a:srgbClr>
        </a:solidFill>
      </p:bgPr>
    </p:bg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9"/>
          <p:cNvSpPr txBox="1"/>
          <p:nvPr>
            <p:ph idx="1" type="subTitle"/>
          </p:nvPr>
        </p:nvSpPr>
        <p:spPr>
          <a:xfrm>
            <a:off x="833675" y="1644075"/>
            <a:ext cx="3462600" cy="26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 (M1) se duce în toate porțile AND (pinii 1, 4, 10, 13 de pe fiecare chip)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DO2(M1) se duce în pinul 2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DO3(M1) se duce în pinul 5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DO4(M1) se duce în pinul 12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DO1(M2) se duce în pinul 9 din AND1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DO2(M2) se duce în pinul 2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DO3(M2) se duce în pinul 5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DO4(M2) se duce în pinul 12 din AND2</a:t>
            </a:r>
            <a:endParaRPr sz="1300"/>
          </a:p>
          <a:p>
            <a:pPr indent="-311150" lvl="0" marL="269999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DO1(M3) se duce în pinul 9 din AND2</a:t>
            </a:r>
            <a:endParaRPr sz="1300"/>
          </a:p>
        </p:txBody>
      </p:sp>
      <p:sp>
        <p:nvSpPr>
          <p:cNvPr id="1258" name="Google Shape;1258;p79"/>
          <p:cNvSpPr txBox="1"/>
          <p:nvPr>
            <p:ph type="title"/>
          </p:nvPr>
        </p:nvSpPr>
        <p:spPr>
          <a:xfrm>
            <a:off x="945800" y="1051200"/>
            <a:ext cx="3036300" cy="4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obster"/>
                <a:ea typeface="Lobster"/>
                <a:cs typeface="Lobster"/>
                <a:sym typeface="Lobster"/>
              </a:rPr>
              <a:t>Conexiunile dintre pini: memoria și masca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59" name="Google Shape;1259;p79"/>
          <p:cNvSpPr txBox="1"/>
          <p:nvPr>
            <p:ph idx="1" type="subTitle"/>
          </p:nvPr>
        </p:nvSpPr>
        <p:spPr>
          <a:xfrm>
            <a:off x="4832900" y="1471500"/>
            <a:ext cx="3462600" cy="24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3(AND1) reprezintă ieșirea C1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300"/>
              <a:t>Pinul 6(AND1) reprezintă ieșirea C2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11(AND1) reprezintă ieșirea C3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8(AND1) reprezintă ieșirea C4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3(AND2) reprezintă ieșirea C5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6(AND2) reprezintă ieșirea C6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11(AND2) reprezintă ieșirea C7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o" sz="1300">
                <a:solidFill>
                  <a:schemeClr val="dk1"/>
                </a:solidFill>
              </a:rPr>
              <a:t>Pinul 8(AND2) reprezintă ieșirea C8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60" name="Google Shape;1260;p79"/>
          <p:cNvSpPr txBox="1"/>
          <p:nvPr/>
        </p:nvSpPr>
        <p:spPr>
          <a:xfrm>
            <a:off x="5878250" y="1061250"/>
            <a:ext cx="13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omfortaa"/>
                <a:ea typeface="Comfortaa"/>
                <a:cs typeface="Comfortaa"/>
                <a:sym typeface="Comfortaa"/>
              </a:rPr>
              <a:t>Pinii ieșirilor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80"/>
          <p:cNvPicPr preferRelativeResize="0"/>
          <p:nvPr/>
        </p:nvPicPr>
        <p:blipFill rotWithShape="1">
          <a:blip r:embed="rId3">
            <a:alphaModFix/>
          </a:blip>
          <a:srcRect b="0" l="29" r="39" t="0"/>
          <a:stretch/>
        </p:blipFill>
        <p:spPr>
          <a:xfrm>
            <a:off x="3681450" y="152400"/>
            <a:ext cx="4986017" cy="4838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0"/>
          <p:cNvSpPr txBox="1"/>
          <p:nvPr/>
        </p:nvSpPr>
        <p:spPr>
          <a:xfrm>
            <a:off x="573550" y="394250"/>
            <a:ext cx="2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700">
                <a:latin typeface="Amatic SC"/>
                <a:ea typeface="Amatic SC"/>
                <a:cs typeface="Amatic SC"/>
                <a:sym typeface="Amatic SC"/>
              </a:rPr>
              <a:t>Proiectarea cablajului</a:t>
            </a:r>
            <a:endParaRPr b="1" sz="2700">
              <a:latin typeface="Amatic SC"/>
              <a:ea typeface="Amatic SC"/>
              <a:cs typeface="Amatic SC"/>
              <a:sym typeface="Amatic SC"/>
            </a:endParaRPr>
          </a:p>
        </p:txBody>
      </p:sp>
      <p:grpSp>
        <p:nvGrpSpPr>
          <p:cNvPr id="1267" name="Google Shape;1267;p80"/>
          <p:cNvGrpSpPr/>
          <p:nvPr/>
        </p:nvGrpSpPr>
        <p:grpSpPr>
          <a:xfrm>
            <a:off x="617612" y="1742055"/>
            <a:ext cx="2101436" cy="2815639"/>
            <a:chOff x="797124" y="1924250"/>
            <a:chExt cx="1819110" cy="2485557"/>
          </a:xfrm>
        </p:grpSpPr>
        <p:sp>
          <p:nvSpPr>
            <p:cNvPr id="1268" name="Google Shape;1268;p80"/>
            <p:cNvSpPr/>
            <p:nvPr/>
          </p:nvSpPr>
          <p:spPr>
            <a:xfrm>
              <a:off x="811371" y="2195228"/>
              <a:ext cx="266810" cy="112091"/>
            </a:xfrm>
            <a:custGeom>
              <a:rect b="b" l="l" r="r" t="t"/>
              <a:pathLst>
                <a:path extrusionOk="0" h="3989" w="9495">
                  <a:moveTo>
                    <a:pt x="6791" y="0"/>
                  </a:moveTo>
                  <a:cubicBezTo>
                    <a:pt x="4540" y="0"/>
                    <a:pt x="1474" y="668"/>
                    <a:pt x="1" y="3950"/>
                  </a:cubicBezTo>
                  <a:cubicBezTo>
                    <a:pt x="1" y="3950"/>
                    <a:pt x="375" y="3988"/>
                    <a:pt x="983" y="3988"/>
                  </a:cubicBezTo>
                  <a:cubicBezTo>
                    <a:pt x="2940" y="3988"/>
                    <a:pt x="7324" y="3599"/>
                    <a:pt x="9495" y="315"/>
                  </a:cubicBezTo>
                  <a:cubicBezTo>
                    <a:pt x="9495" y="315"/>
                    <a:pt x="8335" y="0"/>
                    <a:pt x="6791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0"/>
            <p:cNvSpPr/>
            <p:nvPr/>
          </p:nvSpPr>
          <p:spPr>
            <a:xfrm>
              <a:off x="1138131" y="2589626"/>
              <a:ext cx="201533" cy="587178"/>
            </a:xfrm>
            <a:custGeom>
              <a:rect b="b" l="l" r="r" t="t"/>
              <a:pathLst>
                <a:path extrusionOk="0" h="20896" w="7172">
                  <a:moveTo>
                    <a:pt x="2250" y="1"/>
                  </a:moveTo>
                  <a:cubicBezTo>
                    <a:pt x="1406" y="311"/>
                    <a:pt x="665" y="589"/>
                    <a:pt x="0" y="831"/>
                  </a:cubicBezTo>
                  <a:cubicBezTo>
                    <a:pt x="293" y="1862"/>
                    <a:pt x="573" y="2803"/>
                    <a:pt x="823" y="3753"/>
                  </a:cubicBezTo>
                  <a:cubicBezTo>
                    <a:pt x="1051" y="4606"/>
                    <a:pt x="1212" y="5479"/>
                    <a:pt x="1462" y="6330"/>
                  </a:cubicBezTo>
                  <a:cubicBezTo>
                    <a:pt x="2001" y="8176"/>
                    <a:pt x="2674" y="9986"/>
                    <a:pt x="3111" y="11856"/>
                  </a:cubicBezTo>
                  <a:cubicBezTo>
                    <a:pt x="3695" y="14353"/>
                    <a:pt x="4098" y="16895"/>
                    <a:pt x="4586" y="19418"/>
                  </a:cubicBezTo>
                  <a:cubicBezTo>
                    <a:pt x="4671" y="19877"/>
                    <a:pt x="4768" y="20338"/>
                    <a:pt x="4882" y="20895"/>
                  </a:cubicBezTo>
                  <a:lnTo>
                    <a:pt x="6870" y="20171"/>
                  </a:lnTo>
                  <a:cubicBezTo>
                    <a:pt x="7133" y="20078"/>
                    <a:pt x="7171" y="19916"/>
                    <a:pt x="7099" y="19656"/>
                  </a:cubicBezTo>
                  <a:cubicBezTo>
                    <a:pt x="6353" y="16878"/>
                    <a:pt x="5684" y="14079"/>
                    <a:pt x="4852" y="11328"/>
                  </a:cubicBezTo>
                  <a:cubicBezTo>
                    <a:pt x="4110" y="8865"/>
                    <a:pt x="3394" y="6403"/>
                    <a:pt x="2970" y="3860"/>
                  </a:cubicBezTo>
                  <a:cubicBezTo>
                    <a:pt x="2754" y="2590"/>
                    <a:pt x="2496" y="1326"/>
                    <a:pt x="225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80"/>
            <p:cNvSpPr/>
            <p:nvPr/>
          </p:nvSpPr>
          <p:spPr>
            <a:xfrm>
              <a:off x="1322475" y="3304376"/>
              <a:ext cx="116137" cy="180795"/>
            </a:xfrm>
            <a:custGeom>
              <a:rect b="b" l="l" r="r" t="t"/>
              <a:pathLst>
                <a:path extrusionOk="0" h="6434" w="4133">
                  <a:moveTo>
                    <a:pt x="2349" y="1"/>
                  </a:moveTo>
                  <a:cubicBezTo>
                    <a:pt x="1721" y="116"/>
                    <a:pt x="1158" y="202"/>
                    <a:pt x="598" y="329"/>
                  </a:cubicBezTo>
                  <a:cubicBezTo>
                    <a:pt x="166" y="428"/>
                    <a:pt x="0" y="760"/>
                    <a:pt x="107" y="1211"/>
                  </a:cubicBezTo>
                  <a:cubicBezTo>
                    <a:pt x="339" y="2169"/>
                    <a:pt x="577" y="3128"/>
                    <a:pt x="805" y="4086"/>
                  </a:cubicBezTo>
                  <a:cubicBezTo>
                    <a:pt x="878" y="4376"/>
                    <a:pt x="940" y="4666"/>
                    <a:pt x="1009" y="4960"/>
                  </a:cubicBezTo>
                  <a:cubicBezTo>
                    <a:pt x="1316" y="4860"/>
                    <a:pt x="1594" y="4814"/>
                    <a:pt x="1848" y="4814"/>
                  </a:cubicBezTo>
                  <a:cubicBezTo>
                    <a:pt x="2881" y="4814"/>
                    <a:pt x="3520" y="5565"/>
                    <a:pt x="4132" y="6434"/>
                  </a:cubicBezTo>
                  <a:cubicBezTo>
                    <a:pt x="3539" y="4299"/>
                    <a:pt x="2950" y="2165"/>
                    <a:pt x="2349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80"/>
            <p:cNvSpPr/>
            <p:nvPr/>
          </p:nvSpPr>
          <p:spPr>
            <a:xfrm>
              <a:off x="1189472" y="3329048"/>
              <a:ext cx="144827" cy="169303"/>
            </a:xfrm>
            <a:custGeom>
              <a:rect b="b" l="l" r="r" t="t"/>
              <a:pathLst>
                <a:path extrusionOk="0" h="6025" w="5154">
                  <a:moveTo>
                    <a:pt x="3958" y="0"/>
                  </a:moveTo>
                  <a:cubicBezTo>
                    <a:pt x="2607" y="265"/>
                    <a:pt x="1318" y="511"/>
                    <a:pt x="1" y="768"/>
                  </a:cubicBezTo>
                  <a:cubicBezTo>
                    <a:pt x="636" y="2509"/>
                    <a:pt x="1276" y="4260"/>
                    <a:pt x="1920" y="6024"/>
                  </a:cubicBezTo>
                  <a:cubicBezTo>
                    <a:pt x="2218" y="5385"/>
                    <a:pt x="2661" y="5010"/>
                    <a:pt x="3233" y="5010"/>
                  </a:cubicBezTo>
                  <a:cubicBezTo>
                    <a:pt x="3736" y="5010"/>
                    <a:pt x="4339" y="5300"/>
                    <a:pt x="5031" y="5956"/>
                  </a:cubicBezTo>
                  <a:cubicBezTo>
                    <a:pt x="5153" y="3808"/>
                    <a:pt x="4408" y="1947"/>
                    <a:pt x="395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0"/>
            <p:cNvSpPr/>
            <p:nvPr/>
          </p:nvSpPr>
          <p:spPr>
            <a:xfrm>
              <a:off x="1073611" y="3315644"/>
              <a:ext cx="156489" cy="231179"/>
            </a:xfrm>
            <a:custGeom>
              <a:rect b="b" l="l" r="r" t="t"/>
              <a:pathLst>
                <a:path extrusionOk="0" h="8227" w="5569">
                  <a:moveTo>
                    <a:pt x="128" y="0"/>
                  </a:moveTo>
                  <a:lnTo>
                    <a:pt x="1" y="77"/>
                  </a:lnTo>
                  <a:cubicBezTo>
                    <a:pt x="619" y="2761"/>
                    <a:pt x="1242" y="5448"/>
                    <a:pt x="1883" y="8226"/>
                  </a:cubicBezTo>
                  <a:cubicBezTo>
                    <a:pt x="1979" y="8046"/>
                    <a:pt x="2027" y="7958"/>
                    <a:pt x="2073" y="7872"/>
                  </a:cubicBezTo>
                  <a:cubicBezTo>
                    <a:pt x="2446" y="7127"/>
                    <a:pt x="2847" y="6767"/>
                    <a:pt x="3371" y="6767"/>
                  </a:cubicBezTo>
                  <a:cubicBezTo>
                    <a:pt x="3691" y="6767"/>
                    <a:pt x="4056" y="6901"/>
                    <a:pt x="4489" y="7165"/>
                  </a:cubicBezTo>
                  <a:cubicBezTo>
                    <a:pt x="4717" y="7306"/>
                    <a:pt x="4924" y="7485"/>
                    <a:pt x="5124" y="7672"/>
                  </a:cubicBezTo>
                  <a:cubicBezTo>
                    <a:pt x="5259" y="7795"/>
                    <a:pt x="5358" y="7962"/>
                    <a:pt x="5467" y="8111"/>
                  </a:cubicBezTo>
                  <a:cubicBezTo>
                    <a:pt x="5564" y="7975"/>
                    <a:pt x="5568" y="7941"/>
                    <a:pt x="5560" y="7910"/>
                  </a:cubicBezTo>
                  <a:cubicBezTo>
                    <a:pt x="4822" y="5743"/>
                    <a:pt x="4094" y="3570"/>
                    <a:pt x="3336" y="1406"/>
                  </a:cubicBezTo>
                  <a:cubicBezTo>
                    <a:pt x="3289" y="1274"/>
                    <a:pt x="3048" y="1158"/>
                    <a:pt x="2878" y="1129"/>
                  </a:cubicBezTo>
                  <a:cubicBezTo>
                    <a:pt x="1883" y="959"/>
                    <a:pt x="844" y="903"/>
                    <a:pt x="12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80"/>
            <p:cNvSpPr/>
            <p:nvPr/>
          </p:nvSpPr>
          <p:spPr>
            <a:xfrm>
              <a:off x="929873" y="2675250"/>
              <a:ext cx="211172" cy="606314"/>
            </a:xfrm>
            <a:custGeom>
              <a:rect b="b" l="l" r="r" t="t"/>
              <a:pathLst>
                <a:path extrusionOk="0" h="21577" w="7515">
                  <a:moveTo>
                    <a:pt x="2420" y="1"/>
                  </a:moveTo>
                  <a:cubicBezTo>
                    <a:pt x="1591" y="123"/>
                    <a:pt x="805" y="243"/>
                    <a:pt x="13" y="358"/>
                  </a:cubicBezTo>
                  <a:cubicBezTo>
                    <a:pt x="13" y="375"/>
                    <a:pt x="0" y="431"/>
                    <a:pt x="13" y="478"/>
                  </a:cubicBezTo>
                  <a:cubicBezTo>
                    <a:pt x="802" y="3820"/>
                    <a:pt x="1585" y="7165"/>
                    <a:pt x="2365" y="10514"/>
                  </a:cubicBezTo>
                  <a:cubicBezTo>
                    <a:pt x="2408" y="10704"/>
                    <a:pt x="2374" y="10917"/>
                    <a:pt x="2416" y="11109"/>
                  </a:cubicBezTo>
                  <a:cubicBezTo>
                    <a:pt x="2483" y="11425"/>
                    <a:pt x="2535" y="11757"/>
                    <a:pt x="2696" y="12021"/>
                  </a:cubicBezTo>
                  <a:cubicBezTo>
                    <a:pt x="2776" y="12153"/>
                    <a:pt x="3077" y="12162"/>
                    <a:pt x="3281" y="12201"/>
                  </a:cubicBezTo>
                  <a:cubicBezTo>
                    <a:pt x="4485" y="12434"/>
                    <a:pt x="5108" y="13440"/>
                    <a:pt x="4747" y="14650"/>
                  </a:cubicBezTo>
                  <a:cubicBezTo>
                    <a:pt x="4654" y="14960"/>
                    <a:pt x="4705" y="15177"/>
                    <a:pt x="4854" y="15446"/>
                  </a:cubicBezTo>
                  <a:cubicBezTo>
                    <a:pt x="5201" y="16068"/>
                    <a:pt x="5543" y="16699"/>
                    <a:pt x="5820" y="17359"/>
                  </a:cubicBezTo>
                  <a:cubicBezTo>
                    <a:pt x="6150" y="18164"/>
                    <a:pt x="5887" y="19062"/>
                    <a:pt x="5218" y="19612"/>
                  </a:cubicBezTo>
                  <a:cubicBezTo>
                    <a:pt x="5027" y="19765"/>
                    <a:pt x="4794" y="19872"/>
                    <a:pt x="4569" y="20008"/>
                  </a:cubicBezTo>
                  <a:cubicBezTo>
                    <a:pt x="4671" y="20502"/>
                    <a:pt x="4772" y="20984"/>
                    <a:pt x="4895" y="21576"/>
                  </a:cubicBezTo>
                  <a:cubicBezTo>
                    <a:pt x="5514" y="20362"/>
                    <a:pt x="6594" y="20170"/>
                    <a:pt x="7514" y="19928"/>
                  </a:cubicBezTo>
                  <a:cubicBezTo>
                    <a:pt x="7319" y="19424"/>
                    <a:pt x="7112" y="18973"/>
                    <a:pt x="6980" y="18504"/>
                  </a:cubicBezTo>
                  <a:cubicBezTo>
                    <a:pt x="6883" y="18168"/>
                    <a:pt x="6929" y="17793"/>
                    <a:pt x="6840" y="17452"/>
                  </a:cubicBezTo>
                  <a:cubicBezTo>
                    <a:pt x="6323" y="15496"/>
                    <a:pt x="5734" y="13554"/>
                    <a:pt x="5273" y="11586"/>
                  </a:cubicBezTo>
                  <a:cubicBezTo>
                    <a:pt x="4738" y="9299"/>
                    <a:pt x="4302" y="6991"/>
                    <a:pt x="3831" y="4690"/>
                  </a:cubicBezTo>
                  <a:cubicBezTo>
                    <a:pt x="3501" y="3076"/>
                    <a:pt x="3085" y="1491"/>
                    <a:pt x="2420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80"/>
            <p:cNvSpPr/>
            <p:nvPr/>
          </p:nvSpPr>
          <p:spPr>
            <a:xfrm>
              <a:off x="1010608" y="2619469"/>
              <a:ext cx="241997" cy="556605"/>
            </a:xfrm>
            <a:custGeom>
              <a:rect b="b" l="l" r="r" t="t"/>
              <a:pathLst>
                <a:path extrusionOk="0" h="19808" w="8612">
                  <a:moveTo>
                    <a:pt x="4005" y="0"/>
                  </a:moveTo>
                  <a:cubicBezTo>
                    <a:pt x="2623" y="627"/>
                    <a:pt x="1306" y="1228"/>
                    <a:pt x="1" y="1819"/>
                  </a:cubicBezTo>
                  <a:cubicBezTo>
                    <a:pt x="183" y="2122"/>
                    <a:pt x="412" y="2390"/>
                    <a:pt x="513" y="2696"/>
                  </a:cubicBezTo>
                  <a:cubicBezTo>
                    <a:pt x="878" y="3775"/>
                    <a:pt x="1276" y="4848"/>
                    <a:pt x="1526" y="5955"/>
                  </a:cubicBezTo>
                  <a:cubicBezTo>
                    <a:pt x="1959" y="7847"/>
                    <a:pt x="2217" y="9776"/>
                    <a:pt x="2670" y="11658"/>
                  </a:cubicBezTo>
                  <a:cubicBezTo>
                    <a:pt x="3268" y="14125"/>
                    <a:pt x="3996" y="16557"/>
                    <a:pt x="4624" y="19012"/>
                  </a:cubicBezTo>
                  <a:cubicBezTo>
                    <a:pt x="4747" y="19499"/>
                    <a:pt x="4903" y="19768"/>
                    <a:pt x="5351" y="19768"/>
                  </a:cubicBezTo>
                  <a:cubicBezTo>
                    <a:pt x="5413" y="19768"/>
                    <a:pt x="5479" y="19763"/>
                    <a:pt x="5552" y="19753"/>
                  </a:cubicBezTo>
                  <a:cubicBezTo>
                    <a:pt x="5623" y="19743"/>
                    <a:pt x="5695" y="19739"/>
                    <a:pt x="5768" y="19739"/>
                  </a:cubicBezTo>
                  <a:cubicBezTo>
                    <a:pt x="6046" y="19739"/>
                    <a:pt x="6333" y="19796"/>
                    <a:pt x="6616" y="19803"/>
                  </a:cubicBezTo>
                  <a:cubicBezTo>
                    <a:pt x="6833" y="19806"/>
                    <a:pt x="7051" y="19807"/>
                    <a:pt x="7271" y="19807"/>
                  </a:cubicBezTo>
                  <a:cubicBezTo>
                    <a:pt x="7710" y="19807"/>
                    <a:pt x="8154" y="19803"/>
                    <a:pt x="8612" y="19803"/>
                  </a:cubicBezTo>
                  <a:cubicBezTo>
                    <a:pt x="8536" y="19394"/>
                    <a:pt x="8458" y="18978"/>
                    <a:pt x="8383" y="18560"/>
                  </a:cubicBezTo>
                  <a:cubicBezTo>
                    <a:pt x="7908" y="16038"/>
                    <a:pt x="7564" y="13478"/>
                    <a:pt x="6925" y="10999"/>
                  </a:cubicBezTo>
                  <a:cubicBezTo>
                    <a:pt x="6086" y="7736"/>
                    <a:pt x="4988" y="4546"/>
                    <a:pt x="4356" y="1228"/>
                  </a:cubicBezTo>
                  <a:cubicBezTo>
                    <a:pt x="4285" y="831"/>
                    <a:pt x="4137" y="452"/>
                    <a:pt x="4005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0"/>
            <p:cNvSpPr/>
            <p:nvPr/>
          </p:nvSpPr>
          <p:spPr>
            <a:xfrm>
              <a:off x="797124" y="1924250"/>
              <a:ext cx="1819110" cy="2485557"/>
            </a:xfrm>
            <a:custGeom>
              <a:rect b="b" l="l" r="r" t="t"/>
              <a:pathLst>
                <a:path extrusionOk="0" h="88454" w="64737">
                  <a:moveTo>
                    <a:pt x="7332" y="9914"/>
                  </a:moveTo>
                  <a:cubicBezTo>
                    <a:pt x="8073" y="9914"/>
                    <a:pt x="8790" y="10033"/>
                    <a:pt x="9437" y="10279"/>
                  </a:cubicBezTo>
                  <a:cubicBezTo>
                    <a:pt x="6984" y="12417"/>
                    <a:pt x="4059" y="13264"/>
                    <a:pt x="827" y="13470"/>
                  </a:cubicBezTo>
                  <a:cubicBezTo>
                    <a:pt x="2154" y="11212"/>
                    <a:pt x="4877" y="9914"/>
                    <a:pt x="7332" y="9914"/>
                  </a:cubicBezTo>
                  <a:close/>
                  <a:moveTo>
                    <a:pt x="24310" y="1290"/>
                  </a:moveTo>
                  <a:cubicBezTo>
                    <a:pt x="25559" y="1290"/>
                    <a:pt x="26803" y="1506"/>
                    <a:pt x="28036" y="1720"/>
                  </a:cubicBezTo>
                  <a:cubicBezTo>
                    <a:pt x="31040" y="2249"/>
                    <a:pt x="34616" y="4763"/>
                    <a:pt x="35290" y="8712"/>
                  </a:cubicBezTo>
                  <a:cubicBezTo>
                    <a:pt x="35633" y="10709"/>
                    <a:pt x="35493" y="12609"/>
                    <a:pt x="34917" y="14504"/>
                  </a:cubicBezTo>
                  <a:cubicBezTo>
                    <a:pt x="34604" y="15535"/>
                    <a:pt x="33879" y="16319"/>
                    <a:pt x="33089" y="17127"/>
                  </a:cubicBezTo>
                  <a:cubicBezTo>
                    <a:pt x="33323" y="16374"/>
                    <a:pt x="33555" y="15722"/>
                    <a:pt x="33716" y="15049"/>
                  </a:cubicBezTo>
                  <a:cubicBezTo>
                    <a:pt x="33796" y="14712"/>
                    <a:pt x="33796" y="14334"/>
                    <a:pt x="33741" y="13988"/>
                  </a:cubicBezTo>
                  <a:cubicBezTo>
                    <a:pt x="33626" y="13255"/>
                    <a:pt x="33208" y="12844"/>
                    <a:pt x="32638" y="12844"/>
                  </a:cubicBezTo>
                  <a:cubicBezTo>
                    <a:pt x="32417" y="12844"/>
                    <a:pt x="32173" y="12906"/>
                    <a:pt x="31915" y="13034"/>
                  </a:cubicBezTo>
                  <a:cubicBezTo>
                    <a:pt x="31471" y="13256"/>
                    <a:pt x="31094" y="13613"/>
                    <a:pt x="30580" y="13988"/>
                  </a:cubicBezTo>
                  <a:cubicBezTo>
                    <a:pt x="30301" y="13405"/>
                    <a:pt x="29932" y="12813"/>
                    <a:pt x="29741" y="12170"/>
                  </a:cubicBezTo>
                  <a:cubicBezTo>
                    <a:pt x="29491" y="11343"/>
                    <a:pt x="29368" y="10479"/>
                    <a:pt x="29220" y="9622"/>
                  </a:cubicBezTo>
                  <a:cubicBezTo>
                    <a:pt x="29120" y="9049"/>
                    <a:pt x="28976" y="8779"/>
                    <a:pt x="28675" y="8779"/>
                  </a:cubicBezTo>
                  <a:cubicBezTo>
                    <a:pt x="28504" y="8779"/>
                    <a:pt x="28284" y="8866"/>
                    <a:pt x="27992" y="9034"/>
                  </a:cubicBezTo>
                  <a:cubicBezTo>
                    <a:pt x="26962" y="9631"/>
                    <a:pt x="25882" y="9892"/>
                    <a:pt x="24768" y="9892"/>
                  </a:cubicBezTo>
                  <a:cubicBezTo>
                    <a:pt x="24292" y="9892"/>
                    <a:pt x="23809" y="9844"/>
                    <a:pt x="23322" y="9755"/>
                  </a:cubicBezTo>
                  <a:cubicBezTo>
                    <a:pt x="22043" y="9524"/>
                    <a:pt x="21488" y="8889"/>
                    <a:pt x="21293" y="7611"/>
                  </a:cubicBezTo>
                  <a:cubicBezTo>
                    <a:pt x="21204" y="7037"/>
                    <a:pt x="21052" y="6765"/>
                    <a:pt x="20747" y="6765"/>
                  </a:cubicBezTo>
                  <a:cubicBezTo>
                    <a:pt x="20575" y="6765"/>
                    <a:pt x="20354" y="6852"/>
                    <a:pt x="20069" y="7019"/>
                  </a:cubicBezTo>
                  <a:cubicBezTo>
                    <a:pt x="19001" y="7649"/>
                    <a:pt x="17881" y="7929"/>
                    <a:pt x="16722" y="7929"/>
                  </a:cubicBezTo>
                  <a:cubicBezTo>
                    <a:pt x="16242" y="7929"/>
                    <a:pt x="15755" y="7881"/>
                    <a:pt x="15262" y="7790"/>
                  </a:cubicBezTo>
                  <a:cubicBezTo>
                    <a:pt x="13619" y="7484"/>
                    <a:pt x="12551" y="6032"/>
                    <a:pt x="12767" y="4472"/>
                  </a:cubicBezTo>
                  <a:cubicBezTo>
                    <a:pt x="12894" y="3549"/>
                    <a:pt x="13382" y="2918"/>
                    <a:pt x="14263" y="2586"/>
                  </a:cubicBezTo>
                  <a:cubicBezTo>
                    <a:pt x="15508" y="2115"/>
                    <a:pt x="16794" y="2073"/>
                    <a:pt x="18091" y="2073"/>
                  </a:cubicBezTo>
                  <a:cubicBezTo>
                    <a:pt x="18287" y="2073"/>
                    <a:pt x="18483" y="2074"/>
                    <a:pt x="18679" y="2075"/>
                  </a:cubicBezTo>
                  <a:cubicBezTo>
                    <a:pt x="18909" y="2075"/>
                    <a:pt x="19145" y="2079"/>
                    <a:pt x="19381" y="2079"/>
                  </a:cubicBezTo>
                  <a:cubicBezTo>
                    <a:pt x="20041" y="2079"/>
                    <a:pt x="20708" y="2049"/>
                    <a:pt x="21285" y="1824"/>
                  </a:cubicBezTo>
                  <a:cubicBezTo>
                    <a:pt x="22294" y="1430"/>
                    <a:pt x="23304" y="1290"/>
                    <a:pt x="24310" y="1290"/>
                  </a:cubicBezTo>
                  <a:close/>
                  <a:moveTo>
                    <a:pt x="38025" y="669"/>
                  </a:moveTo>
                  <a:cubicBezTo>
                    <a:pt x="38423" y="669"/>
                    <a:pt x="38836" y="710"/>
                    <a:pt x="39261" y="793"/>
                  </a:cubicBezTo>
                  <a:cubicBezTo>
                    <a:pt x="40184" y="971"/>
                    <a:pt x="41078" y="1274"/>
                    <a:pt x="41803" y="1892"/>
                  </a:cubicBezTo>
                  <a:cubicBezTo>
                    <a:pt x="43147" y="3033"/>
                    <a:pt x="44727" y="3488"/>
                    <a:pt x="46435" y="3629"/>
                  </a:cubicBezTo>
                  <a:cubicBezTo>
                    <a:pt x="46837" y="3659"/>
                    <a:pt x="47240" y="3744"/>
                    <a:pt x="47638" y="3808"/>
                  </a:cubicBezTo>
                  <a:cubicBezTo>
                    <a:pt x="48931" y="4025"/>
                    <a:pt x="50231" y="5427"/>
                    <a:pt x="49685" y="7139"/>
                  </a:cubicBezTo>
                  <a:cubicBezTo>
                    <a:pt x="49299" y="8362"/>
                    <a:pt x="48719" y="9461"/>
                    <a:pt x="48015" y="10509"/>
                  </a:cubicBezTo>
                  <a:cubicBezTo>
                    <a:pt x="47130" y="11834"/>
                    <a:pt x="46642" y="13266"/>
                    <a:pt x="46701" y="14876"/>
                  </a:cubicBezTo>
                  <a:cubicBezTo>
                    <a:pt x="46720" y="15366"/>
                    <a:pt x="46669" y="15864"/>
                    <a:pt x="46596" y="16350"/>
                  </a:cubicBezTo>
                  <a:cubicBezTo>
                    <a:pt x="46339" y="18109"/>
                    <a:pt x="45021" y="19247"/>
                    <a:pt x="43475" y="19247"/>
                  </a:cubicBezTo>
                  <a:cubicBezTo>
                    <a:pt x="42986" y="19247"/>
                    <a:pt x="42473" y="19133"/>
                    <a:pt x="41964" y="18888"/>
                  </a:cubicBezTo>
                  <a:cubicBezTo>
                    <a:pt x="40024" y="17956"/>
                    <a:pt x="38362" y="16682"/>
                    <a:pt x="37557" y="14526"/>
                  </a:cubicBezTo>
                  <a:cubicBezTo>
                    <a:pt x="37218" y="13623"/>
                    <a:pt x="36689" y="12797"/>
                    <a:pt x="36295" y="11915"/>
                  </a:cubicBezTo>
                  <a:cubicBezTo>
                    <a:pt x="36171" y="11638"/>
                    <a:pt x="36209" y="11293"/>
                    <a:pt x="36171" y="10978"/>
                  </a:cubicBezTo>
                  <a:cubicBezTo>
                    <a:pt x="36027" y="8767"/>
                    <a:pt x="35727" y="6599"/>
                    <a:pt x="34277" y="4793"/>
                  </a:cubicBezTo>
                  <a:cubicBezTo>
                    <a:pt x="34171" y="4660"/>
                    <a:pt x="34061" y="4533"/>
                    <a:pt x="33947" y="4409"/>
                  </a:cubicBezTo>
                  <a:cubicBezTo>
                    <a:pt x="33340" y="3766"/>
                    <a:pt x="33315" y="3336"/>
                    <a:pt x="33921" y="2637"/>
                  </a:cubicBezTo>
                  <a:cubicBezTo>
                    <a:pt x="35059" y="1322"/>
                    <a:pt x="36436" y="669"/>
                    <a:pt x="38025" y="669"/>
                  </a:cubicBezTo>
                  <a:close/>
                  <a:moveTo>
                    <a:pt x="11305" y="10131"/>
                  </a:moveTo>
                  <a:cubicBezTo>
                    <a:pt x="11961" y="12349"/>
                    <a:pt x="12054" y="14543"/>
                    <a:pt x="12652" y="16587"/>
                  </a:cubicBezTo>
                  <a:lnTo>
                    <a:pt x="12652" y="16587"/>
                  </a:lnTo>
                  <a:cubicBezTo>
                    <a:pt x="10885" y="17418"/>
                    <a:pt x="9221" y="18253"/>
                    <a:pt x="7511" y="18995"/>
                  </a:cubicBezTo>
                  <a:cubicBezTo>
                    <a:pt x="6003" y="19647"/>
                    <a:pt x="4418" y="20073"/>
                    <a:pt x="2774" y="20201"/>
                  </a:cubicBezTo>
                  <a:cubicBezTo>
                    <a:pt x="2181" y="18178"/>
                    <a:pt x="1592" y="16180"/>
                    <a:pt x="1007" y="14182"/>
                  </a:cubicBezTo>
                  <a:cubicBezTo>
                    <a:pt x="1859" y="14067"/>
                    <a:pt x="2698" y="13977"/>
                    <a:pt x="3524" y="13837"/>
                  </a:cubicBezTo>
                  <a:cubicBezTo>
                    <a:pt x="5630" y="13478"/>
                    <a:pt x="7550" y="12695"/>
                    <a:pt x="9262" y="11383"/>
                  </a:cubicBezTo>
                  <a:cubicBezTo>
                    <a:pt x="9855" y="10931"/>
                    <a:pt x="10537" y="10595"/>
                    <a:pt x="11305" y="10131"/>
                  </a:cubicBezTo>
                  <a:close/>
                  <a:moveTo>
                    <a:pt x="12801" y="17372"/>
                  </a:moveTo>
                  <a:cubicBezTo>
                    <a:pt x="13000" y="18215"/>
                    <a:pt x="13186" y="19003"/>
                    <a:pt x="13377" y="19808"/>
                  </a:cubicBezTo>
                  <a:lnTo>
                    <a:pt x="13378" y="19808"/>
                  </a:lnTo>
                  <a:cubicBezTo>
                    <a:pt x="12551" y="20139"/>
                    <a:pt x="11768" y="20451"/>
                    <a:pt x="10987" y="20767"/>
                  </a:cubicBezTo>
                  <a:cubicBezTo>
                    <a:pt x="9433" y="21393"/>
                    <a:pt x="7894" y="22066"/>
                    <a:pt x="6318" y="22632"/>
                  </a:cubicBezTo>
                  <a:cubicBezTo>
                    <a:pt x="5440" y="22952"/>
                    <a:pt x="4499" y="23096"/>
                    <a:pt x="3530" y="23335"/>
                  </a:cubicBezTo>
                  <a:cubicBezTo>
                    <a:pt x="3292" y="22437"/>
                    <a:pt x="3089" y="21653"/>
                    <a:pt x="2868" y="20814"/>
                  </a:cubicBezTo>
                  <a:cubicBezTo>
                    <a:pt x="3178" y="20783"/>
                    <a:pt x="3441" y="20753"/>
                    <a:pt x="3703" y="20728"/>
                  </a:cubicBezTo>
                  <a:cubicBezTo>
                    <a:pt x="5881" y="20511"/>
                    <a:pt x="7851" y="19676"/>
                    <a:pt x="9784" y="18693"/>
                  </a:cubicBezTo>
                  <a:cubicBezTo>
                    <a:pt x="10746" y="18202"/>
                    <a:pt x="11762" y="17824"/>
                    <a:pt x="12801" y="17372"/>
                  </a:cubicBezTo>
                  <a:close/>
                  <a:moveTo>
                    <a:pt x="13563" y="20554"/>
                  </a:moveTo>
                  <a:cubicBezTo>
                    <a:pt x="13791" y="21435"/>
                    <a:pt x="14008" y="22261"/>
                    <a:pt x="14224" y="23083"/>
                  </a:cubicBezTo>
                  <a:lnTo>
                    <a:pt x="14224" y="23083"/>
                  </a:lnTo>
                  <a:cubicBezTo>
                    <a:pt x="12195" y="23556"/>
                    <a:pt x="10386" y="24481"/>
                    <a:pt x="8563" y="25358"/>
                  </a:cubicBezTo>
                  <a:cubicBezTo>
                    <a:pt x="7279" y="25977"/>
                    <a:pt x="5944" y="26330"/>
                    <a:pt x="4495" y="26432"/>
                  </a:cubicBezTo>
                  <a:cubicBezTo>
                    <a:pt x="4228" y="25584"/>
                    <a:pt x="3970" y="24762"/>
                    <a:pt x="3690" y="23872"/>
                  </a:cubicBezTo>
                  <a:cubicBezTo>
                    <a:pt x="4106" y="23833"/>
                    <a:pt x="4483" y="23851"/>
                    <a:pt x="4825" y="23752"/>
                  </a:cubicBezTo>
                  <a:cubicBezTo>
                    <a:pt x="5877" y="23446"/>
                    <a:pt x="6928" y="23126"/>
                    <a:pt x="7956" y="22756"/>
                  </a:cubicBezTo>
                  <a:cubicBezTo>
                    <a:pt x="8881" y="22420"/>
                    <a:pt x="9762" y="21990"/>
                    <a:pt x="10678" y="21632"/>
                  </a:cubicBezTo>
                  <a:cubicBezTo>
                    <a:pt x="11601" y="21266"/>
                    <a:pt x="12542" y="20933"/>
                    <a:pt x="13563" y="20554"/>
                  </a:cubicBezTo>
                  <a:close/>
                  <a:moveTo>
                    <a:pt x="20462" y="7834"/>
                  </a:moveTo>
                  <a:cubicBezTo>
                    <a:pt x="20492" y="7915"/>
                    <a:pt x="20530" y="7992"/>
                    <a:pt x="20544" y="8073"/>
                  </a:cubicBezTo>
                  <a:cubicBezTo>
                    <a:pt x="20789" y="9534"/>
                    <a:pt x="21759" y="10279"/>
                    <a:pt x="23107" y="10556"/>
                  </a:cubicBezTo>
                  <a:cubicBezTo>
                    <a:pt x="23662" y="10670"/>
                    <a:pt x="24212" y="10729"/>
                    <a:pt x="24758" y="10729"/>
                  </a:cubicBezTo>
                  <a:cubicBezTo>
                    <a:pt x="25994" y="10729"/>
                    <a:pt x="27205" y="10425"/>
                    <a:pt x="28396" y="9763"/>
                  </a:cubicBezTo>
                  <a:cubicBezTo>
                    <a:pt x="28785" y="11655"/>
                    <a:pt x="28955" y="13614"/>
                    <a:pt x="30679" y="14957"/>
                  </a:cubicBezTo>
                  <a:cubicBezTo>
                    <a:pt x="30857" y="14794"/>
                    <a:pt x="31086" y="14577"/>
                    <a:pt x="31327" y="14381"/>
                  </a:cubicBezTo>
                  <a:cubicBezTo>
                    <a:pt x="31625" y="14133"/>
                    <a:pt x="31908" y="13852"/>
                    <a:pt x="32248" y="13682"/>
                  </a:cubicBezTo>
                  <a:cubicBezTo>
                    <a:pt x="32381" y="13614"/>
                    <a:pt x="32502" y="13581"/>
                    <a:pt x="32605" y="13581"/>
                  </a:cubicBezTo>
                  <a:cubicBezTo>
                    <a:pt x="32852" y="13581"/>
                    <a:pt x="33003" y="13769"/>
                    <a:pt x="33019" y="14121"/>
                  </a:cubicBezTo>
                  <a:cubicBezTo>
                    <a:pt x="33040" y="14589"/>
                    <a:pt x="33014" y="15087"/>
                    <a:pt x="32874" y="15526"/>
                  </a:cubicBezTo>
                  <a:lnTo>
                    <a:pt x="32875" y="15526"/>
                  </a:lnTo>
                  <a:cubicBezTo>
                    <a:pt x="32553" y="16514"/>
                    <a:pt x="32107" y="17439"/>
                    <a:pt x="31356" y="18211"/>
                  </a:cubicBezTo>
                  <a:cubicBezTo>
                    <a:pt x="30839" y="18749"/>
                    <a:pt x="30412" y="19378"/>
                    <a:pt x="29991" y="20000"/>
                  </a:cubicBezTo>
                  <a:cubicBezTo>
                    <a:pt x="29873" y="20175"/>
                    <a:pt x="29873" y="20486"/>
                    <a:pt x="29925" y="20707"/>
                  </a:cubicBezTo>
                  <a:cubicBezTo>
                    <a:pt x="30141" y="21636"/>
                    <a:pt x="30407" y="22552"/>
                    <a:pt x="30623" y="23480"/>
                  </a:cubicBezTo>
                  <a:cubicBezTo>
                    <a:pt x="30662" y="23638"/>
                    <a:pt x="30623" y="23916"/>
                    <a:pt x="30514" y="24000"/>
                  </a:cubicBezTo>
                  <a:cubicBezTo>
                    <a:pt x="29060" y="25159"/>
                    <a:pt x="27814" y="26594"/>
                    <a:pt x="26086" y="27391"/>
                  </a:cubicBezTo>
                  <a:cubicBezTo>
                    <a:pt x="25922" y="27466"/>
                    <a:pt x="25781" y="27505"/>
                    <a:pt x="25651" y="27505"/>
                  </a:cubicBezTo>
                  <a:cubicBezTo>
                    <a:pt x="25455" y="27505"/>
                    <a:pt x="25285" y="27416"/>
                    <a:pt x="25099" y="27229"/>
                  </a:cubicBezTo>
                  <a:cubicBezTo>
                    <a:pt x="24319" y="26442"/>
                    <a:pt x="23904" y="25461"/>
                    <a:pt x="23823" y="24400"/>
                  </a:cubicBezTo>
                  <a:cubicBezTo>
                    <a:pt x="23746" y="23442"/>
                    <a:pt x="23899" y="22474"/>
                    <a:pt x="23933" y="21508"/>
                  </a:cubicBezTo>
                  <a:cubicBezTo>
                    <a:pt x="23963" y="20554"/>
                    <a:pt x="23692" y="20082"/>
                    <a:pt x="23008" y="20082"/>
                  </a:cubicBezTo>
                  <a:cubicBezTo>
                    <a:pt x="22821" y="20082"/>
                    <a:pt x="22603" y="20117"/>
                    <a:pt x="22352" y="20188"/>
                  </a:cubicBezTo>
                  <a:cubicBezTo>
                    <a:pt x="21970" y="20296"/>
                    <a:pt x="21607" y="20346"/>
                    <a:pt x="21260" y="20346"/>
                  </a:cubicBezTo>
                  <a:cubicBezTo>
                    <a:pt x="20116" y="20346"/>
                    <a:pt x="19148" y="19801"/>
                    <a:pt x="18281" y="18991"/>
                  </a:cubicBezTo>
                  <a:cubicBezTo>
                    <a:pt x="17183" y="17964"/>
                    <a:pt x="16623" y="16609"/>
                    <a:pt x="16403" y="15114"/>
                  </a:cubicBezTo>
                  <a:cubicBezTo>
                    <a:pt x="16119" y="13146"/>
                    <a:pt x="16103" y="11183"/>
                    <a:pt x="16407" y="9214"/>
                  </a:cubicBezTo>
                  <a:cubicBezTo>
                    <a:pt x="16446" y="8951"/>
                    <a:pt x="16480" y="8746"/>
                    <a:pt x="16844" y="8725"/>
                  </a:cubicBezTo>
                  <a:cubicBezTo>
                    <a:pt x="17467" y="8691"/>
                    <a:pt x="18098" y="8644"/>
                    <a:pt x="18704" y="8494"/>
                  </a:cubicBezTo>
                  <a:cubicBezTo>
                    <a:pt x="19289" y="8350"/>
                    <a:pt x="19839" y="8073"/>
                    <a:pt x="20462" y="7834"/>
                  </a:cubicBezTo>
                  <a:close/>
                  <a:moveTo>
                    <a:pt x="20568" y="25005"/>
                  </a:moveTo>
                  <a:cubicBezTo>
                    <a:pt x="19853" y="29090"/>
                    <a:pt x="19144" y="33139"/>
                    <a:pt x="18441" y="37151"/>
                  </a:cubicBezTo>
                  <a:lnTo>
                    <a:pt x="18441" y="37151"/>
                  </a:lnTo>
                  <a:cubicBezTo>
                    <a:pt x="17555" y="33962"/>
                    <a:pt x="16255" y="30809"/>
                    <a:pt x="15881" y="27437"/>
                  </a:cubicBezTo>
                  <a:cubicBezTo>
                    <a:pt x="17386" y="26526"/>
                    <a:pt x="18669" y="25226"/>
                    <a:pt x="20568" y="25005"/>
                  </a:cubicBezTo>
                  <a:close/>
                  <a:moveTo>
                    <a:pt x="11601" y="24742"/>
                  </a:moveTo>
                  <a:cubicBezTo>
                    <a:pt x="11733" y="25192"/>
                    <a:pt x="11881" y="25572"/>
                    <a:pt x="11953" y="25968"/>
                  </a:cubicBezTo>
                  <a:cubicBezTo>
                    <a:pt x="12584" y="29287"/>
                    <a:pt x="13682" y="32476"/>
                    <a:pt x="14521" y="35739"/>
                  </a:cubicBezTo>
                  <a:cubicBezTo>
                    <a:pt x="15160" y="38219"/>
                    <a:pt x="15504" y="40779"/>
                    <a:pt x="15979" y="43301"/>
                  </a:cubicBezTo>
                  <a:cubicBezTo>
                    <a:pt x="16055" y="43718"/>
                    <a:pt x="16131" y="44135"/>
                    <a:pt x="16208" y="44545"/>
                  </a:cubicBezTo>
                  <a:cubicBezTo>
                    <a:pt x="15750" y="44545"/>
                    <a:pt x="15305" y="44548"/>
                    <a:pt x="14867" y="44548"/>
                  </a:cubicBezTo>
                  <a:cubicBezTo>
                    <a:pt x="14647" y="44548"/>
                    <a:pt x="14429" y="44547"/>
                    <a:pt x="14212" y="44545"/>
                  </a:cubicBezTo>
                  <a:lnTo>
                    <a:pt x="14213" y="44543"/>
                  </a:lnTo>
                  <a:cubicBezTo>
                    <a:pt x="13931" y="44536"/>
                    <a:pt x="13643" y="44479"/>
                    <a:pt x="13365" y="44479"/>
                  </a:cubicBezTo>
                  <a:cubicBezTo>
                    <a:pt x="13292" y="44479"/>
                    <a:pt x="13219" y="44483"/>
                    <a:pt x="13148" y="44493"/>
                  </a:cubicBezTo>
                  <a:cubicBezTo>
                    <a:pt x="13075" y="44503"/>
                    <a:pt x="13008" y="44508"/>
                    <a:pt x="12946" y="44508"/>
                  </a:cubicBezTo>
                  <a:cubicBezTo>
                    <a:pt x="12499" y="44508"/>
                    <a:pt x="12343" y="44238"/>
                    <a:pt x="12220" y="43752"/>
                  </a:cubicBezTo>
                  <a:cubicBezTo>
                    <a:pt x="11592" y="41298"/>
                    <a:pt x="10864" y="38866"/>
                    <a:pt x="10266" y="36400"/>
                  </a:cubicBezTo>
                  <a:cubicBezTo>
                    <a:pt x="9813" y="34517"/>
                    <a:pt x="9555" y="32588"/>
                    <a:pt x="9122" y="30696"/>
                  </a:cubicBezTo>
                  <a:cubicBezTo>
                    <a:pt x="8872" y="29588"/>
                    <a:pt x="8474" y="28516"/>
                    <a:pt x="8110" y="27437"/>
                  </a:cubicBezTo>
                  <a:cubicBezTo>
                    <a:pt x="8008" y="27130"/>
                    <a:pt x="7779" y="26863"/>
                    <a:pt x="7597" y="26560"/>
                  </a:cubicBezTo>
                  <a:cubicBezTo>
                    <a:pt x="8902" y="25968"/>
                    <a:pt x="10220" y="25368"/>
                    <a:pt x="11601" y="24742"/>
                  </a:cubicBezTo>
                  <a:close/>
                  <a:moveTo>
                    <a:pt x="14386" y="23681"/>
                  </a:moveTo>
                  <a:cubicBezTo>
                    <a:pt x="14632" y="25005"/>
                    <a:pt x="14891" y="26270"/>
                    <a:pt x="15107" y="27539"/>
                  </a:cubicBezTo>
                  <a:cubicBezTo>
                    <a:pt x="15530" y="30083"/>
                    <a:pt x="16246" y="32545"/>
                    <a:pt x="16988" y="35007"/>
                  </a:cubicBezTo>
                  <a:cubicBezTo>
                    <a:pt x="17819" y="37759"/>
                    <a:pt x="18488" y="40558"/>
                    <a:pt x="19234" y="43335"/>
                  </a:cubicBezTo>
                  <a:cubicBezTo>
                    <a:pt x="19306" y="43595"/>
                    <a:pt x="19268" y="43756"/>
                    <a:pt x="19005" y="43850"/>
                  </a:cubicBezTo>
                  <a:lnTo>
                    <a:pt x="17018" y="44575"/>
                  </a:lnTo>
                  <a:cubicBezTo>
                    <a:pt x="16904" y="44017"/>
                    <a:pt x="16807" y="43557"/>
                    <a:pt x="16722" y="43097"/>
                  </a:cubicBezTo>
                  <a:cubicBezTo>
                    <a:pt x="16234" y="40575"/>
                    <a:pt x="15832" y="38032"/>
                    <a:pt x="15247" y="35536"/>
                  </a:cubicBezTo>
                  <a:cubicBezTo>
                    <a:pt x="14810" y="33665"/>
                    <a:pt x="14137" y="31855"/>
                    <a:pt x="13598" y="30011"/>
                  </a:cubicBezTo>
                  <a:cubicBezTo>
                    <a:pt x="13348" y="29158"/>
                    <a:pt x="13187" y="28285"/>
                    <a:pt x="12959" y="27433"/>
                  </a:cubicBezTo>
                  <a:cubicBezTo>
                    <a:pt x="12708" y="26483"/>
                    <a:pt x="12428" y="25542"/>
                    <a:pt x="12136" y="24511"/>
                  </a:cubicBezTo>
                  <a:cubicBezTo>
                    <a:pt x="12801" y="24269"/>
                    <a:pt x="13543" y="23991"/>
                    <a:pt x="14386" y="23681"/>
                  </a:cubicBezTo>
                  <a:close/>
                  <a:moveTo>
                    <a:pt x="7450" y="39646"/>
                  </a:moveTo>
                  <a:cubicBezTo>
                    <a:pt x="7543" y="39646"/>
                    <a:pt x="7636" y="39653"/>
                    <a:pt x="7725" y="39661"/>
                  </a:cubicBezTo>
                  <a:cubicBezTo>
                    <a:pt x="8305" y="39713"/>
                    <a:pt x="8725" y="40003"/>
                    <a:pt x="8771" y="40454"/>
                  </a:cubicBezTo>
                  <a:cubicBezTo>
                    <a:pt x="8801" y="40761"/>
                    <a:pt x="8767" y="41106"/>
                    <a:pt x="8653" y="41391"/>
                  </a:cubicBezTo>
                  <a:cubicBezTo>
                    <a:pt x="8526" y="41719"/>
                    <a:pt x="8568" y="41954"/>
                    <a:pt x="8737" y="42243"/>
                  </a:cubicBezTo>
                  <a:cubicBezTo>
                    <a:pt x="9131" y="42933"/>
                    <a:pt x="9530" y="43628"/>
                    <a:pt x="9856" y="44351"/>
                  </a:cubicBezTo>
                  <a:cubicBezTo>
                    <a:pt x="10140" y="44995"/>
                    <a:pt x="9881" y="45570"/>
                    <a:pt x="9196" y="45958"/>
                  </a:cubicBezTo>
                  <a:cubicBezTo>
                    <a:pt x="9136" y="45800"/>
                    <a:pt x="9089" y="45676"/>
                    <a:pt x="9047" y="45557"/>
                  </a:cubicBezTo>
                  <a:cubicBezTo>
                    <a:pt x="9014" y="45551"/>
                    <a:pt x="8981" y="45536"/>
                    <a:pt x="8960" y="45536"/>
                  </a:cubicBezTo>
                  <a:cubicBezTo>
                    <a:pt x="8954" y="45536"/>
                    <a:pt x="8949" y="45538"/>
                    <a:pt x="8946" y="45540"/>
                  </a:cubicBezTo>
                  <a:cubicBezTo>
                    <a:pt x="8799" y="45655"/>
                    <a:pt x="8664" y="45704"/>
                    <a:pt x="8536" y="45704"/>
                  </a:cubicBezTo>
                  <a:cubicBezTo>
                    <a:pt x="8335" y="45704"/>
                    <a:pt x="8151" y="45582"/>
                    <a:pt x="7966" y="45400"/>
                  </a:cubicBezTo>
                  <a:cubicBezTo>
                    <a:pt x="7318" y="44761"/>
                    <a:pt x="6657" y="44053"/>
                    <a:pt x="6568" y="43150"/>
                  </a:cubicBezTo>
                  <a:cubicBezTo>
                    <a:pt x="6470" y="42145"/>
                    <a:pt x="6618" y="41102"/>
                    <a:pt x="6763" y="40093"/>
                  </a:cubicBezTo>
                  <a:cubicBezTo>
                    <a:pt x="6813" y="39727"/>
                    <a:pt x="7126" y="39646"/>
                    <a:pt x="7450" y="39646"/>
                  </a:cubicBezTo>
                  <a:close/>
                  <a:moveTo>
                    <a:pt x="7144" y="26727"/>
                  </a:moveTo>
                  <a:cubicBezTo>
                    <a:pt x="7808" y="28217"/>
                    <a:pt x="8224" y="29802"/>
                    <a:pt x="8554" y="31417"/>
                  </a:cubicBezTo>
                  <a:cubicBezTo>
                    <a:pt x="9025" y="33717"/>
                    <a:pt x="9461" y="36026"/>
                    <a:pt x="9995" y="38312"/>
                  </a:cubicBezTo>
                  <a:cubicBezTo>
                    <a:pt x="10457" y="40280"/>
                    <a:pt x="11046" y="42223"/>
                    <a:pt x="11563" y="44178"/>
                  </a:cubicBezTo>
                  <a:cubicBezTo>
                    <a:pt x="11652" y="44519"/>
                    <a:pt x="11606" y="44893"/>
                    <a:pt x="11703" y="45230"/>
                  </a:cubicBezTo>
                  <a:cubicBezTo>
                    <a:pt x="11835" y="45698"/>
                    <a:pt x="12042" y="46150"/>
                    <a:pt x="12237" y="46653"/>
                  </a:cubicBezTo>
                  <a:cubicBezTo>
                    <a:pt x="11318" y="46895"/>
                    <a:pt x="10238" y="47087"/>
                    <a:pt x="9618" y="48302"/>
                  </a:cubicBezTo>
                  <a:cubicBezTo>
                    <a:pt x="9495" y="47710"/>
                    <a:pt x="9394" y="47227"/>
                    <a:pt x="9292" y="46734"/>
                  </a:cubicBezTo>
                  <a:cubicBezTo>
                    <a:pt x="9517" y="46598"/>
                    <a:pt x="9750" y="46491"/>
                    <a:pt x="9941" y="46338"/>
                  </a:cubicBezTo>
                  <a:cubicBezTo>
                    <a:pt x="10611" y="45788"/>
                    <a:pt x="10873" y="44890"/>
                    <a:pt x="10543" y="44085"/>
                  </a:cubicBezTo>
                  <a:cubicBezTo>
                    <a:pt x="10267" y="43425"/>
                    <a:pt x="9924" y="42794"/>
                    <a:pt x="9576" y="42172"/>
                  </a:cubicBezTo>
                  <a:cubicBezTo>
                    <a:pt x="9428" y="41903"/>
                    <a:pt x="9377" y="41686"/>
                    <a:pt x="9470" y="41376"/>
                  </a:cubicBezTo>
                  <a:cubicBezTo>
                    <a:pt x="9830" y="40166"/>
                    <a:pt x="9207" y="39160"/>
                    <a:pt x="8004" y="38927"/>
                  </a:cubicBezTo>
                  <a:cubicBezTo>
                    <a:pt x="7800" y="38888"/>
                    <a:pt x="7499" y="38879"/>
                    <a:pt x="7419" y="38748"/>
                  </a:cubicBezTo>
                  <a:cubicBezTo>
                    <a:pt x="7258" y="38484"/>
                    <a:pt x="7207" y="38151"/>
                    <a:pt x="7139" y="37835"/>
                  </a:cubicBezTo>
                  <a:cubicBezTo>
                    <a:pt x="7097" y="37644"/>
                    <a:pt x="7131" y="37432"/>
                    <a:pt x="7088" y="37240"/>
                  </a:cubicBezTo>
                  <a:cubicBezTo>
                    <a:pt x="6305" y="33892"/>
                    <a:pt x="5520" y="30547"/>
                    <a:pt x="4736" y="27204"/>
                  </a:cubicBezTo>
                  <a:cubicBezTo>
                    <a:pt x="4724" y="27157"/>
                    <a:pt x="4736" y="27101"/>
                    <a:pt x="4736" y="27084"/>
                  </a:cubicBezTo>
                  <a:cubicBezTo>
                    <a:pt x="5529" y="26969"/>
                    <a:pt x="6312" y="26850"/>
                    <a:pt x="7144" y="26727"/>
                  </a:cubicBezTo>
                  <a:close/>
                  <a:moveTo>
                    <a:pt x="35642" y="40691"/>
                  </a:moveTo>
                  <a:cubicBezTo>
                    <a:pt x="35999" y="41743"/>
                    <a:pt x="36333" y="42740"/>
                    <a:pt x="36677" y="43759"/>
                  </a:cubicBezTo>
                  <a:lnTo>
                    <a:pt x="36675" y="43760"/>
                  </a:lnTo>
                  <a:cubicBezTo>
                    <a:pt x="34758" y="46094"/>
                    <a:pt x="28304" y="48724"/>
                    <a:pt x="24139" y="48724"/>
                  </a:cubicBezTo>
                  <a:cubicBezTo>
                    <a:pt x="23775" y="48724"/>
                    <a:pt x="23428" y="48704"/>
                    <a:pt x="23103" y="48662"/>
                  </a:cubicBezTo>
                  <a:cubicBezTo>
                    <a:pt x="28188" y="47448"/>
                    <a:pt x="32515" y="45019"/>
                    <a:pt x="35642" y="40691"/>
                  </a:cubicBezTo>
                  <a:close/>
                  <a:moveTo>
                    <a:pt x="23154" y="24317"/>
                  </a:moveTo>
                  <a:cubicBezTo>
                    <a:pt x="23243" y="24760"/>
                    <a:pt x="23315" y="25160"/>
                    <a:pt x="23404" y="25556"/>
                  </a:cubicBezTo>
                  <a:cubicBezTo>
                    <a:pt x="23624" y="26498"/>
                    <a:pt x="24137" y="27269"/>
                    <a:pt x="24819" y="27933"/>
                  </a:cubicBezTo>
                  <a:cubicBezTo>
                    <a:pt x="25077" y="28180"/>
                    <a:pt x="25362" y="28313"/>
                    <a:pt x="25658" y="28313"/>
                  </a:cubicBezTo>
                  <a:cubicBezTo>
                    <a:pt x="25857" y="28313"/>
                    <a:pt x="26061" y="28252"/>
                    <a:pt x="26264" y="28125"/>
                  </a:cubicBezTo>
                  <a:cubicBezTo>
                    <a:pt x="27154" y="27576"/>
                    <a:pt x="28036" y="27010"/>
                    <a:pt x="28879" y="26391"/>
                  </a:cubicBezTo>
                  <a:cubicBezTo>
                    <a:pt x="29592" y="25872"/>
                    <a:pt x="30235" y="25264"/>
                    <a:pt x="30922" y="24705"/>
                  </a:cubicBezTo>
                  <a:cubicBezTo>
                    <a:pt x="31015" y="24629"/>
                    <a:pt x="31180" y="24620"/>
                    <a:pt x="31315" y="24615"/>
                  </a:cubicBezTo>
                  <a:cubicBezTo>
                    <a:pt x="31409" y="24615"/>
                    <a:pt x="31506" y="24680"/>
                    <a:pt x="31608" y="24697"/>
                  </a:cubicBezTo>
                  <a:cubicBezTo>
                    <a:pt x="34753" y="25259"/>
                    <a:pt x="36316" y="27423"/>
                    <a:pt x="37155" y="30282"/>
                  </a:cubicBezTo>
                  <a:cubicBezTo>
                    <a:pt x="37923" y="32896"/>
                    <a:pt x="37579" y="35427"/>
                    <a:pt x="36465" y="37889"/>
                  </a:cubicBezTo>
                  <a:lnTo>
                    <a:pt x="36464" y="37890"/>
                  </a:lnTo>
                  <a:cubicBezTo>
                    <a:pt x="35447" y="40139"/>
                    <a:pt x="33901" y="41954"/>
                    <a:pt x="32061" y="43557"/>
                  </a:cubicBezTo>
                  <a:cubicBezTo>
                    <a:pt x="29269" y="45995"/>
                    <a:pt x="25939" y="47255"/>
                    <a:pt x="22404" y="48082"/>
                  </a:cubicBezTo>
                  <a:cubicBezTo>
                    <a:pt x="21403" y="48315"/>
                    <a:pt x="20409" y="48550"/>
                    <a:pt x="19374" y="48789"/>
                  </a:cubicBezTo>
                  <a:cubicBezTo>
                    <a:pt x="19230" y="47421"/>
                    <a:pt x="19099" y="46144"/>
                    <a:pt x="18967" y="44891"/>
                  </a:cubicBezTo>
                  <a:cubicBezTo>
                    <a:pt x="19582" y="44542"/>
                    <a:pt x="20261" y="44252"/>
                    <a:pt x="20832" y="43817"/>
                  </a:cubicBezTo>
                  <a:cubicBezTo>
                    <a:pt x="23722" y="41637"/>
                    <a:pt x="26159" y="39017"/>
                    <a:pt x="27981" y="35869"/>
                  </a:cubicBezTo>
                  <a:cubicBezTo>
                    <a:pt x="29032" y="34050"/>
                    <a:pt x="29460" y="32040"/>
                    <a:pt x="29366" y="29935"/>
                  </a:cubicBezTo>
                  <a:cubicBezTo>
                    <a:pt x="29359" y="29686"/>
                    <a:pt x="29116" y="29228"/>
                    <a:pt x="29005" y="29228"/>
                  </a:cubicBezTo>
                  <a:cubicBezTo>
                    <a:pt x="29004" y="29228"/>
                    <a:pt x="29003" y="29228"/>
                    <a:pt x="29002" y="29229"/>
                  </a:cubicBezTo>
                  <a:cubicBezTo>
                    <a:pt x="28574" y="29258"/>
                    <a:pt x="28688" y="29667"/>
                    <a:pt x="28693" y="29952"/>
                  </a:cubicBezTo>
                  <a:cubicBezTo>
                    <a:pt x="28739" y="32760"/>
                    <a:pt x="27811" y="35205"/>
                    <a:pt x="26128" y="37424"/>
                  </a:cubicBezTo>
                  <a:cubicBezTo>
                    <a:pt x="25048" y="38851"/>
                    <a:pt x="23861" y="40176"/>
                    <a:pt x="22629" y="41462"/>
                  </a:cubicBezTo>
                  <a:cubicBezTo>
                    <a:pt x="22501" y="41594"/>
                    <a:pt x="22365" y="41734"/>
                    <a:pt x="22213" y="41833"/>
                  </a:cubicBezTo>
                  <a:cubicBezTo>
                    <a:pt x="21502" y="42284"/>
                    <a:pt x="20782" y="42723"/>
                    <a:pt x="19980" y="43222"/>
                  </a:cubicBezTo>
                  <a:cubicBezTo>
                    <a:pt x="19684" y="41978"/>
                    <a:pt x="19277" y="40802"/>
                    <a:pt x="19154" y="39597"/>
                  </a:cubicBezTo>
                  <a:cubicBezTo>
                    <a:pt x="19052" y="38600"/>
                    <a:pt x="19238" y="37560"/>
                    <a:pt x="19391" y="36555"/>
                  </a:cubicBezTo>
                  <a:cubicBezTo>
                    <a:pt x="19845" y="33561"/>
                    <a:pt x="20348" y="30574"/>
                    <a:pt x="20814" y="27580"/>
                  </a:cubicBezTo>
                  <a:cubicBezTo>
                    <a:pt x="20955" y="26677"/>
                    <a:pt x="21044" y="25765"/>
                    <a:pt x="21162" y="24807"/>
                  </a:cubicBezTo>
                  <a:cubicBezTo>
                    <a:pt x="21794" y="24649"/>
                    <a:pt x="22463" y="24487"/>
                    <a:pt x="23154" y="24317"/>
                  </a:cubicBezTo>
                  <a:close/>
                  <a:moveTo>
                    <a:pt x="12830" y="45162"/>
                  </a:moveTo>
                  <a:cubicBezTo>
                    <a:pt x="12833" y="45162"/>
                    <a:pt x="12836" y="45162"/>
                    <a:pt x="12838" y="45162"/>
                  </a:cubicBezTo>
                  <a:cubicBezTo>
                    <a:pt x="13313" y="45226"/>
                    <a:pt x="13784" y="45341"/>
                    <a:pt x="14259" y="45391"/>
                  </a:cubicBezTo>
                  <a:cubicBezTo>
                    <a:pt x="14662" y="45431"/>
                    <a:pt x="15067" y="45458"/>
                    <a:pt x="15473" y="45458"/>
                  </a:cubicBezTo>
                  <a:cubicBezTo>
                    <a:pt x="15588" y="45458"/>
                    <a:pt x="15703" y="45456"/>
                    <a:pt x="15817" y="45452"/>
                  </a:cubicBezTo>
                  <a:cubicBezTo>
                    <a:pt x="16652" y="45413"/>
                    <a:pt x="17487" y="45319"/>
                    <a:pt x="18369" y="45246"/>
                  </a:cubicBezTo>
                  <a:cubicBezTo>
                    <a:pt x="18449" y="46499"/>
                    <a:pt x="18525" y="47666"/>
                    <a:pt x="18602" y="48846"/>
                  </a:cubicBezTo>
                  <a:cubicBezTo>
                    <a:pt x="18573" y="48864"/>
                    <a:pt x="18534" y="48902"/>
                    <a:pt x="18487" y="48915"/>
                  </a:cubicBezTo>
                  <a:lnTo>
                    <a:pt x="18488" y="48914"/>
                  </a:lnTo>
                  <a:lnTo>
                    <a:pt x="18488" y="48914"/>
                  </a:lnTo>
                  <a:cubicBezTo>
                    <a:pt x="17369" y="49315"/>
                    <a:pt x="16175" y="49485"/>
                    <a:pt x="15064" y="49834"/>
                  </a:cubicBezTo>
                  <a:cubicBezTo>
                    <a:pt x="14675" y="49955"/>
                    <a:pt x="14303" y="49999"/>
                    <a:pt x="13942" y="49999"/>
                  </a:cubicBezTo>
                  <a:cubicBezTo>
                    <a:pt x="13204" y="49999"/>
                    <a:pt x="12506" y="49817"/>
                    <a:pt x="11783" y="49737"/>
                  </a:cubicBezTo>
                  <a:cubicBezTo>
                    <a:pt x="11381" y="49694"/>
                    <a:pt x="10969" y="49421"/>
                    <a:pt x="10630" y="49162"/>
                  </a:cubicBezTo>
                  <a:cubicBezTo>
                    <a:pt x="10178" y="48808"/>
                    <a:pt x="10186" y="48306"/>
                    <a:pt x="10712" y="48050"/>
                  </a:cubicBezTo>
                  <a:cubicBezTo>
                    <a:pt x="11432" y="47700"/>
                    <a:pt x="12229" y="47521"/>
                    <a:pt x="12991" y="47261"/>
                  </a:cubicBezTo>
                  <a:cubicBezTo>
                    <a:pt x="13288" y="47164"/>
                    <a:pt x="13766" y="47100"/>
                    <a:pt x="13830" y="46908"/>
                  </a:cubicBezTo>
                  <a:cubicBezTo>
                    <a:pt x="13978" y="46449"/>
                    <a:pt x="13436" y="46427"/>
                    <a:pt x="13173" y="46227"/>
                  </a:cubicBezTo>
                  <a:cubicBezTo>
                    <a:pt x="12877" y="46005"/>
                    <a:pt x="12343" y="45929"/>
                    <a:pt x="12606" y="45350"/>
                  </a:cubicBezTo>
                  <a:cubicBezTo>
                    <a:pt x="12643" y="45267"/>
                    <a:pt x="12758" y="45162"/>
                    <a:pt x="12830" y="45162"/>
                  </a:cubicBezTo>
                  <a:close/>
                  <a:moveTo>
                    <a:pt x="21044" y="49115"/>
                  </a:moveTo>
                  <a:cubicBezTo>
                    <a:pt x="21645" y="51279"/>
                    <a:pt x="22234" y="53413"/>
                    <a:pt x="22827" y="55547"/>
                  </a:cubicBezTo>
                  <a:cubicBezTo>
                    <a:pt x="22215" y="54678"/>
                    <a:pt x="21576" y="53928"/>
                    <a:pt x="20544" y="53928"/>
                  </a:cubicBezTo>
                  <a:cubicBezTo>
                    <a:pt x="20290" y="53928"/>
                    <a:pt x="20012" y="53973"/>
                    <a:pt x="19704" y="54074"/>
                  </a:cubicBezTo>
                  <a:cubicBezTo>
                    <a:pt x="19636" y="53780"/>
                    <a:pt x="19573" y="53490"/>
                    <a:pt x="19502" y="53201"/>
                  </a:cubicBezTo>
                  <a:cubicBezTo>
                    <a:pt x="19272" y="52242"/>
                    <a:pt x="19035" y="51283"/>
                    <a:pt x="18802" y="50325"/>
                  </a:cubicBezTo>
                  <a:cubicBezTo>
                    <a:pt x="18695" y="49873"/>
                    <a:pt x="18861" y="49541"/>
                    <a:pt x="19293" y="49443"/>
                  </a:cubicBezTo>
                  <a:cubicBezTo>
                    <a:pt x="19853" y="49316"/>
                    <a:pt x="20416" y="49230"/>
                    <a:pt x="21044" y="49115"/>
                  </a:cubicBezTo>
                  <a:close/>
                  <a:moveTo>
                    <a:pt x="37053" y="44445"/>
                  </a:moveTo>
                  <a:cubicBezTo>
                    <a:pt x="37498" y="45535"/>
                    <a:pt x="37909" y="46532"/>
                    <a:pt x="38367" y="47653"/>
                  </a:cubicBezTo>
                  <a:cubicBezTo>
                    <a:pt x="37180" y="48112"/>
                    <a:pt x="36079" y="48641"/>
                    <a:pt x="34922" y="48969"/>
                  </a:cubicBezTo>
                  <a:cubicBezTo>
                    <a:pt x="31824" y="49838"/>
                    <a:pt x="28735" y="50732"/>
                    <a:pt x="25726" y="51882"/>
                  </a:cubicBezTo>
                  <a:cubicBezTo>
                    <a:pt x="25036" y="52147"/>
                    <a:pt x="24286" y="52249"/>
                    <a:pt x="23578" y="52479"/>
                  </a:cubicBezTo>
                  <a:cubicBezTo>
                    <a:pt x="23383" y="52538"/>
                    <a:pt x="23247" y="52782"/>
                    <a:pt x="23086" y="52938"/>
                  </a:cubicBezTo>
                  <a:cubicBezTo>
                    <a:pt x="23271" y="53047"/>
                    <a:pt x="23477" y="53273"/>
                    <a:pt x="23646" y="53273"/>
                  </a:cubicBezTo>
                  <a:cubicBezTo>
                    <a:pt x="23656" y="53273"/>
                    <a:pt x="23666" y="53272"/>
                    <a:pt x="23676" y="53271"/>
                  </a:cubicBezTo>
                  <a:cubicBezTo>
                    <a:pt x="24524" y="53117"/>
                    <a:pt x="25388" y="52977"/>
                    <a:pt x="26189" y="52679"/>
                  </a:cubicBezTo>
                  <a:cubicBezTo>
                    <a:pt x="29061" y="51606"/>
                    <a:pt x="31999" y="50749"/>
                    <a:pt x="34944" y="49906"/>
                  </a:cubicBezTo>
                  <a:cubicBezTo>
                    <a:pt x="36218" y="49544"/>
                    <a:pt x="37443" y="48986"/>
                    <a:pt x="38782" y="48483"/>
                  </a:cubicBezTo>
                  <a:cubicBezTo>
                    <a:pt x="39151" y="48999"/>
                    <a:pt x="39608" y="49637"/>
                    <a:pt x="40088" y="50310"/>
                  </a:cubicBezTo>
                  <a:lnTo>
                    <a:pt x="40087" y="50310"/>
                  </a:lnTo>
                  <a:cubicBezTo>
                    <a:pt x="38710" y="51338"/>
                    <a:pt x="37332" y="52194"/>
                    <a:pt x="35761" y="52666"/>
                  </a:cubicBezTo>
                  <a:cubicBezTo>
                    <a:pt x="34384" y="53076"/>
                    <a:pt x="32977" y="53399"/>
                    <a:pt x="31599" y="53808"/>
                  </a:cubicBezTo>
                  <a:cubicBezTo>
                    <a:pt x="30155" y="54238"/>
                    <a:pt x="28739" y="54757"/>
                    <a:pt x="27286" y="55163"/>
                  </a:cubicBezTo>
                  <a:cubicBezTo>
                    <a:pt x="26430" y="55396"/>
                    <a:pt x="25532" y="55482"/>
                    <a:pt x="24654" y="55643"/>
                  </a:cubicBezTo>
                  <a:cubicBezTo>
                    <a:pt x="24370" y="55695"/>
                    <a:pt x="24091" y="55763"/>
                    <a:pt x="23722" y="55844"/>
                  </a:cubicBezTo>
                  <a:cubicBezTo>
                    <a:pt x="23459" y="54903"/>
                    <a:pt x="23192" y="53944"/>
                    <a:pt x="22926" y="52986"/>
                  </a:cubicBezTo>
                  <a:cubicBezTo>
                    <a:pt x="22582" y="51751"/>
                    <a:pt x="22239" y="50511"/>
                    <a:pt x="21900" y="49293"/>
                  </a:cubicBezTo>
                  <a:lnTo>
                    <a:pt x="21900" y="49293"/>
                  </a:lnTo>
                  <a:cubicBezTo>
                    <a:pt x="22497" y="49320"/>
                    <a:pt x="23096" y="49404"/>
                    <a:pt x="23687" y="49404"/>
                  </a:cubicBezTo>
                  <a:cubicBezTo>
                    <a:pt x="23835" y="49404"/>
                    <a:pt x="23982" y="49399"/>
                    <a:pt x="24129" y="49386"/>
                  </a:cubicBezTo>
                  <a:cubicBezTo>
                    <a:pt x="25760" y="49241"/>
                    <a:pt x="27392" y="49049"/>
                    <a:pt x="29007" y="48777"/>
                  </a:cubicBezTo>
                  <a:cubicBezTo>
                    <a:pt x="29693" y="48662"/>
                    <a:pt x="30349" y="48325"/>
                    <a:pt x="30998" y="48044"/>
                  </a:cubicBezTo>
                  <a:cubicBezTo>
                    <a:pt x="31964" y="47622"/>
                    <a:pt x="32896" y="47142"/>
                    <a:pt x="33862" y="46724"/>
                  </a:cubicBezTo>
                  <a:cubicBezTo>
                    <a:pt x="35058" y="46213"/>
                    <a:pt x="36181" y="45612"/>
                    <a:pt x="37053" y="44445"/>
                  </a:cubicBezTo>
                  <a:close/>
                  <a:moveTo>
                    <a:pt x="17920" y="49992"/>
                  </a:moveTo>
                  <a:cubicBezTo>
                    <a:pt x="18368" y="51939"/>
                    <a:pt x="19114" y="53800"/>
                    <a:pt x="18992" y="55946"/>
                  </a:cubicBezTo>
                  <a:lnTo>
                    <a:pt x="18992" y="55946"/>
                  </a:lnTo>
                  <a:cubicBezTo>
                    <a:pt x="18300" y="55291"/>
                    <a:pt x="17698" y="55001"/>
                    <a:pt x="17195" y="55001"/>
                  </a:cubicBezTo>
                  <a:cubicBezTo>
                    <a:pt x="16622" y="55001"/>
                    <a:pt x="16179" y="55376"/>
                    <a:pt x="15881" y="56016"/>
                  </a:cubicBezTo>
                  <a:cubicBezTo>
                    <a:pt x="15237" y="54254"/>
                    <a:pt x="14598" y="52502"/>
                    <a:pt x="13962" y="50759"/>
                  </a:cubicBezTo>
                  <a:cubicBezTo>
                    <a:pt x="15280" y="50504"/>
                    <a:pt x="16568" y="50257"/>
                    <a:pt x="17920" y="49992"/>
                  </a:cubicBezTo>
                  <a:close/>
                  <a:moveTo>
                    <a:pt x="9966" y="49515"/>
                  </a:moveTo>
                  <a:cubicBezTo>
                    <a:pt x="10682" y="50418"/>
                    <a:pt x="11720" y="50474"/>
                    <a:pt x="12716" y="50644"/>
                  </a:cubicBezTo>
                  <a:cubicBezTo>
                    <a:pt x="12886" y="50675"/>
                    <a:pt x="13127" y="50789"/>
                    <a:pt x="13173" y="50921"/>
                  </a:cubicBezTo>
                  <a:cubicBezTo>
                    <a:pt x="13932" y="53085"/>
                    <a:pt x="14661" y="55257"/>
                    <a:pt x="15398" y="57426"/>
                  </a:cubicBezTo>
                  <a:cubicBezTo>
                    <a:pt x="15406" y="57455"/>
                    <a:pt x="15403" y="57489"/>
                    <a:pt x="15306" y="57625"/>
                  </a:cubicBezTo>
                  <a:lnTo>
                    <a:pt x="15306" y="57625"/>
                  </a:lnTo>
                  <a:cubicBezTo>
                    <a:pt x="15195" y="57476"/>
                    <a:pt x="15098" y="57310"/>
                    <a:pt x="14962" y="57188"/>
                  </a:cubicBezTo>
                  <a:cubicBezTo>
                    <a:pt x="14762" y="57000"/>
                    <a:pt x="14555" y="56821"/>
                    <a:pt x="14326" y="56680"/>
                  </a:cubicBezTo>
                  <a:cubicBezTo>
                    <a:pt x="13893" y="56416"/>
                    <a:pt x="13528" y="56282"/>
                    <a:pt x="13208" y="56282"/>
                  </a:cubicBezTo>
                  <a:cubicBezTo>
                    <a:pt x="12685" y="56282"/>
                    <a:pt x="12284" y="56642"/>
                    <a:pt x="11910" y="57387"/>
                  </a:cubicBezTo>
                  <a:cubicBezTo>
                    <a:pt x="11864" y="57473"/>
                    <a:pt x="11817" y="57562"/>
                    <a:pt x="11720" y="57741"/>
                  </a:cubicBezTo>
                  <a:cubicBezTo>
                    <a:pt x="11080" y="54963"/>
                    <a:pt x="10457" y="52276"/>
                    <a:pt x="9839" y="49592"/>
                  </a:cubicBezTo>
                  <a:lnTo>
                    <a:pt x="9966" y="49515"/>
                  </a:lnTo>
                  <a:close/>
                  <a:moveTo>
                    <a:pt x="40483" y="51146"/>
                  </a:moveTo>
                  <a:cubicBezTo>
                    <a:pt x="40922" y="51811"/>
                    <a:pt x="41359" y="52476"/>
                    <a:pt x="41757" y="53080"/>
                  </a:cubicBezTo>
                  <a:cubicBezTo>
                    <a:pt x="36464" y="56653"/>
                    <a:pt x="30481" y="57984"/>
                    <a:pt x="24133" y="58579"/>
                  </a:cubicBezTo>
                  <a:cubicBezTo>
                    <a:pt x="24302" y="58039"/>
                    <a:pt x="24518" y="57680"/>
                    <a:pt x="24498" y="57336"/>
                  </a:cubicBezTo>
                  <a:cubicBezTo>
                    <a:pt x="24477" y="57020"/>
                    <a:pt x="24201" y="56722"/>
                    <a:pt x="24015" y="56364"/>
                  </a:cubicBezTo>
                  <a:lnTo>
                    <a:pt x="24015" y="56364"/>
                  </a:lnTo>
                  <a:cubicBezTo>
                    <a:pt x="24362" y="56427"/>
                    <a:pt x="24701" y="56455"/>
                    <a:pt x="25035" y="56455"/>
                  </a:cubicBezTo>
                  <a:cubicBezTo>
                    <a:pt x="26280" y="56455"/>
                    <a:pt x="27445" y="56070"/>
                    <a:pt x="28622" y="55704"/>
                  </a:cubicBezTo>
                  <a:cubicBezTo>
                    <a:pt x="30528" y="55117"/>
                    <a:pt x="32452" y="54584"/>
                    <a:pt x="34375" y="54047"/>
                  </a:cubicBezTo>
                  <a:cubicBezTo>
                    <a:pt x="37193" y="53259"/>
                    <a:pt x="38105" y="52838"/>
                    <a:pt x="40483" y="51146"/>
                  </a:cubicBezTo>
                  <a:close/>
                  <a:moveTo>
                    <a:pt x="20436" y="54629"/>
                  </a:moveTo>
                  <a:cubicBezTo>
                    <a:pt x="20553" y="54629"/>
                    <a:pt x="20685" y="54657"/>
                    <a:pt x="20832" y="54716"/>
                  </a:cubicBezTo>
                  <a:cubicBezTo>
                    <a:pt x="21158" y="54848"/>
                    <a:pt x="21497" y="55096"/>
                    <a:pt x="21692" y="55381"/>
                  </a:cubicBezTo>
                  <a:cubicBezTo>
                    <a:pt x="22276" y="56232"/>
                    <a:pt x="22793" y="57132"/>
                    <a:pt x="23332" y="58018"/>
                  </a:cubicBezTo>
                  <a:cubicBezTo>
                    <a:pt x="23374" y="58090"/>
                    <a:pt x="23382" y="58217"/>
                    <a:pt x="23357" y="58299"/>
                  </a:cubicBezTo>
                  <a:cubicBezTo>
                    <a:pt x="23048" y="59231"/>
                    <a:pt x="22726" y="60160"/>
                    <a:pt x="22395" y="61136"/>
                  </a:cubicBezTo>
                  <a:cubicBezTo>
                    <a:pt x="21991" y="61032"/>
                    <a:pt x="21606" y="60984"/>
                    <a:pt x="21238" y="60984"/>
                  </a:cubicBezTo>
                  <a:cubicBezTo>
                    <a:pt x="19639" y="60984"/>
                    <a:pt x="18355" y="61889"/>
                    <a:pt x="17153" y="63036"/>
                  </a:cubicBezTo>
                  <a:cubicBezTo>
                    <a:pt x="16069" y="62333"/>
                    <a:pt x="15009" y="61630"/>
                    <a:pt x="13937" y="60949"/>
                  </a:cubicBezTo>
                  <a:cubicBezTo>
                    <a:pt x="13467" y="60650"/>
                    <a:pt x="12962" y="60399"/>
                    <a:pt x="12487" y="60109"/>
                  </a:cubicBezTo>
                  <a:cubicBezTo>
                    <a:pt x="12357" y="60028"/>
                    <a:pt x="12170" y="59896"/>
                    <a:pt x="12162" y="59777"/>
                  </a:cubicBezTo>
                  <a:cubicBezTo>
                    <a:pt x="12111" y="58920"/>
                    <a:pt x="12175" y="58080"/>
                    <a:pt x="12666" y="57322"/>
                  </a:cubicBezTo>
                  <a:cubicBezTo>
                    <a:pt x="12825" y="57077"/>
                    <a:pt x="13019" y="56936"/>
                    <a:pt x="13234" y="56936"/>
                  </a:cubicBezTo>
                  <a:cubicBezTo>
                    <a:pt x="13339" y="56936"/>
                    <a:pt x="13450" y="56970"/>
                    <a:pt x="13564" y="57042"/>
                  </a:cubicBezTo>
                  <a:cubicBezTo>
                    <a:pt x="14005" y="57310"/>
                    <a:pt x="14438" y="57625"/>
                    <a:pt x="14789" y="58000"/>
                  </a:cubicBezTo>
                  <a:cubicBezTo>
                    <a:pt x="15132" y="58367"/>
                    <a:pt x="15348" y="58848"/>
                    <a:pt x="15657" y="59252"/>
                  </a:cubicBezTo>
                  <a:cubicBezTo>
                    <a:pt x="15789" y="59427"/>
                    <a:pt x="16018" y="59529"/>
                    <a:pt x="16200" y="59665"/>
                  </a:cubicBezTo>
                  <a:cubicBezTo>
                    <a:pt x="16285" y="59432"/>
                    <a:pt x="16428" y="59206"/>
                    <a:pt x="16446" y="58967"/>
                  </a:cubicBezTo>
                  <a:cubicBezTo>
                    <a:pt x="16496" y="58175"/>
                    <a:pt x="16412" y="57361"/>
                    <a:pt x="16551" y="56590"/>
                  </a:cubicBezTo>
                  <a:cubicBezTo>
                    <a:pt x="16656" y="56002"/>
                    <a:pt x="16915" y="55704"/>
                    <a:pt x="17258" y="55704"/>
                  </a:cubicBezTo>
                  <a:cubicBezTo>
                    <a:pt x="17500" y="55704"/>
                    <a:pt x="17785" y="55853"/>
                    <a:pt x="18086" y="56155"/>
                  </a:cubicBezTo>
                  <a:cubicBezTo>
                    <a:pt x="18416" y="56488"/>
                    <a:pt x="18628" y="56931"/>
                    <a:pt x="18920" y="57302"/>
                  </a:cubicBezTo>
                  <a:cubicBezTo>
                    <a:pt x="19035" y="57446"/>
                    <a:pt x="19209" y="57596"/>
                    <a:pt x="19378" y="57621"/>
                  </a:cubicBezTo>
                  <a:cubicBezTo>
                    <a:pt x="19380" y="57621"/>
                    <a:pt x="19383" y="57622"/>
                    <a:pt x="19385" y="57622"/>
                  </a:cubicBezTo>
                  <a:cubicBezTo>
                    <a:pt x="19470" y="57622"/>
                    <a:pt x="19577" y="57358"/>
                    <a:pt x="19700" y="57254"/>
                  </a:cubicBezTo>
                  <a:cubicBezTo>
                    <a:pt x="20310" y="56735"/>
                    <a:pt x="19959" y="56113"/>
                    <a:pt x="19887" y="55525"/>
                  </a:cubicBezTo>
                  <a:cubicBezTo>
                    <a:pt x="19817" y="54969"/>
                    <a:pt x="20030" y="54629"/>
                    <a:pt x="20436" y="54629"/>
                  </a:cubicBezTo>
                  <a:close/>
                  <a:moveTo>
                    <a:pt x="19114" y="62358"/>
                  </a:moveTo>
                  <a:lnTo>
                    <a:pt x="19114" y="64614"/>
                  </a:lnTo>
                  <a:lnTo>
                    <a:pt x="19114" y="64614"/>
                  </a:lnTo>
                  <a:cubicBezTo>
                    <a:pt x="18598" y="64185"/>
                    <a:pt x="18178" y="63835"/>
                    <a:pt x="17670" y="63405"/>
                  </a:cubicBezTo>
                  <a:cubicBezTo>
                    <a:pt x="18174" y="63043"/>
                    <a:pt x="18614" y="62724"/>
                    <a:pt x="19114" y="62358"/>
                  </a:cubicBezTo>
                  <a:close/>
                  <a:moveTo>
                    <a:pt x="21713" y="61774"/>
                  </a:moveTo>
                  <a:cubicBezTo>
                    <a:pt x="21849" y="61801"/>
                    <a:pt x="22017" y="61835"/>
                    <a:pt x="22221" y="61877"/>
                  </a:cubicBezTo>
                  <a:lnTo>
                    <a:pt x="22221" y="61877"/>
                  </a:lnTo>
                  <a:cubicBezTo>
                    <a:pt x="22010" y="62823"/>
                    <a:pt x="21806" y="63720"/>
                    <a:pt x="21599" y="64616"/>
                  </a:cubicBezTo>
                  <a:cubicBezTo>
                    <a:pt x="21569" y="64612"/>
                    <a:pt x="21539" y="64603"/>
                    <a:pt x="21505" y="64594"/>
                  </a:cubicBezTo>
                  <a:cubicBezTo>
                    <a:pt x="21573" y="63674"/>
                    <a:pt x="21641" y="62751"/>
                    <a:pt x="21713" y="61774"/>
                  </a:cubicBezTo>
                  <a:close/>
                  <a:moveTo>
                    <a:pt x="21022" y="61686"/>
                  </a:moveTo>
                  <a:cubicBezTo>
                    <a:pt x="20908" y="63099"/>
                    <a:pt x="20802" y="64403"/>
                    <a:pt x="20696" y="65681"/>
                  </a:cubicBezTo>
                  <a:lnTo>
                    <a:pt x="20696" y="65680"/>
                  </a:lnTo>
                  <a:cubicBezTo>
                    <a:pt x="20132" y="65425"/>
                    <a:pt x="19645" y="65105"/>
                    <a:pt x="19793" y="64220"/>
                  </a:cubicBezTo>
                  <a:cubicBezTo>
                    <a:pt x="19907" y="63556"/>
                    <a:pt x="19768" y="62848"/>
                    <a:pt x="19738" y="62014"/>
                  </a:cubicBezTo>
                  <a:cubicBezTo>
                    <a:pt x="20052" y="61937"/>
                    <a:pt x="20480" y="61826"/>
                    <a:pt x="21022" y="61686"/>
                  </a:cubicBezTo>
                  <a:close/>
                  <a:moveTo>
                    <a:pt x="43578" y="56875"/>
                  </a:moveTo>
                  <a:cubicBezTo>
                    <a:pt x="44196" y="57293"/>
                    <a:pt x="44883" y="57634"/>
                    <a:pt x="45417" y="58136"/>
                  </a:cubicBezTo>
                  <a:cubicBezTo>
                    <a:pt x="47040" y="59656"/>
                    <a:pt x="48976" y="60662"/>
                    <a:pt x="50909" y="61689"/>
                  </a:cubicBezTo>
                  <a:cubicBezTo>
                    <a:pt x="51884" y="62209"/>
                    <a:pt x="52820" y="62788"/>
                    <a:pt x="53795" y="63308"/>
                  </a:cubicBezTo>
                  <a:cubicBezTo>
                    <a:pt x="55655" y="64296"/>
                    <a:pt x="57701" y="64726"/>
                    <a:pt x="59718" y="65237"/>
                  </a:cubicBezTo>
                  <a:cubicBezTo>
                    <a:pt x="60227" y="65365"/>
                    <a:pt x="60735" y="65488"/>
                    <a:pt x="61385" y="65646"/>
                  </a:cubicBezTo>
                  <a:cubicBezTo>
                    <a:pt x="61198" y="66933"/>
                    <a:pt x="61003" y="68253"/>
                    <a:pt x="60809" y="69586"/>
                  </a:cubicBezTo>
                  <a:cubicBezTo>
                    <a:pt x="59439" y="69635"/>
                    <a:pt x="58100" y="69786"/>
                    <a:pt x="56788" y="69786"/>
                  </a:cubicBezTo>
                  <a:cubicBezTo>
                    <a:pt x="56366" y="69786"/>
                    <a:pt x="55947" y="69770"/>
                    <a:pt x="55531" y="69731"/>
                  </a:cubicBezTo>
                  <a:cubicBezTo>
                    <a:pt x="52299" y="69433"/>
                    <a:pt x="49086" y="68914"/>
                    <a:pt x="45870" y="68462"/>
                  </a:cubicBezTo>
                  <a:cubicBezTo>
                    <a:pt x="43934" y="68189"/>
                    <a:pt x="42031" y="67754"/>
                    <a:pt x="40289" y="66831"/>
                  </a:cubicBezTo>
                  <a:cubicBezTo>
                    <a:pt x="39578" y="66451"/>
                    <a:pt x="38929" y="65949"/>
                    <a:pt x="38268" y="65479"/>
                  </a:cubicBezTo>
                  <a:cubicBezTo>
                    <a:pt x="37963" y="65267"/>
                    <a:pt x="37709" y="64981"/>
                    <a:pt x="37408" y="64764"/>
                  </a:cubicBezTo>
                  <a:cubicBezTo>
                    <a:pt x="36289" y="63964"/>
                    <a:pt x="35344" y="63009"/>
                    <a:pt x="34654" y="61808"/>
                  </a:cubicBezTo>
                  <a:cubicBezTo>
                    <a:pt x="34484" y="61519"/>
                    <a:pt x="34222" y="61289"/>
                    <a:pt x="34043" y="61080"/>
                  </a:cubicBezTo>
                  <a:cubicBezTo>
                    <a:pt x="36281" y="60274"/>
                    <a:pt x="38561" y="59507"/>
                    <a:pt x="40794" y="58625"/>
                  </a:cubicBezTo>
                  <a:cubicBezTo>
                    <a:pt x="41629" y="58293"/>
                    <a:pt x="42358" y="57696"/>
                    <a:pt x="43134" y="57216"/>
                  </a:cubicBezTo>
                  <a:cubicBezTo>
                    <a:pt x="43277" y="57126"/>
                    <a:pt x="43400" y="57011"/>
                    <a:pt x="43578" y="56875"/>
                  </a:cubicBezTo>
                  <a:close/>
                  <a:moveTo>
                    <a:pt x="62130" y="65587"/>
                  </a:moveTo>
                  <a:cubicBezTo>
                    <a:pt x="62194" y="65603"/>
                    <a:pt x="62274" y="65629"/>
                    <a:pt x="62355" y="65651"/>
                  </a:cubicBezTo>
                  <a:cubicBezTo>
                    <a:pt x="63749" y="66051"/>
                    <a:pt x="63754" y="66051"/>
                    <a:pt x="63575" y="67482"/>
                  </a:cubicBezTo>
                  <a:cubicBezTo>
                    <a:pt x="63535" y="67801"/>
                    <a:pt x="63476" y="68119"/>
                    <a:pt x="63397" y="68432"/>
                  </a:cubicBezTo>
                  <a:cubicBezTo>
                    <a:pt x="62941" y="70279"/>
                    <a:pt x="62482" y="72125"/>
                    <a:pt x="62021" y="73970"/>
                  </a:cubicBezTo>
                  <a:cubicBezTo>
                    <a:pt x="61999" y="74050"/>
                    <a:pt x="61961" y="74122"/>
                    <a:pt x="61902" y="74280"/>
                  </a:cubicBezTo>
                  <a:cubicBezTo>
                    <a:pt x="61343" y="71299"/>
                    <a:pt x="61846" y="68457"/>
                    <a:pt x="62130" y="65587"/>
                  </a:cubicBezTo>
                  <a:close/>
                  <a:moveTo>
                    <a:pt x="42312" y="53949"/>
                  </a:moveTo>
                  <a:cubicBezTo>
                    <a:pt x="42638" y="54588"/>
                    <a:pt x="42981" y="55226"/>
                    <a:pt x="43277" y="55882"/>
                  </a:cubicBezTo>
                  <a:cubicBezTo>
                    <a:pt x="43324" y="55985"/>
                    <a:pt x="43202" y="56228"/>
                    <a:pt x="43087" y="56321"/>
                  </a:cubicBezTo>
                  <a:cubicBezTo>
                    <a:pt x="42078" y="57135"/>
                    <a:pt x="41032" y="57872"/>
                    <a:pt x="39773" y="58263"/>
                  </a:cubicBezTo>
                  <a:cubicBezTo>
                    <a:pt x="37710" y="58911"/>
                    <a:pt x="35688" y="59758"/>
                    <a:pt x="33587" y="60236"/>
                  </a:cubicBezTo>
                  <a:cubicBezTo>
                    <a:pt x="30713" y="60893"/>
                    <a:pt x="27773" y="61194"/>
                    <a:pt x="24819" y="61262"/>
                  </a:cubicBezTo>
                  <a:cubicBezTo>
                    <a:pt x="24616" y="61271"/>
                    <a:pt x="24412" y="61283"/>
                    <a:pt x="24209" y="61292"/>
                  </a:cubicBezTo>
                  <a:cubicBezTo>
                    <a:pt x="23925" y="61309"/>
                    <a:pt x="23811" y="61454"/>
                    <a:pt x="23785" y="61650"/>
                  </a:cubicBezTo>
                  <a:cubicBezTo>
                    <a:pt x="23779" y="61692"/>
                    <a:pt x="23778" y="61735"/>
                    <a:pt x="23780" y="61778"/>
                  </a:cubicBezTo>
                  <a:cubicBezTo>
                    <a:pt x="24473" y="61892"/>
                    <a:pt x="25160" y="61938"/>
                    <a:pt x="25843" y="61938"/>
                  </a:cubicBezTo>
                  <a:cubicBezTo>
                    <a:pt x="28025" y="61938"/>
                    <a:pt x="30168" y="61471"/>
                    <a:pt x="32353" y="61292"/>
                  </a:cubicBezTo>
                  <a:lnTo>
                    <a:pt x="32353" y="61292"/>
                  </a:lnTo>
                  <a:cubicBezTo>
                    <a:pt x="32298" y="62114"/>
                    <a:pt x="32192" y="62924"/>
                    <a:pt x="32188" y="63732"/>
                  </a:cubicBezTo>
                  <a:cubicBezTo>
                    <a:pt x="32180" y="67102"/>
                    <a:pt x="32226" y="70475"/>
                    <a:pt x="32200" y="73845"/>
                  </a:cubicBezTo>
                  <a:cubicBezTo>
                    <a:pt x="32175" y="77402"/>
                    <a:pt x="32094" y="80959"/>
                    <a:pt x="32039" y="84520"/>
                  </a:cubicBezTo>
                  <a:cubicBezTo>
                    <a:pt x="32035" y="84928"/>
                    <a:pt x="32027" y="85342"/>
                    <a:pt x="32061" y="85751"/>
                  </a:cubicBezTo>
                  <a:lnTo>
                    <a:pt x="32180" y="85751"/>
                  </a:lnTo>
                  <a:cubicBezTo>
                    <a:pt x="32336" y="85751"/>
                    <a:pt x="32493" y="85888"/>
                    <a:pt x="32650" y="85964"/>
                  </a:cubicBezTo>
                  <a:cubicBezTo>
                    <a:pt x="32599" y="86040"/>
                    <a:pt x="32548" y="86126"/>
                    <a:pt x="32502" y="86210"/>
                  </a:cubicBezTo>
                  <a:cubicBezTo>
                    <a:pt x="32534" y="86203"/>
                    <a:pt x="32564" y="86199"/>
                    <a:pt x="32591" y="86199"/>
                  </a:cubicBezTo>
                  <a:cubicBezTo>
                    <a:pt x="32821" y="86199"/>
                    <a:pt x="32935" y="86443"/>
                    <a:pt x="33087" y="86599"/>
                  </a:cubicBezTo>
                  <a:cubicBezTo>
                    <a:pt x="33251" y="86760"/>
                    <a:pt x="33396" y="86943"/>
                    <a:pt x="33590" y="87165"/>
                  </a:cubicBezTo>
                  <a:cubicBezTo>
                    <a:pt x="32160" y="87589"/>
                    <a:pt x="30733" y="87693"/>
                    <a:pt x="29310" y="87693"/>
                  </a:cubicBezTo>
                  <a:cubicBezTo>
                    <a:pt x="27963" y="87693"/>
                    <a:pt x="26620" y="87600"/>
                    <a:pt x="25283" y="87600"/>
                  </a:cubicBezTo>
                  <a:cubicBezTo>
                    <a:pt x="24860" y="87600"/>
                    <a:pt x="24436" y="87610"/>
                    <a:pt x="24014" y="87634"/>
                  </a:cubicBezTo>
                  <a:cubicBezTo>
                    <a:pt x="23996" y="87548"/>
                    <a:pt x="23980" y="87467"/>
                    <a:pt x="23967" y="87382"/>
                  </a:cubicBezTo>
                  <a:cubicBezTo>
                    <a:pt x="24789" y="87131"/>
                    <a:pt x="25608" y="86871"/>
                    <a:pt x="26438" y="86633"/>
                  </a:cubicBezTo>
                  <a:cubicBezTo>
                    <a:pt x="26601" y="86587"/>
                    <a:pt x="26770" y="86539"/>
                    <a:pt x="26935" y="86539"/>
                  </a:cubicBezTo>
                  <a:cubicBezTo>
                    <a:pt x="27108" y="86539"/>
                    <a:pt x="27276" y="86591"/>
                    <a:pt x="27429" y="86752"/>
                  </a:cubicBezTo>
                  <a:cubicBezTo>
                    <a:pt x="27468" y="86795"/>
                    <a:pt x="27557" y="86811"/>
                    <a:pt x="27620" y="86811"/>
                  </a:cubicBezTo>
                  <a:cubicBezTo>
                    <a:pt x="28785" y="86791"/>
                    <a:pt x="30786" y="86594"/>
                    <a:pt x="31950" y="86560"/>
                  </a:cubicBezTo>
                  <a:cubicBezTo>
                    <a:pt x="32078" y="86556"/>
                    <a:pt x="32239" y="86522"/>
                    <a:pt x="32328" y="86436"/>
                  </a:cubicBezTo>
                  <a:cubicBezTo>
                    <a:pt x="32396" y="86373"/>
                    <a:pt x="32451" y="86292"/>
                    <a:pt x="32502" y="86211"/>
                  </a:cubicBezTo>
                  <a:lnTo>
                    <a:pt x="32502" y="86211"/>
                  </a:lnTo>
                  <a:cubicBezTo>
                    <a:pt x="32452" y="86224"/>
                    <a:pt x="32403" y="86241"/>
                    <a:pt x="32357" y="86266"/>
                  </a:cubicBezTo>
                  <a:cubicBezTo>
                    <a:pt x="32357" y="86267"/>
                    <a:pt x="32356" y="86267"/>
                    <a:pt x="32355" y="86267"/>
                  </a:cubicBezTo>
                  <a:cubicBezTo>
                    <a:pt x="32315" y="86267"/>
                    <a:pt x="32082" y="86028"/>
                    <a:pt x="32070" y="85896"/>
                  </a:cubicBezTo>
                  <a:cubicBezTo>
                    <a:pt x="32066" y="85848"/>
                    <a:pt x="32061" y="85798"/>
                    <a:pt x="32061" y="85751"/>
                  </a:cubicBezTo>
                  <a:cubicBezTo>
                    <a:pt x="31044" y="85755"/>
                    <a:pt x="29310" y="85925"/>
                    <a:pt x="28353" y="85955"/>
                  </a:cubicBezTo>
                  <a:cubicBezTo>
                    <a:pt x="28343" y="85955"/>
                    <a:pt x="28333" y="85955"/>
                    <a:pt x="28324" y="85955"/>
                  </a:cubicBezTo>
                  <a:cubicBezTo>
                    <a:pt x="28003" y="85955"/>
                    <a:pt x="27898" y="85810"/>
                    <a:pt x="27836" y="85500"/>
                  </a:cubicBezTo>
                  <a:cubicBezTo>
                    <a:pt x="27286" y="82782"/>
                    <a:pt x="26751" y="80065"/>
                    <a:pt x="26154" y="77356"/>
                  </a:cubicBezTo>
                  <a:cubicBezTo>
                    <a:pt x="25769" y="75596"/>
                    <a:pt x="25230" y="73871"/>
                    <a:pt x="24857" y="72108"/>
                  </a:cubicBezTo>
                  <a:cubicBezTo>
                    <a:pt x="24480" y="70310"/>
                    <a:pt x="24230" y="68490"/>
                    <a:pt x="23921" y="66680"/>
                  </a:cubicBezTo>
                  <a:cubicBezTo>
                    <a:pt x="23662" y="65190"/>
                    <a:pt x="23395" y="63704"/>
                    <a:pt x="23141" y="62216"/>
                  </a:cubicBezTo>
                  <a:cubicBezTo>
                    <a:pt x="23124" y="62119"/>
                    <a:pt x="23163" y="62012"/>
                    <a:pt x="23192" y="61914"/>
                  </a:cubicBezTo>
                  <a:cubicBezTo>
                    <a:pt x="23213" y="61829"/>
                    <a:pt x="23306" y="61736"/>
                    <a:pt x="23306" y="61667"/>
                  </a:cubicBezTo>
                  <a:cubicBezTo>
                    <a:pt x="23306" y="61659"/>
                    <a:pt x="23302" y="61655"/>
                    <a:pt x="23302" y="61646"/>
                  </a:cubicBezTo>
                  <a:cubicBezTo>
                    <a:pt x="23056" y="60721"/>
                    <a:pt x="23734" y="60015"/>
                    <a:pt x="23807" y="59154"/>
                  </a:cubicBezTo>
                  <a:cubicBezTo>
                    <a:pt x="24323" y="59280"/>
                    <a:pt x="24828" y="59329"/>
                    <a:pt x="25324" y="59329"/>
                  </a:cubicBezTo>
                  <a:cubicBezTo>
                    <a:pt x="26175" y="59329"/>
                    <a:pt x="27004" y="59184"/>
                    <a:pt x="27836" y="59031"/>
                  </a:cubicBezTo>
                  <a:cubicBezTo>
                    <a:pt x="30565" y="58519"/>
                    <a:pt x="33324" y="58093"/>
                    <a:pt x="35921" y="57076"/>
                  </a:cubicBezTo>
                  <a:cubicBezTo>
                    <a:pt x="37349" y="56517"/>
                    <a:pt x="38697" y="55755"/>
                    <a:pt x="40082" y="55077"/>
                  </a:cubicBezTo>
                  <a:cubicBezTo>
                    <a:pt x="40812" y="54720"/>
                    <a:pt x="41532" y="54341"/>
                    <a:pt x="42312" y="53949"/>
                  </a:cubicBezTo>
                  <a:close/>
                  <a:moveTo>
                    <a:pt x="38365" y="0"/>
                  </a:moveTo>
                  <a:cubicBezTo>
                    <a:pt x="37841" y="0"/>
                    <a:pt x="37309" y="70"/>
                    <a:pt x="36777" y="209"/>
                  </a:cubicBezTo>
                  <a:cubicBezTo>
                    <a:pt x="35048" y="665"/>
                    <a:pt x="33578" y="1500"/>
                    <a:pt x="32878" y="3332"/>
                  </a:cubicBezTo>
                  <a:cubicBezTo>
                    <a:pt x="32717" y="3212"/>
                    <a:pt x="32590" y="3110"/>
                    <a:pt x="32455" y="3016"/>
                  </a:cubicBezTo>
                  <a:cubicBezTo>
                    <a:pt x="32302" y="2905"/>
                    <a:pt x="32146" y="2807"/>
                    <a:pt x="31993" y="2697"/>
                  </a:cubicBezTo>
                  <a:cubicBezTo>
                    <a:pt x="29777" y="1116"/>
                    <a:pt x="27230" y="725"/>
                    <a:pt x="24607" y="686"/>
                  </a:cubicBezTo>
                  <a:cubicBezTo>
                    <a:pt x="24320" y="683"/>
                    <a:pt x="24033" y="678"/>
                    <a:pt x="23747" y="678"/>
                  </a:cubicBezTo>
                  <a:cubicBezTo>
                    <a:pt x="22820" y="678"/>
                    <a:pt x="21898" y="732"/>
                    <a:pt x="20976" y="1086"/>
                  </a:cubicBezTo>
                  <a:cubicBezTo>
                    <a:pt x="20608" y="1227"/>
                    <a:pt x="20198" y="1258"/>
                    <a:pt x="19776" y="1258"/>
                  </a:cubicBezTo>
                  <a:cubicBezTo>
                    <a:pt x="19447" y="1258"/>
                    <a:pt x="19110" y="1239"/>
                    <a:pt x="18781" y="1239"/>
                  </a:cubicBezTo>
                  <a:cubicBezTo>
                    <a:pt x="18690" y="1239"/>
                    <a:pt x="18599" y="1241"/>
                    <a:pt x="18509" y="1244"/>
                  </a:cubicBezTo>
                  <a:cubicBezTo>
                    <a:pt x="17497" y="1283"/>
                    <a:pt x="16475" y="1249"/>
                    <a:pt x="15475" y="1380"/>
                  </a:cubicBezTo>
                  <a:cubicBezTo>
                    <a:pt x="14436" y="1516"/>
                    <a:pt x="13386" y="1772"/>
                    <a:pt x="12665" y="2649"/>
                  </a:cubicBezTo>
                  <a:cubicBezTo>
                    <a:pt x="11225" y="4388"/>
                    <a:pt x="11869" y="7152"/>
                    <a:pt x="13975" y="8192"/>
                  </a:cubicBezTo>
                  <a:cubicBezTo>
                    <a:pt x="14543" y="8474"/>
                    <a:pt x="15178" y="8610"/>
                    <a:pt x="15805" y="8822"/>
                  </a:cubicBezTo>
                  <a:cubicBezTo>
                    <a:pt x="15798" y="8883"/>
                    <a:pt x="15789" y="8985"/>
                    <a:pt x="15768" y="9083"/>
                  </a:cubicBezTo>
                  <a:cubicBezTo>
                    <a:pt x="15209" y="11447"/>
                    <a:pt x="15216" y="13837"/>
                    <a:pt x="15810" y="16167"/>
                  </a:cubicBezTo>
                  <a:cubicBezTo>
                    <a:pt x="16475" y="18765"/>
                    <a:pt x="17997" y="20651"/>
                    <a:pt x="20810" y="21117"/>
                  </a:cubicBezTo>
                  <a:cubicBezTo>
                    <a:pt x="21585" y="21248"/>
                    <a:pt x="22378" y="21291"/>
                    <a:pt x="23191" y="21381"/>
                  </a:cubicBezTo>
                  <a:cubicBezTo>
                    <a:pt x="23191" y="22044"/>
                    <a:pt x="23209" y="22722"/>
                    <a:pt x="23179" y="23399"/>
                  </a:cubicBezTo>
                  <a:cubicBezTo>
                    <a:pt x="23175" y="23523"/>
                    <a:pt x="22993" y="23706"/>
                    <a:pt x="22865" y="23740"/>
                  </a:cubicBezTo>
                  <a:cubicBezTo>
                    <a:pt x="22340" y="23872"/>
                    <a:pt x="21806" y="23966"/>
                    <a:pt x="21272" y="24059"/>
                  </a:cubicBezTo>
                  <a:cubicBezTo>
                    <a:pt x="19492" y="24383"/>
                    <a:pt x="17840" y="24984"/>
                    <a:pt x="16441" y="26185"/>
                  </a:cubicBezTo>
                  <a:cubicBezTo>
                    <a:pt x="16233" y="26368"/>
                    <a:pt x="15984" y="26504"/>
                    <a:pt x="15750" y="26666"/>
                  </a:cubicBezTo>
                  <a:cubicBezTo>
                    <a:pt x="15395" y="25099"/>
                    <a:pt x="15055" y="23591"/>
                    <a:pt x="14713" y="22083"/>
                  </a:cubicBezTo>
                  <a:cubicBezTo>
                    <a:pt x="14000" y="18960"/>
                    <a:pt x="12928" y="15923"/>
                    <a:pt x="12635" y="12703"/>
                  </a:cubicBezTo>
                  <a:cubicBezTo>
                    <a:pt x="12572" y="12004"/>
                    <a:pt x="12263" y="11327"/>
                    <a:pt x="12026" y="10654"/>
                  </a:cubicBezTo>
                  <a:cubicBezTo>
                    <a:pt x="11953" y="10441"/>
                    <a:pt x="11796" y="10181"/>
                    <a:pt x="11610" y="10104"/>
                  </a:cubicBezTo>
                  <a:cubicBezTo>
                    <a:pt x="11055" y="9874"/>
                    <a:pt x="10466" y="9713"/>
                    <a:pt x="9886" y="9542"/>
                  </a:cubicBezTo>
                  <a:cubicBezTo>
                    <a:pt x="9049" y="9295"/>
                    <a:pt x="8225" y="9176"/>
                    <a:pt x="7415" y="9176"/>
                  </a:cubicBezTo>
                  <a:cubicBezTo>
                    <a:pt x="5947" y="9176"/>
                    <a:pt x="4522" y="9566"/>
                    <a:pt x="3144" y="10296"/>
                  </a:cubicBezTo>
                  <a:cubicBezTo>
                    <a:pt x="2643" y="10561"/>
                    <a:pt x="2190" y="10939"/>
                    <a:pt x="1770" y="11323"/>
                  </a:cubicBezTo>
                  <a:cubicBezTo>
                    <a:pt x="1334" y="11723"/>
                    <a:pt x="1038" y="12324"/>
                    <a:pt x="546" y="12601"/>
                  </a:cubicBezTo>
                  <a:cubicBezTo>
                    <a:pt x="63" y="12877"/>
                    <a:pt x="119" y="13261"/>
                    <a:pt x="30" y="13632"/>
                  </a:cubicBezTo>
                  <a:cubicBezTo>
                    <a:pt x="0" y="13747"/>
                    <a:pt x="89" y="13905"/>
                    <a:pt x="153" y="14028"/>
                  </a:cubicBezTo>
                  <a:cubicBezTo>
                    <a:pt x="241" y="14193"/>
                    <a:pt x="398" y="14335"/>
                    <a:pt x="445" y="14509"/>
                  </a:cubicBezTo>
                  <a:cubicBezTo>
                    <a:pt x="1208" y="17304"/>
                    <a:pt x="1856" y="20128"/>
                    <a:pt x="2725" y="22883"/>
                  </a:cubicBezTo>
                  <a:cubicBezTo>
                    <a:pt x="4386" y="28166"/>
                    <a:pt x="5636" y="33550"/>
                    <a:pt x="6713" y="38947"/>
                  </a:cubicBezTo>
                  <a:cubicBezTo>
                    <a:pt x="6501" y="39228"/>
                    <a:pt x="6145" y="39505"/>
                    <a:pt x="6064" y="39846"/>
                  </a:cubicBezTo>
                  <a:cubicBezTo>
                    <a:pt x="5869" y="40648"/>
                    <a:pt x="5658" y="41495"/>
                    <a:pt x="5721" y="42300"/>
                  </a:cubicBezTo>
                  <a:cubicBezTo>
                    <a:pt x="5869" y="44076"/>
                    <a:pt x="6755" y="45474"/>
                    <a:pt x="8264" y="46457"/>
                  </a:cubicBezTo>
                  <a:cubicBezTo>
                    <a:pt x="8426" y="46559"/>
                    <a:pt x="8578" y="46768"/>
                    <a:pt x="8620" y="46951"/>
                  </a:cubicBezTo>
                  <a:cubicBezTo>
                    <a:pt x="9120" y="49247"/>
                    <a:pt x="9586" y="51548"/>
                    <a:pt x="10095" y="53843"/>
                  </a:cubicBezTo>
                  <a:cubicBezTo>
                    <a:pt x="10561" y="55951"/>
                    <a:pt x="11062" y="58052"/>
                    <a:pt x="11557" y="60152"/>
                  </a:cubicBezTo>
                  <a:cubicBezTo>
                    <a:pt x="11595" y="60313"/>
                    <a:pt x="11710" y="60510"/>
                    <a:pt x="11849" y="60587"/>
                  </a:cubicBezTo>
                  <a:cubicBezTo>
                    <a:pt x="14002" y="61779"/>
                    <a:pt x="16032" y="63155"/>
                    <a:pt x="17968" y="64675"/>
                  </a:cubicBezTo>
                  <a:cubicBezTo>
                    <a:pt x="18900" y="65408"/>
                    <a:pt x="19880" y="66089"/>
                    <a:pt x="20858" y="66758"/>
                  </a:cubicBezTo>
                  <a:cubicBezTo>
                    <a:pt x="21003" y="66860"/>
                    <a:pt x="21214" y="66881"/>
                    <a:pt x="21413" y="66881"/>
                  </a:cubicBezTo>
                  <a:cubicBezTo>
                    <a:pt x="21465" y="66881"/>
                    <a:pt x="21517" y="66880"/>
                    <a:pt x="21566" y="66878"/>
                  </a:cubicBezTo>
                  <a:cubicBezTo>
                    <a:pt x="21609" y="66878"/>
                    <a:pt x="21638" y="66541"/>
                    <a:pt x="21672" y="66358"/>
                  </a:cubicBezTo>
                  <a:cubicBezTo>
                    <a:pt x="21685" y="66309"/>
                    <a:pt x="21701" y="66260"/>
                    <a:pt x="21718" y="66213"/>
                  </a:cubicBezTo>
                  <a:cubicBezTo>
                    <a:pt x="22048" y="65306"/>
                    <a:pt x="22380" y="64395"/>
                    <a:pt x="22705" y="63491"/>
                  </a:cubicBezTo>
                  <a:cubicBezTo>
                    <a:pt x="22735" y="63636"/>
                    <a:pt x="22782" y="63816"/>
                    <a:pt x="22807" y="63994"/>
                  </a:cubicBezTo>
                  <a:cubicBezTo>
                    <a:pt x="23133" y="66405"/>
                    <a:pt x="23341" y="68837"/>
                    <a:pt x="23812" y="71218"/>
                  </a:cubicBezTo>
                  <a:cubicBezTo>
                    <a:pt x="24629" y="75376"/>
                    <a:pt x="25609" y="79499"/>
                    <a:pt x="26519" y="83631"/>
                  </a:cubicBezTo>
                  <a:cubicBezTo>
                    <a:pt x="26676" y="84338"/>
                    <a:pt x="26833" y="85046"/>
                    <a:pt x="26994" y="85774"/>
                  </a:cubicBezTo>
                  <a:cubicBezTo>
                    <a:pt x="26782" y="85821"/>
                    <a:pt x="26639" y="85863"/>
                    <a:pt x="26489" y="85885"/>
                  </a:cubicBezTo>
                  <a:cubicBezTo>
                    <a:pt x="25070" y="86072"/>
                    <a:pt x="23799" y="86690"/>
                    <a:pt x="22523" y="87278"/>
                  </a:cubicBezTo>
                  <a:cubicBezTo>
                    <a:pt x="22366" y="87350"/>
                    <a:pt x="22210" y="87606"/>
                    <a:pt x="22210" y="87780"/>
                  </a:cubicBezTo>
                  <a:cubicBezTo>
                    <a:pt x="22210" y="87904"/>
                    <a:pt x="22442" y="88074"/>
                    <a:pt x="22608" y="88151"/>
                  </a:cubicBezTo>
                  <a:cubicBezTo>
                    <a:pt x="22785" y="88231"/>
                    <a:pt x="23006" y="88248"/>
                    <a:pt x="23205" y="88257"/>
                  </a:cubicBezTo>
                  <a:cubicBezTo>
                    <a:pt x="24777" y="88303"/>
                    <a:pt x="26358" y="88295"/>
                    <a:pt x="27925" y="88402"/>
                  </a:cubicBezTo>
                  <a:cubicBezTo>
                    <a:pt x="28421" y="88436"/>
                    <a:pt x="28916" y="88454"/>
                    <a:pt x="29408" y="88454"/>
                  </a:cubicBezTo>
                  <a:cubicBezTo>
                    <a:pt x="30862" y="88454"/>
                    <a:pt x="32299" y="88299"/>
                    <a:pt x="33727" y="87959"/>
                  </a:cubicBezTo>
                  <a:cubicBezTo>
                    <a:pt x="34409" y="87796"/>
                    <a:pt x="34655" y="87349"/>
                    <a:pt x="34239" y="86774"/>
                  </a:cubicBezTo>
                  <a:cubicBezTo>
                    <a:pt x="33950" y="86378"/>
                    <a:pt x="33596" y="86033"/>
                    <a:pt x="33193" y="85752"/>
                  </a:cubicBezTo>
                  <a:cubicBezTo>
                    <a:pt x="32866" y="85526"/>
                    <a:pt x="32773" y="85305"/>
                    <a:pt x="32803" y="84922"/>
                  </a:cubicBezTo>
                  <a:cubicBezTo>
                    <a:pt x="32900" y="83477"/>
                    <a:pt x="32993" y="82033"/>
                    <a:pt x="33027" y="80589"/>
                  </a:cubicBezTo>
                  <a:cubicBezTo>
                    <a:pt x="33082" y="78323"/>
                    <a:pt x="33103" y="76057"/>
                    <a:pt x="33103" y="73790"/>
                  </a:cubicBezTo>
                  <a:cubicBezTo>
                    <a:pt x="33103" y="71341"/>
                    <a:pt x="33048" y="68887"/>
                    <a:pt x="33053" y="66438"/>
                  </a:cubicBezTo>
                  <a:cubicBezTo>
                    <a:pt x="33057" y="64756"/>
                    <a:pt x="33124" y="63077"/>
                    <a:pt x="33162" y="61399"/>
                  </a:cubicBezTo>
                  <a:cubicBezTo>
                    <a:pt x="33210" y="61377"/>
                    <a:pt x="33260" y="61357"/>
                    <a:pt x="33307" y="61336"/>
                  </a:cubicBezTo>
                  <a:cubicBezTo>
                    <a:pt x="33553" y="61625"/>
                    <a:pt x="33840" y="61885"/>
                    <a:pt x="34027" y="62209"/>
                  </a:cubicBezTo>
                  <a:cubicBezTo>
                    <a:pt x="34713" y="63405"/>
                    <a:pt x="35573" y="64441"/>
                    <a:pt x="36709" y="65233"/>
                  </a:cubicBezTo>
                  <a:cubicBezTo>
                    <a:pt x="36933" y="65387"/>
                    <a:pt x="37142" y="65563"/>
                    <a:pt x="37332" y="65757"/>
                  </a:cubicBezTo>
                  <a:cubicBezTo>
                    <a:pt x="38913" y="67333"/>
                    <a:pt x="40866" y="68219"/>
                    <a:pt x="42981" y="68730"/>
                  </a:cubicBezTo>
                  <a:cubicBezTo>
                    <a:pt x="46523" y="69590"/>
                    <a:pt x="50130" y="70097"/>
                    <a:pt x="53749" y="70497"/>
                  </a:cubicBezTo>
                  <a:cubicBezTo>
                    <a:pt x="54632" y="70595"/>
                    <a:pt x="55510" y="70643"/>
                    <a:pt x="56386" y="70643"/>
                  </a:cubicBezTo>
                  <a:cubicBezTo>
                    <a:pt x="57891" y="70643"/>
                    <a:pt x="59388" y="70499"/>
                    <a:pt x="60893" y="70208"/>
                  </a:cubicBezTo>
                  <a:lnTo>
                    <a:pt x="60893" y="70208"/>
                  </a:lnTo>
                  <a:cubicBezTo>
                    <a:pt x="60893" y="70345"/>
                    <a:pt x="60884" y="70477"/>
                    <a:pt x="60893" y="70608"/>
                  </a:cubicBezTo>
                  <a:cubicBezTo>
                    <a:pt x="60995" y="72189"/>
                    <a:pt x="61084" y="73765"/>
                    <a:pt x="61219" y="75337"/>
                  </a:cubicBezTo>
                  <a:cubicBezTo>
                    <a:pt x="61240" y="75554"/>
                    <a:pt x="61491" y="75904"/>
                    <a:pt x="61651" y="75912"/>
                  </a:cubicBezTo>
                  <a:cubicBezTo>
                    <a:pt x="61657" y="75913"/>
                    <a:pt x="61664" y="75913"/>
                    <a:pt x="61670" y="75913"/>
                  </a:cubicBezTo>
                  <a:cubicBezTo>
                    <a:pt x="61892" y="75913"/>
                    <a:pt x="62169" y="75715"/>
                    <a:pt x="62330" y="75524"/>
                  </a:cubicBezTo>
                  <a:cubicBezTo>
                    <a:pt x="62499" y="75328"/>
                    <a:pt x="62580" y="75044"/>
                    <a:pt x="62647" y="74783"/>
                  </a:cubicBezTo>
                  <a:cubicBezTo>
                    <a:pt x="62893" y="73864"/>
                    <a:pt x="63131" y="72939"/>
                    <a:pt x="63347" y="72010"/>
                  </a:cubicBezTo>
                  <a:cubicBezTo>
                    <a:pt x="63736" y="70357"/>
                    <a:pt x="64147" y="68704"/>
                    <a:pt x="64474" y="67039"/>
                  </a:cubicBezTo>
                  <a:cubicBezTo>
                    <a:pt x="64736" y="65693"/>
                    <a:pt x="64580" y="65289"/>
                    <a:pt x="62860" y="64961"/>
                  </a:cubicBezTo>
                  <a:cubicBezTo>
                    <a:pt x="62783" y="64947"/>
                    <a:pt x="62704" y="64942"/>
                    <a:pt x="62624" y="64942"/>
                  </a:cubicBezTo>
                  <a:cubicBezTo>
                    <a:pt x="62483" y="64942"/>
                    <a:pt x="62339" y="64956"/>
                    <a:pt x="62197" y="64956"/>
                  </a:cubicBezTo>
                  <a:cubicBezTo>
                    <a:pt x="62138" y="64956"/>
                    <a:pt x="62075" y="64961"/>
                    <a:pt x="62013" y="64961"/>
                  </a:cubicBezTo>
                  <a:cubicBezTo>
                    <a:pt x="61961" y="64961"/>
                    <a:pt x="61909" y="64958"/>
                    <a:pt x="61858" y="64944"/>
                  </a:cubicBezTo>
                  <a:cubicBezTo>
                    <a:pt x="61126" y="64748"/>
                    <a:pt x="60396" y="64518"/>
                    <a:pt x="59659" y="64339"/>
                  </a:cubicBezTo>
                  <a:cubicBezTo>
                    <a:pt x="57363" y="63794"/>
                    <a:pt x="55109" y="63167"/>
                    <a:pt x="53053" y="61928"/>
                  </a:cubicBezTo>
                  <a:cubicBezTo>
                    <a:pt x="51239" y="60838"/>
                    <a:pt x="49333" y="59896"/>
                    <a:pt x="47532" y="58784"/>
                  </a:cubicBezTo>
                  <a:cubicBezTo>
                    <a:pt x="46357" y="58061"/>
                    <a:pt x="45299" y="57148"/>
                    <a:pt x="44150" y="56293"/>
                  </a:cubicBezTo>
                  <a:cubicBezTo>
                    <a:pt x="44091" y="56109"/>
                    <a:pt x="44053" y="55802"/>
                    <a:pt x="43908" y="55551"/>
                  </a:cubicBezTo>
                  <a:cubicBezTo>
                    <a:pt x="42959" y="53923"/>
                    <a:pt x="41972" y="52318"/>
                    <a:pt x="41027" y="50687"/>
                  </a:cubicBezTo>
                  <a:cubicBezTo>
                    <a:pt x="40747" y="50196"/>
                    <a:pt x="40603" y="49629"/>
                    <a:pt x="40323" y="49136"/>
                  </a:cubicBezTo>
                  <a:cubicBezTo>
                    <a:pt x="39853" y="48288"/>
                    <a:pt x="39294" y="47492"/>
                    <a:pt x="38832" y="46644"/>
                  </a:cubicBezTo>
                  <a:cubicBezTo>
                    <a:pt x="38336" y="45728"/>
                    <a:pt x="37802" y="44821"/>
                    <a:pt x="37726" y="43739"/>
                  </a:cubicBezTo>
                  <a:cubicBezTo>
                    <a:pt x="37722" y="43670"/>
                    <a:pt x="37633" y="43607"/>
                    <a:pt x="37581" y="43543"/>
                  </a:cubicBezTo>
                  <a:cubicBezTo>
                    <a:pt x="37454" y="43373"/>
                    <a:pt x="37281" y="43224"/>
                    <a:pt x="37209" y="43032"/>
                  </a:cubicBezTo>
                  <a:cubicBezTo>
                    <a:pt x="36887" y="42209"/>
                    <a:pt x="36603" y="41371"/>
                    <a:pt x="36285" y="40549"/>
                  </a:cubicBezTo>
                  <a:cubicBezTo>
                    <a:pt x="36146" y="40187"/>
                    <a:pt x="36179" y="39893"/>
                    <a:pt x="36387" y="39556"/>
                  </a:cubicBezTo>
                  <a:cubicBezTo>
                    <a:pt x="36662" y="39109"/>
                    <a:pt x="36883" y="38627"/>
                    <a:pt x="37099" y="38146"/>
                  </a:cubicBezTo>
                  <a:cubicBezTo>
                    <a:pt x="38709" y="34521"/>
                    <a:pt x="38722" y="30934"/>
                    <a:pt x="36671" y="27476"/>
                  </a:cubicBezTo>
                  <a:cubicBezTo>
                    <a:pt x="35557" y="25597"/>
                    <a:pt x="33972" y="24290"/>
                    <a:pt x="31671" y="24149"/>
                  </a:cubicBezTo>
                  <a:cubicBezTo>
                    <a:pt x="31336" y="24127"/>
                    <a:pt x="31305" y="23919"/>
                    <a:pt x="31264" y="23675"/>
                  </a:cubicBezTo>
                  <a:cubicBezTo>
                    <a:pt x="31128" y="22892"/>
                    <a:pt x="31001" y="22108"/>
                    <a:pt x="30839" y="21333"/>
                  </a:cubicBezTo>
                  <a:cubicBezTo>
                    <a:pt x="30755" y="20920"/>
                    <a:pt x="30607" y="20520"/>
                    <a:pt x="30509" y="20188"/>
                  </a:cubicBezTo>
                  <a:cubicBezTo>
                    <a:pt x="31157" y="19310"/>
                    <a:pt x="32078" y="18841"/>
                    <a:pt x="32874" y="18215"/>
                  </a:cubicBezTo>
                  <a:cubicBezTo>
                    <a:pt x="34425" y="16997"/>
                    <a:pt x="35607" y="15471"/>
                    <a:pt x="35887" y="13410"/>
                  </a:cubicBezTo>
                  <a:cubicBezTo>
                    <a:pt x="35930" y="13099"/>
                    <a:pt x="36005" y="12793"/>
                    <a:pt x="36069" y="12490"/>
                  </a:cubicBezTo>
                  <a:cubicBezTo>
                    <a:pt x="36119" y="12494"/>
                    <a:pt x="36146" y="12490"/>
                    <a:pt x="36149" y="12499"/>
                  </a:cubicBezTo>
                  <a:cubicBezTo>
                    <a:pt x="36319" y="12997"/>
                    <a:pt x="36514" y="13486"/>
                    <a:pt x="36645" y="13994"/>
                  </a:cubicBezTo>
                  <a:cubicBezTo>
                    <a:pt x="37358" y="16699"/>
                    <a:pt x="39205" y="18385"/>
                    <a:pt x="41603" y="19536"/>
                  </a:cubicBezTo>
                  <a:cubicBezTo>
                    <a:pt x="42174" y="19808"/>
                    <a:pt x="42816" y="19952"/>
                    <a:pt x="43460" y="19952"/>
                  </a:cubicBezTo>
                  <a:cubicBezTo>
                    <a:pt x="45233" y="19952"/>
                    <a:pt x="47016" y="18866"/>
                    <a:pt x="47324" y="16400"/>
                  </a:cubicBezTo>
                  <a:cubicBezTo>
                    <a:pt x="47383" y="15910"/>
                    <a:pt x="47447" y="15412"/>
                    <a:pt x="47421" y="14922"/>
                  </a:cubicBezTo>
                  <a:cubicBezTo>
                    <a:pt x="47337" y="13422"/>
                    <a:pt x="47845" y="12133"/>
                    <a:pt x="48621" y="10889"/>
                  </a:cubicBezTo>
                  <a:cubicBezTo>
                    <a:pt x="49210" y="9939"/>
                    <a:pt x="49740" y="8942"/>
                    <a:pt x="50176" y="7911"/>
                  </a:cubicBezTo>
                  <a:cubicBezTo>
                    <a:pt x="50790" y="6459"/>
                    <a:pt x="50676" y="5082"/>
                    <a:pt x="49422" y="3954"/>
                  </a:cubicBezTo>
                  <a:cubicBezTo>
                    <a:pt x="48867" y="3456"/>
                    <a:pt x="48218" y="3165"/>
                    <a:pt x="47498" y="3106"/>
                  </a:cubicBezTo>
                  <a:cubicBezTo>
                    <a:pt x="45333" y="2931"/>
                    <a:pt x="43370" y="2330"/>
                    <a:pt x="41553" y="1014"/>
                  </a:cubicBezTo>
                  <a:cubicBezTo>
                    <a:pt x="40613" y="336"/>
                    <a:pt x="39511" y="0"/>
                    <a:pt x="383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80"/>
            <p:cNvSpPr/>
            <p:nvPr/>
          </p:nvSpPr>
          <p:spPr>
            <a:xfrm>
              <a:off x="2520876" y="3767284"/>
              <a:ext cx="67805" cy="244329"/>
            </a:xfrm>
            <a:custGeom>
              <a:rect b="b" l="l" r="r" t="t"/>
              <a:pathLst>
                <a:path extrusionOk="0" h="8695" w="2413">
                  <a:moveTo>
                    <a:pt x="789" y="1"/>
                  </a:moveTo>
                  <a:cubicBezTo>
                    <a:pt x="505" y="2871"/>
                    <a:pt x="1" y="5713"/>
                    <a:pt x="560" y="8694"/>
                  </a:cubicBezTo>
                  <a:cubicBezTo>
                    <a:pt x="619" y="8536"/>
                    <a:pt x="658" y="8464"/>
                    <a:pt x="679" y="8384"/>
                  </a:cubicBezTo>
                  <a:cubicBezTo>
                    <a:pt x="1144" y="6540"/>
                    <a:pt x="1602" y="4694"/>
                    <a:pt x="2056" y="2846"/>
                  </a:cubicBezTo>
                  <a:cubicBezTo>
                    <a:pt x="2134" y="2533"/>
                    <a:pt x="2194" y="2215"/>
                    <a:pt x="2234" y="1896"/>
                  </a:cubicBezTo>
                  <a:cubicBezTo>
                    <a:pt x="2413" y="465"/>
                    <a:pt x="2408" y="465"/>
                    <a:pt x="1014" y="65"/>
                  </a:cubicBezTo>
                  <a:cubicBezTo>
                    <a:pt x="933" y="43"/>
                    <a:pt x="853" y="17"/>
                    <a:pt x="789" y="1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80"/>
            <p:cNvSpPr/>
            <p:nvPr/>
          </p:nvSpPr>
          <p:spPr>
            <a:xfrm>
              <a:off x="1733313" y="1943049"/>
              <a:ext cx="475396" cy="522042"/>
            </a:xfrm>
            <a:custGeom>
              <a:rect b="b" l="l" r="r" t="t"/>
              <a:pathLst>
                <a:path extrusionOk="0" h="18578" w="16918">
                  <a:moveTo>
                    <a:pt x="4710" y="0"/>
                  </a:moveTo>
                  <a:cubicBezTo>
                    <a:pt x="3121" y="0"/>
                    <a:pt x="1744" y="653"/>
                    <a:pt x="606" y="1967"/>
                  </a:cubicBezTo>
                  <a:cubicBezTo>
                    <a:pt x="1" y="2666"/>
                    <a:pt x="26" y="3097"/>
                    <a:pt x="632" y="3740"/>
                  </a:cubicBezTo>
                  <a:cubicBezTo>
                    <a:pt x="746" y="3864"/>
                    <a:pt x="856" y="3992"/>
                    <a:pt x="963" y="4124"/>
                  </a:cubicBezTo>
                  <a:cubicBezTo>
                    <a:pt x="2412" y="5930"/>
                    <a:pt x="2712" y="8098"/>
                    <a:pt x="2857" y="10309"/>
                  </a:cubicBezTo>
                  <a:cubicBezTo>
                    <a:pt x="2895" y="10624"/>
                    <a:pt x="2857" y="10969"/>
                    <a:pt x="2980" y="11246"/>
                  </a:cubicBezTo>
                  <a:cubicBezTo>
                    <a:pt x="3374" y="12128"/>
                    <a:pt x="3903" y="12954"/>
                    <a:pt x="4242" y="13857"/>
                  </a:cubicBezTo>
                  <a:cubicBezTo>
                    <a:pt x="5047" y="16012"/>
                    <a:pt x="6709" y="17287"/>
                    <a:pt x="8649" y="18219"/>
                  </a:cubicBezTo>
                  <a:cubicBezTo>
                    <a:pt x="9158" y="18464"/>
                    <a:pt x="9671" y="18578"/>
                    <a:pt x="10160" y="18578"/>
                  </a:cubicBezTo>
                  <a:cubicBezTo>
                    <a:pt x="11706" y="18578"/>
                    <a:pt x="13024" y="17440"/>
                    <a:pt x="13281" y="15681"/>
                  </a:cubicBezTo>
                  <a:cubicBezTo>
                    <a:pt x="13354" y="15195"/>
                    <a:pt x="13404" y="14696"/>
                    <a:pt x="13388" y="14207"/>
                  </a:cubicBezTo>
                  <a:cubicBezTo>
                    <a:pt x="13328" y="12595"/>
                    <a:pt x="13815" y="11165"/>
                    <a:pt x="14700" y="9840"/>
                  </a:cubicBezTo>
                  <a:cubicBezTo>
                    <a:pt x="15405" y="8793"/>
                    <a:pt x="15985" y="7694"/>
                    <a:pt x="16371" y="6471"/>
                  </a:cubicBezTo>
                  <a:cubicBezTo>
                    <a:pt x="16917" y="4758"/>
                    <a:pt x="15616" y="3356"/>
                    <a:pt x="14324" y="3139"/>
                  </a:cubicBezTo>
                  <a:cubicBezTo>
                    <a:pt x="13925" y="3075"/>
                    <a:pt x="13522" y="2991"/>
                    <a:pt x="13120" y="2960"/>
                  </a:cubicBezTo>
                  <a:cubicBezTo>
                    <a:pt x="11412" y="2819"/>
                    <a:pt x="9832" y="2364"/>
                    <a:pt x="8488" y="1223"/>
                  </a:cubicBezTo>
                  <a:cubicBezTo>
                    <a:pt x="7763" y="605"/>
                    <a:pt x="6869" y="302"/>
                    <a:pt x="5946" y="124"/>
                  </a:cubicBezTo>
                  <a:cubicBezTo>
                    <a:pt x="5521" y="41"/>
                    <a:pt x="5108" y="0"/>
                    <a:pt x="4710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0"/>
            <p:cNvSpPr/>
            <p:nvPr/>
          </p:nvSpPr>
          <p:spPr>
            <a:xfrm>
              <a:off x="1471917" y="3361505"/>
              <a:ext cx="498578" cy="208895"/>
            </a:xfrm>
            <a:custGeom>
              <a:rect b="b" l="l" r="r" t="t"/>
              <a:pathLst>
                <a:path extrusionOk="0" h="7434" w="17743">
                  <a:moveTo>
                    <a:pt x="16468" y="0"/>
                  </a:moveTo>
                  <a:cubicBezTo>
                    <a:pt x="14091" y="1692"/>
                    <a:pt x="13179" y="2113"/>
                    <a:pt x="10361" y="2901"/>
                  </a:cubicBezTo>
                  <a:cubicBezTo>
                    <a:pt x="8438" y="3438"/>
                    <a:pt x="6514" y="3970"/>
                    <a:pt x="4607" y="4558"/>
                  </a:cubicBezTo>
                  <a:cubicBezTo>
                    <a:pt x="3430" y="4924"/>
                    <a:pt x="2265" y="5309"/>
                    <a:pt x="1021" y="5309"/>
                  </a:cubicBezTo>
                  <a:cubicBezTo>
                    <a:pt x="687" y="5309"/>
                    <a:pt x="348" y="5281"/>
                    <a:pt x="1" y="5218"/>
                  </a:cubicBezTo>
                  <a:lnTo>
                    <a:pt x="1" y="5218"/>
                  </a:lnTo>
                  <a:cubicBezTo>
                    <a:pt x="187" y="5576"/>
                    <a:pt x="463" y="5874"/>
                    <a:pt x="483" y="6190"/>
                  </a:cubicBezTo>
                  <a:cubicBezTo>
                    <a:pt x="504" y="6534"/>
                    <a:pt x="288" y="6893"/>
                    <a:pt x="119" y="7433"/>
                  </a:cubicBezTo>
                  <a:cubicBezTo>
                    <a:pt x="6467" y="6837"/>
                    <a:pt x="12451" y="5507"/>
                    <a:pt x="17743" y="1934"/>
                  </a:cubicBezTo>
                  <a:cubicBezTo>
                    <a:pt x="17346" y="1330"/>
                    <a:pt x="16908" y="665"/>
                    <a:pt x="16468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80"/>
            <p:cNvSpPr/>
            <p:nvPr/>
          </p:nvSpPr>
          <p:spPr>
            <a:xfrm>
              <a:off x="1330118" y="2607639"/>
              <a:ext cx="532636" cy="687691"/>
            </a:xfrm>
            <a:custGeom>
              <a:rect b="b" l="l" r="r" t="t"/>
              <a:pathLst>
                <a:path extrusionOk="0" h="24473" w="18955">
                  <a:moveTo>
                    <a:pt x="4187" y="0"/>
                  </a:moveTo>
                  <a:cubicBezTo>
                    <a:pt x="3496" y="170"/>
                    <a:pt x="2826" y="333"/>
                    <a:pt x="2195" y="491"/>
                  </a:cubicBezTo>
                  <a:cubicBezTo>
                    <a:pt x="2077" y="1448"/>
                    <a:pt x="1988" y="2361"/>
                    <a:pt x="1847" y="3263"/>
                  </a:cubicBezTo>
                  <a:cubicBezTo>
                    <a:pt x="1381" y="6258"/>
                    <a:pt x="877" y="9244"/>
                    <a:pt x="424" y="12239"/>
                  </a:cubicBezTo>
                  <a:cubicBezTo>
                    <a:pt x="271" y="13243"/>
                    <a:pt x="85" y="14283"/>
                    <a:pt x="187" y="15280"/>
                  </a:cubicBezTo>
                  <a:cubicBezTo>
                    <a:pt x="310" y="16485"/>
                    <a:pt x="716" y="17661"/>
                    <a:pt x="1013" y="18905"/>
                  </a:cubicBezTo>
                  <a:cubicBezTo>
                    <a:pt x="1813" y="18406"/>
                    <a:pt x="2534" y="17967"/>
                    <a:pt x="3246" y="17516"/>
                  </a:cubicBezTo>
                  <a:cubicBezTo>
                    <a:pt x="3398" y="17419"/>
                    <a:pt x="3534" y="17278"/>
                    <a:pt x="3662" y="17146"/>
                  </a:cubicBezTo>
                  <a:cubicBezTo>
                    <a:pt x="4894" y="15859"/>
                    <a:pt x="6081" y="14534"/>
                    <a:pt x="7161" y="13107"/>
                  </a:cubicBezTo>
                  <a:cubicBezTo>
                    <a:pt x="8844" y="10887"/>
                    <a:pt x="9772" y="8442"/>
                    <a:pt x="9725" y="5636"/>
                  </a:cubicBezTo>
                  <a:cubicBezTo>
                    <a:pt x="9720" y="5350"/>
                    <a:pt x="9606" y="4941"/>
                    <a:pt x="10034" y="4912"/>
                  </a:cubicBezTo>
                  <a:cubicBezTo>
                    <a:pt x="10035" y="4912"/>
                    <a:pt x="10036" y="4912"/>
                    <a:pt x="10037" y="4912"/>
                  </a:cubicBezTo>
                  <a:cubicBezTo>
                    <a:pt x="10149" y="4912"/>
                    <a:pt x="10391" y="5369"/>
                    <a:pt x="10399" y="5618"/>
                  </a:cubicBezTo>
                  <a:cubicBezTo>
                    <a:pt x="10493" y="7723"/>
                    <a:pt x="10064" y="9733"/>
                    <a:pt x="9013" y="11552"/>
                  </a:cubicBezTo>
                  <a:cubicBezTo>
                    <a:pt x="7191" y="14700"/>
                    <a:pt x="4755" y="17320"/>
                    <a:pt x="1865" y="19501"/>
                  </a:cubicBezTo>
                  <a:cubicBezTo>
                    <a:pt x="1292" y="19935"/>
                    <a:pt x="615" y="20226"/>
                    <a:pt x="0" y="20574"/>
                  </a:cubicBezTo>
                  <a:cubicBezTo>
                    <a:pt x="131" y="21827"/>
                    <a:pt x="263" y="23105"/>
                    <a:pt x="406" y="24472"/>
                  </a:cubicBezTo>
                  <a:cubicBezTo>
                    <a:pt x="1441" y="24233"/>
                    <a:pt x="2436" y="24000"/>
                    <a:pt x="3437" y="23765"/>
                  </a:cubicBezTo>
                  <a:cubicBezTo>
                    <a:pt x="6971" y="22938"/>
                    <a:pt x="10302" y="21677"/>
                    <a:pt x="13094" y="19241"/>
                  </a:cubicBezTo>
                  <a:cubicBezTo>
                    <a:pt x="14932" y="17635"/>
                    <a:pt x="16480" y="15820"/>
                    <a:pt x="17497" y="13571"/>
                  </a:cubicBezTo>
                  <a:cubicBezTo>
                    <a:pt x="18611" y="11109"/>
                    <a:pt x="18954" y="8578"/>
                    <a:pt x="18188" y="5964"/>
                  </a:cubicBezTo>
                  <a:cubicBezTo>
                    <a:pt x="17349" y="3104"/>
                    <a:pt x="15785" y="941"/>
                    <a:pt x="12641" y="380"/>
                  </a:cubicBezTo>
                  <a:cubicBezTo>
                    <a:pt x="12539" y="363"/>
                    <a:pt x="12442" y="299"/>
                    <a:pt x="12348" y="299"/>
                  </a:cubicBezTo>
                  <a:cubicBezTo>
                    <a:pt x="12212" y="303"/>
                    <a:pt x="12048" y="312"/>
                    <a:pt x="11955" y="389"/>
                  </a:cubicBezTo>
                  <a:cubicBezTo>
                    <a:pt x="11268" y="946"/>
                    <a:pt x="10623" y="1556"/>
                    <a:pt x="9911" y="2074"/>
                  </a:cubicBezTo>
                  <a:cubicBezTo>
                    <a:pt x="9068" y="2693"/>
                    <a:pt x="8187" y="3259"/>
                    <a:pt x="7296" y="3808"/>
                  </a:cubicBezTo>
                  <a:cubicBezTo>
                    <a:pt x="7093" y="3936"/>
                    <a:pt x="6890" y="3996"/>
                    <a:pt x="6690" y="3996"/>
                  </a:cubicBezTo>
                  <a:cubicBezTo>
                    <a:pt x="6395" y="3996"/>
                    <a:pt x="6110" y="3863"/>
                    <a:pt x="5852" y="3616"/>
                  </a:cubicBezTo>
                  <a:cubicBezTo>
                    <a:pt x="5170" y="2952"/>
                    <a:pt x="4657" y="2181"/>
                    <a:pt x="4437" y="1240"/>
                  </a:cubicBezTo>
                  <a:cubicBezTo>
                    <a:pt x="4347" y="844"/>
                    <a:pt x="4276" y="443"/>
                    <a:pt x="4187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80"/>
            <p:cNvSpPr/>
            <p:nvPr/>
          </p:nvSpPr>
          <p:spPr>
            <a:xfrm>
              <a:off x="1412511" y="3173200"/>
              <a:ext cx="462751" cy="240030"/>
            </a:xfrm>
            <a:custGeom>
              <a:rect b="b" l="l" r="r" t="t"/>
              <a:pathLst>
                <a:path extrusionOk="0" h="8542" w="16468">
                  <a:moveTo>
                    <a:pt x="15154" y="1"/>
                  </a:moveTo>
                  <a:cubicBezTo>
                    <a:pt x="14281" y="1168"/>
                    <a:pt x="13158" y="1769"/>
                    <a:pt x="11963" y="2280"/>
                  </a:cubicBezTo>
                  <a:cubicBezTo>
                    <a:pt x="10997" y="2697"/>
                    <a:pt x="10065" y="3178"/>
                    <a:pt x="9098" y="3601"/>
                  </a:cubicBezTo>
                  <a:cubicBezTo>
                    <a:pt x="8450" y="3881"/>
                    <a:pt x="7793" y="4218"/>
                    <a:pt x="7106" y="4333"/>
                  </a:cubicBezTo>
                  <a:cubicBezTo>
                    <a:pt x="5492" y="4605"/>
                    <a:pt x="3861" y="4797"/>
                    <a:pt x="2229" y="4942"/>
                  </a:cubicBezTo>
                  <a:cubicBezTo>
                    <a:pt x="2083" y="4955"/>
                    <a:pt x="1937" y="4960"/>
                    <a:pt x="1790" y="4960"/>
                  </a:cubicBezTo>
                  <a:cubicBezTo>
                    <a:pt x="1198" y="4960"/>
                    <a:pt x="598" y="4875"/>
                    <a:pt x="0" y="4848"/>
                  </a:cubicBezTo>
                  <a:lnTo>
                    <a:pt x="0" y="4848"/>
                  </a:lnTo>
                  <a:cubicBezTo>
                    <a:pt x="339" y="6066"/>
                    <a:pt x="683" y="7306"/>
                    <a:pt x="1026" y="8542"/>
                  </a:cubicBezTo>
                  <a:lnTo>
                    <a:pt x="1187" y="8495"/>
                  </a:lnTo>
                  <a:cubicBezTo>
                    <a:pt x="1348" y="8337"/>
                    <a:pt x="1483" y="8094"/>
                    <a:pt x="1678" y="8034"/>
                  </a:cubicBezTo>
                  <a:cubicBezTo>
                    <a:pt x="2386" y="7805"/>
                    <a:pt x="3136" y="7702"/>
                    <a:pt x="3827" y="7438"/>
                  </a:cubicBezTo>
                  <a:cubicBezTo>
                    <a:pt x="6836" y="6288"/>
                    <a:pt x="9924" y="5394"/>
                    <a:pt x="13023" y="4524"/>
                  </a:cubicBezTo>
                  <a:cubicBezTo>
                    <a:pt x="14179" y="4196"/>
                    <a:pt x="15281" y="3669"/>
                    <a:pt x="16468" y="3208"/>
                  </a:cubicBezTo>
                  <a:cubicBezTo>
                    <a:pt x="16009" y="2088"/>
                    <a:pt x="15599" y="1091"/>
                    <a:pt x="15154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80"/>
            <p:cNvSpPr/>
            <p:nvPr/>
          </p:nvSpPr>
          <p:spPr>
            <a:xfrm>
              <a:off x="1149849" y="1960500"/>
              <a:ext cx="648576" cy="445076"/>
            </a:xfrm>
            <a:custGeom>
              <a:rect b="b" l="l" r="r" t="t"/>
              <a:pathLst>
                <a:path extrusionOk="0" h="15839" w="23081">
                  <a:moveTo>
                    <a:pt x="11758" y="0"/>
                  </a:moveTo>
                  <a:cubicBezTo>
                    <a:pt x="10752" y="0"/>
                    <a:pt x="9743" y="140"/>
                    <a:pt x="8734" y="534"/>
                  </a:cubicBezTo>
                  <a:cubicBezTo>
                    <a:pt x="8158" y="759"/>
                    <a:pt x="7491" y="789"/>
                    <a:pt x="6831" y="789"/>
                  </a:cubicBezTo>
                  <a:cubicBezTo>
                    <a:pt x="6594" y="789"/>
                    <a:pt x="6358" y="785"/>
                    <a:pt x="6128" y="785"/>
                  </a:cubicBezTo>
                  <a:cubicBezTo>
                    <a:pt x="5935" y="784"/>
                    <a:pt x="5742" y="783"/>
                    <a:pt x="5550" y="783"/>
                  </a:cubicBezTo>
                  <a:cubicBezTo>
                    <a:pt x="4250" y="783"/>
                    <a:pt x="2960" y="825"/>
                    <a:pt x="1712" y="1296"/>
                  </a:cubicBezTo>
                  <a:cubicBezTo>
                    <a:pt x="831" y="1628"/>
                    <a:pt x="345" y="2259"/>
                    <a:pt x="217" y="3183"/>
                  </a:cubicBezTo>
                  <a:cubicBezTo>
                    <a:pt x="0" y="4742"/>
                    <a:pt x="1068" y="6194"/>
                    <a:pt x="2713" y="6501"/>
                  </a:cubicBezTo>
                  <a:cubicBezTo>
                    <a:pt x="3204" y="6592"/>
                    <a:pt x="3690" y="6640"/>
                    <a:pt x="4169" y="6640"/>
                  </a:cubicBezTo>
                  <a:cubicBezTo>
                    <a:pt x="5329" y="6640"/>
                    <a:pt x="6450" y="6360"/>
                    <a:pt x="7518" y="5730"/>
                  </a:cubicBezTo>
                  <a:cubicBezTo>
                    <a:pt x="7803" y="5563"/>
                    <a:pt x="8024" y="5476"/>
                    <a:pt x="8196" y="5476"/>
                  </a:cubicBezTo>
                  <a:cubicBezTo>
                    <a:pt x="8501" y="5476"/>
                    <a:pt x="8653" y="5748"/>
                    <a:pt x="8742" y="6323"/>
                  </a:cubicBezTo>
                  <a:cubicBezTo>
                    <a:pt x="8937" y="7600"/>
                    <a:pt x="9492" y="8234"/>
                    <a:pt x="10771" y="8465"/>
                  </a:cubicBezTo>
                  <a:cubicBezTo>
                    <a:pt x="11258" y="8554"/>
                    <a:pt x="11741" y="8602"/>
                    <a:pt x="12217" y="8602"/>
                  </a:cubicBezTo>
                  <a:cubicBezTo>
                    <a:pt x="13331" y="8602"/>
                    <a:pt x="14411" y="8341"/>
                    <a:pt x="15441" y="7745"/>
                  </a:cubicBezTo>
                  <a:cubicBezTo>
                    <a:pt x="15733" y="7577"/>
                    <a:pt x="15954" y="7489"/>
                    <a:pt x="16125" y="7489"/>
                  </a:cubicBezTo>
                  <a:cubicBezTo>
                    <a:pt x="16425" y="7489"/>
                    <a:pt x="16570" y="7760"/>
                    <a:pt x="16670" y="8333"/>
                  </a:cubicBezTo>
                  <a:cubicBezTo>
                    <a:pt x="16818" y="9189"/>
                    <a:pt x="16942" y="10054"/>
                    <a:pt x="17191" y="10880"/>
                  </a:cubicBezTo>
                  <a:cubicBezTo>
                    <a:pt x="17381" y="11524"/>
                    <a:pt x="17750" y="12115"/>
                    <a:pt x="18030" y="12698"/>
                  </a:cubicBezTo>
                  <a:cubicBezTo>
                    <a:pt x="18542" y="12324"/>
                    <a:pt x="18920" y="11966"/>
                    <a:pt x="19364" y="11744"/>
                  </a:cubicBezTo>
                  <a:cubicBezTo>
                    <a:pt x="19623" y="11616"/>
                    <a:pt x="19866" y="11554"/>
                    <a:pt x="20087" y="11554"/>
                  </a:cubicBezTo>
                  <a:cubicBezTo>
                    <a:pt x="20658" y="11554"/>
                    <a:pt x="21075" y="11965"/>
                    <a:pt x="21192" y="12698"/>
                  </a:cubicBezTo>
                  <a:cubicBezTo>
                    <a:pt x="21247" y="13044"/>
                    <a:pt x="21247" y="13423"/>
                    <a:pt x="21165" y="13759"/>
                  </a:cubicBezTo>
                  <a:cubicBezTo>
                    <a:pt x="21005" y="14432"/>
                    <a:pt x="20772" y="15084"/>
                    <a:pt x="20539" y="15839"/>
                  </a:cubicBezTo>
                  <a:cubicBezTo>
                    <a:pt x="21327" y="15029"/>
                    <a:pt x="22052" y="14245"/>
                    <a:pt x="22365" y="13214"/>
                  </a:cubicBezTo>
                  <a:cubicBezTo>
                    <a:pt x="22941" y="11319"/>
                    <a:pt x="23080" y="9419"/>
                    <a:pt x="22738" y="7422"/>
                  </a:cubicBezTo>
                  <a:cubicBezTo>
                    <a:pt x="22064" y="3472"/>
                    <a:pt x="18488" y="959"/>
                    <a:pt x="15485" y="432"/>
                  </a:cubicBezTo>
                  <a:cubicBezTo>
                    <a:pt x="14252" y="216"/>
                    <a:pt x="13007" y="0"/>
                    <a:pt x="11758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80"/>
            <p:cNvSpPr/>
            <p:nvPr/>
          </p:nvSpPr>
          <p:spPr>
            <a:xfrm>
              <a:off x="1532756" y="2328680"/>
              <a:ext cx="94585" cy="96664"/>
            </a:xfrm>
            <a:custGeom>
              <a:rect b="b" l="l" r="r" t="t"/>
              <a:pathLst>
                <a:path extrusionOk="0" h="3440" w="3366">
                  <a:moveTo>
                    <a:pt x="1382" y="0"/>
                  </a:moveTo>
                  <a:cubicBezTo>
                    <a:pt x="604" y="0"/>
                    <a:pt x="18" y="730"/>
                    <a:pt x="10" y="1719"/>
                  </a:cubicBezTo>
                  <a:cubicBezTo>
                    <a:pt x="1" y="2750"/>
                    <a:pt x="628" y="3422"/>
                    <a:pt x="1608" y="3440"/>
                  </a:cubicBezTo>
                  <a:cubicBezTo>
                    <a:pt x="1616" y="3440"/>
                    <a:pt x="1624" y="3440"/>
                    <a:pt x="1632" y="3440"/>
                  </a:cubicBezTo>
                  <a:cubicBezTo>
                    <a:pt x="2578" y="3440"/>
                    <a:pt x="3337" y="2673"/>
                    <a:pt x="3353" y="1701"/>
                  </a:cubicBezTo>
                  <a:cubicBezTo>
                    <a:pt x="3366" y="683"/>
                    <a:pt x="2629" y="35"/>
                    <a:pt x="1421" y="1"/>
                  </a:cubicBezTo>
                  <a:cubicBezTo>
                    <a:pt x="1408" y="1"/>
                    <a:pt x="1395" y="0"/>
                    <a:pt x="1382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80"/>
            <p:cNvSpPr/>
            <p:nvPr/>
          </p:nvSpPr>
          <p:spPr>
            <a:xfrm>
              <a:off x="1455505" y="2245163"/>
              <a:ext cx="56565" cy="73060"/>
            </a:xfrm>
            <a:custGeom>
              <a:rect b="b" l="l" r="r" t="t"/>
              <a:pathLst>
                <a:path extrusionOk="0" h="2600" w="2013">
                  <a:moveTo>
                    <a:pt x="992" y="1"/>
                  </a:moveTo>
                  <a:cubicBezTo>
                    <a:pt x="386" y="1"/>
                    <a:pt x="25" y="481"/>
                    <a:pt x="12" y="1299"/>
                  </a:cubicBezTo>
                  <a:cubicBezTo>
                    <a:pt x="0" y="2057"/>
                    <a:pt x="412" y="2590"/>
                    <a:pt x="1008" y="2599"/>
                  </a:cubicBezTo>
                  <a:cubicBezTo>
                    <a:pt x="1010" y="2599"/>
                    <a:pt x="1012" y="2599"/>
                    <a:pt x="1013" y="2599"/>
                  </a:cubicBezTo>
                  <a:cubicBezTo>
                    <a:pt x="1588" y="2599"/>
                    <a:pt x="1992" y="2043"/>
                    <a:pt x="2004" y="1231"/>
                  </a:cubicBezTo>
                  <a:cubicBezTo>
                    <a:pt x="2013" y="528"/>
                    <a:pt x="1576" y="1"/>
                    <a:pt x="9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80"/>
            <p:cNvSpPr/>
            <p:nvPr/>
          </p:nvSpPr>
          <p:spPr>
            <a:xfrm>
              <a:off x="1335345" y="2401490"/>
              <a:ext cx="127911" cy="76572"/>
            </a:xfrm>
            <a:custGeom>
              <a:rect b="b" l="l" r="r" t="t"/>
              <a:pathLst>
                <a:path extrusionOk="0" h="2725" w="4552">
                  <a:moveTo>
                    <a:pt x="911" y="831"/>
                  </a:moveTo>
                  <a:lnTo>
                    <a:pt x="911" y="831"/>
                  </a:lnTo>
                  <a:cubicBezTo>
                    <a:pt x="1352" y="856"/>
                    <a:pt x="1780" y="890"/>
                    <a:pt x="2204" y="903"/>
                  </a:cubicBezTo>
                  <a:cubicBezTo>
                    <a:pt x="2350" y="906"/>
                    <a:pt x="2496" y="907"/>
                    <a:pt x="2644" y="907"/>
                  </a:cubicBezTo>
                  <a:cubicBezTo>
                    <a:pt x="2939" y="907"/>
                    <a:pt x="3243" y="903"/>
                    <a:pt x="3569" y="903"/>
                  </a:cubicBezTo>
                  <a:cubicBezTo>
                    <a:pt x="3412" y="1678"/>
                    <a:pt x="3141" y="1898"/>
                    <a:pt x="2370" y="1898"/>
                  </a:cubicBezTo>
                  <a:cubicBezTo>
                    <a:pt x="2326" y="1898"/>
                    <a:pt x="2281" y="1897"/>
                    <a:pt x="2234" y="1896"/>
                  </a:cubicBezTo>
                  <a:cubicBezTo>
                    <a:pt x="1475" y="1871"/>
                    <a:pt x="1030" y="1538"/>
                    <a:pt x="911" y="831"/>
                  </a:cubicBezTo>
                  <a:close/>
                  <a:moveTo>
                    <a:pt x="1293" y="1"/>
                  </a:moveTo>
                  <a:cubicBezTo>
                    <a:pt x="941" y="141"/>
                    <a:pt x="420" y="183"/>
                    <a:pt x="276" y="443"/>
                  </a:cubicBezTo>
                  <a:cubicBezTo>
                    <a:pt x="1" y="929"/>
                    <a:pt x="179" y="1496"/>
                    <a:pt x="543" y="1951"/>
                  </a:cubicBezTo>
                  <a:cubicBezTo>
                    <a:pt x="593" y="2020"/>
                    <a:pt x="658" y="2075"/>
                    <a:pt x="717" y="2134"/>
                  </a:cubicBezTo>
                  <a:cubicBezTo>
                    <a:pt x="1148" y="2519"/>
                    <a:pt x="1811" y="2724"/>
                    <a:pt x="2454" y="2724"/>
                  </a:cubicBezTo>
                  <a:cubicBezTo>
                    <a:pt x="2879" y="2724"/>
                    <a:pt x="3295" y="2634"/>
                    <a:pt x="3628" y="2446"/>
                  </a:cubicBezTo>
                  <a:cubicBezTo>
                    <a:pt x="4099" y="2186"/>
                    <a:pt x="4552" y="1398"/>
                    <a:pt x="4327" y="993"/>
                  </a:cubicBezTo>
                  <a:cubicBezTo>
                    <a:pt x="4137" y="661"/>
                    <a:pt x="3721" y="316"/>
                    <a:pt x="3357" y="252"/>
                  </a:cubicBezTo>
                  <a:cubicBezTo>
                    <a:pt x="3089" y="203"/>
                    <a:pt x="2814" y="188"/>
                    <a:pt x="2536" y="188"/>
                  </a:cubicBezTo>
                  <a:cubicBezTo>
                    <a:pt x="2139" y="188"/>
                    <a:pt x="1736" y="218"/>
                    <a:pt x="1340" y="218"/>
                  </a:cubicBezTo>
                  <a:cubicBezTo>
                    <a:pt x="1323" y="146"/>
                    <a:pt x="1306" y="73"/>
                    <a:pt x="12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80"/>
            <p:cNvSpPr/>
            <p:nvPr/>
          </p:nvSpPr>
          <p:spPr>
            <a:xfrm>
              <a:off x="1401439" y="3660163"/>
              <a:ext cx="20148" cy="79860"/>
            </a:xfrm>
            <a:custGeom>
              <a:rect b="b" l="l" r="r" t="t"/>
              <a:pathLst>
                <a:path extrusionOk="0" h="2842" w="717">
                  <a:moveTo>
                    <a:pt x="208" y="0"/>
                  </a:moveTo>
                  <a:cubicBezTo>
                    <a:pt x="136" y="975"/>
                    <a:pt x="68" y="1900"/>
                    <a:pt x="0" y="2820"/>
                  </a:cubicBezTo>
                  <a:cubicBezTo>
                    <a:pt x="34" y="2828"/>
                    <a:pt x="64" y="2837"/>
                    <a:pt x="94" y="2841"/>
                  </a:cubicBezTo>
                  <a:cubicBezTo>
                    <a:pt x="301" y="1946"/>
                    <a:pt x="505" y="1048"/>
                    <a:pt x="717" y="102"/>
                  </a:cubicBezTo>
                  <a:cubicBezTo>
                    <a:pt x="513" y="60"/>
                    <a:pt x="344" y="26"/>
                    <a:pt x="208" y="0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80"/>
            <p:cNvSpPr/>
            <p:nvPr/>
          </p:nvSpPr>
          <p:spPr>
            <a:xfrm>
              <a:off x="1349171" y="3657662"/>
              <a:ext cx="38694" cy="112288"/>
            </a:xfrm>
            <a:custGeom>
              <a:rect b="b" l="l" r="r" t="t"/>
              <a:pathLst>
                <a:path extrusionOk="0" h="3996" w="1377">
                  <a:moveTo>
                    <a:pt x="1377" y="1"/>
                  </a:moveTo>
                  <a:lnTo>
                    <a:pt x="1377" y="1"/>
                  </a:lnTo>
                  <a:cubicBezTo>
                    <a:pt x="835" y="140"/>
                    <a:pt x="407" y="251"/>
                    <a:pt x="93" y="329"/>
                  </a:cubicBezTo>
                  <a:cubicBezTo>
                    <a:pt x="123" y="1163"/>
                    <a:pt x="262" y="1871"/>
                    <a:pt x="148" y="2534"/>
                  </a:cubicBezTo>
                  <a:cubicBezTo>
                    <a:pt x="0" y="3420"/>
                    <a:pt x="487" y="3740"/>
                    <a:pt x="1051" y="3995"/>
                  </a:cubicBezTo>
                  <a:cubicBezTo>
                    <a:pt x="1157" y="2717"/>
                    <a:pt x="1263" y="1414"/>
                    <a:pt x="1377" y="1"/>
                  </a:cubicBez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80"/>
            <p:cNvSpPr/>
            <p:nvPr/>
          </p:nvSpPr>
          <p:spPr>
            <a:xfrm>
              <a:off x="1329387" y="2316512"/>
              <a:ext cx="53980" cy="67918"/>
            </a:xfrm>
            <a:custGeom>
              <a:rect b="b" l="l" r="r" t="t"/>
              <a:pathLst>
                <a:path extrusionOk="0" h="2417" w="1921">
                  <a:moveTo>
                    <a:pt x="1530" y="1"/>
                  </a:moveTo>
                  <a:cubicBezTo>
                    <a:pt x="1378" y="30"/>
                    <a:pt x="1182" y="13"/>
                    <a:pt x="1082" y="103"/>
                  </a:cubicBezTo>
                  <a:cubicBezTo>
                    <a:pt x="805" y="352"/>
                    <a:pt x="551" y="622"/>
                    <a:pt x="318" y="911"/>
                  </a:cubicBezTo>
                  <a:cubicBezTo>
                    <a:pt x="68" y="1218"/>
                    <a:pt x="0" y="1605"/>
                    <a:pt x="327" y="1865"/>
                  </a:cubicBezTo>
                  <a:cubicBezTo>
                    <a:pt x="645" y="2117"/>
                    <a:pt x="1048" y="2279"/>
                    <a:pt x="1433" y="2411"/>
                  </a:cubicBezTo>
                  <a:cubicBezTo>
                    <a:pt x="1445" y="2415"/>
                    <a:pt x="1457" y="2417"/>
                    <a:pt x="1471" y="2417"/>
                  </a:cubicBezTo>
                  <a:cubicBezTo>
                    <a:pt x="1594" y="2417"/>
                    <a:pt x="1771" y="2253"/>
                    <a:pt x="1921" y="2177"/>
                  </a:cubicBezTo>
                  <a:cubicBezTo>
                    <a:pt x="1810" y="2023"/>
                    <a:pt x="1734" y="1831"/>
                    <a:pt x="1589" y="1729"/>
                  </a:cubicBezTo>
                  <a:cubicBezTo>
                    <a:pt x="1407" y="1598"/>
                    <a:pt x="1175" y="1537"/>
                    <a:pt x="925" y="1432"/>
                  </a:cubicBezTo>
                  <a:cubicBezTo>
                    <a:pt x="1187" y="1073"/>
                    <a:pt x="1425" y="801"/>
                    <a:pt x="1589" y="494"/>
                  </a:cubicBezTo>
                  <a:cubicBezTo>
                    <a:pt x="1654" y="375"/>
                    <a:pt x="1555" y="166"/>
                    <a:pt x="15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80"/>
            <p:cNvSpPr/>
            <p:nvPr/>
          </p:nvSpPr>
          <p:spPr>
            <a:xfrm>
              <a:off x="1285325" y="2237436"/>
              <a:ext cx="55301" cy="68789"/>
            </a:xfrm>
            <a:custGeom>
              <a:rect b="b" l="l" r="r" t="t"/>
              <a:pathLst>
                <a:path extrusionOk="0" h="2448" w="1968">
                  <a:moveTo>
                    <a:pt x="755" y="0"/>
                  </a:moveTo>
                  <a:cubicBezTo>
                    <a:pt x="709" y="0"/>
                    <a:pt x="665" y="5"/>
                    <a:pt x="624" y="15"/>
                  </a:cubicBezTo>
                  <a:cubicBezTo>
                    <a:pt x="399" y="71"/>
                    <a:pt x="196" y="441"/>
                    <a:pt x="90" y="713"/>
                  </a:cubicBezTo>
                  <a:cubicBezTo>
                    <a:pt x="1" y="952"/>
                    <a:pt x="30" y="1251"/>
                    <a:pt x="60" y="1518"/>
                  </a:cubicBezTo>
                  <a:cubicBezTo>
                    <a:pt x="103" y="1936"/>
                    <a:pt x="217" y="2354"/>
                    <a:pt x="713" y="2434"/>
                  </a:cubicBezTo>
                  <a:cubicBezTo>
                    <a:pt x="768" y="2443"/>
                    <a:pt x="821" y="2448"/>
                    <a:pt x="873" y="2448"/>
                  </a:cubicBezTo>
                  <a:cubicBezTo>
                    <a:pt x="1271" y="2448"/>
                    <a:pt x="1537" y="2180"/>
                    <a:pt x="1722" y="1821"/>
                  </a:cubicBezTo>
                  <a:cubicBezTo>
                    <a:pt x="1823" y="1613"/>
                    <a:pt x="1865" y="1375"/>
                    <a:pt x="1967" y="1059"/>
                  </a:cubicBezTo>
                  <a:cubicBezTo>
                    <a:pt x="1836" y="821"/>
                    <a:pt x="1742" y="475"/>
                    <a:pt x="1518" y="295"/>
                  </a:cubicBezTo>
                  <a:cubicBezTo>
                    <a:pt x="1317" y="137"/>
                    <a:pt x="1007" y="0"/>
                    <a:pt x="7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80"/>
            <p:cNvSpPr/>
            <p:nvPr/>
          </p:nvSpPr>
          <p:spPr>
            <a:xfrm>
              <a:off x="1293643" y="3676546"/>
              <a:ext cx="40661" cy="63478"/>
            </a:xfrm>
            <a:custGeom>
              <a:rect b="b" l="l" r="r" t="t"/>
              <a:pathLst>
                <a:path extrusionOk="0" h="2259" w="1447">
                  <a:moveTo>
                    <a:pt x="1446" y="1"/>
                  </a:moveTo>
                  <a:cubicBezTo>
                    <a:pt x="946" y="367"/>
                    <a:pt x="505" y="686"/>
                    <a:pt x="1" y="1048"/>
                  </a:cubicBezTo>
                  <a:cubicBezTo>
                    <a:pt x="510" y="1478"/>
                    <a:pt x="930" y="1828"/>
                    <a:pt x="1446" y="2258"/>
                  </a:cubicBezTo>
                  <a:lnTo>
                    <a:pt x="1446" y="1"/>
                  </a:lnTo>
                  <a:close/>
                </a:path>
              </a:pathLst>
            </a:custGeom>
            <a:solidFill>
              <a:srgbClr val="FEB8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80"/>
            <p:cNvSpPr/>
            <p:nvPr/>
          </p:nvSpPr>
          <p:spPr>
            <a:xfrm>
              <a:off x="1243426" y="2626888"/>
              <a:ext cx="131705" cy="341415"/>
            </a:xfrm>
            <a:custGeom>
              <a:rect b="b" l="l" r="r" t="t"/>
              <a:pathLst>
                <a:path extrusionOk="0" h="12150" w="4687">
                  <a:moveTo>
                    <a:pt x="4687" y="1"/>
                  </a:moveTo>
                  <a:cubicBezTo>
                    <a:pt x="2788" y="222"/>
                    <a:pt x="1505" y="1521"/>
                    <a:pt x="0" y="2432"/>
                  </a:cubicBezTo>
                  <a:cubicBezTo>
                    <a:pt x="373" y="5806"/>
                    <a:pt x="1674" y="8958"/>
                    <a:pt x="2560" y="12149"/>
                  </a:cubicBezTo>
                  <a:cubicBezTo>
                    <a:pt x="3262" y="8130"/>
                    <a:pt x="3971" y="4081"/>
                    <a:pt x="4687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81"/>
          <p:cNvSpPr txBox="1"/>
          <p:nvPr>
            <p:ph type="ctrTitle"/>
          </p:nvPr>
        </p:nvSpPr>
        <p:spPr>
          <a:xfrm>
            <a:off x="2008800" y="121925"/>
            <a:ext cx="5126400" cy="7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800">
                <a:latin typeface="Amatic SC"/>
                <a:ea typeface="Amatic SC"/>
                <a:cs typeface="Amatic SC"/>
                <a:sym typeface="Amatic SC"/>
              </a:rPr>
              <a:t>Documentație activități</a:t>
            </a:r>
            <a:endParaRPr b="1" sz="28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96" name="Google Shape;1296;p81"/>
          <p:cNvSpPr txBox="1"/>
          <p:nvPr>
            <p:ph idx="4294967295" type="ctrTitle"/>
          </p:nvPr>
        </p:nvSpPr>
        <p:spPr>
          <a:xfrm>
            <a:off x="610225" y="1378500"/>
            <a:ext cx="1104600" cy="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/>
              <a:t>LESSON 2</a:t>
            </a:r>
            <a:endParaRPr sz="1100"/>
          </a:p>
        </p:txBody>
      </p:sp>
      <p:sp>
        <p:nvSpPr>
          <p:cNvPr id="1297" name="Google Shape;1297;p81"/>
          <p:cNvSpPr txBox="1"/>
          <p:nvPr>
            <p:ph idx="4294967295" type="subTitle"/>
          </p:nvPr>
        </p:nvSpPr>
        <p:spPr>
          <a:xfrm>
            <a:off x="344325" y="2273775"/>
            <a:ext cx="1436100" cy="2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organigramei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alegerea componentelor digitale folosite</a:t>
            </a:r>
            <a:endParaRPr sz="900"/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</p:txBody>
      </p:sp>
      <p:sp>
        <p:nvSpPr>
          <p:cNvPr id="1298" name="Google Shape;1298;p81"/>
          <p:cNvSpPr txBox="1"/>
          <p:nvPr>
            <p:ph idx="4294967295" type="subTitle"/>
          </p:nvPr>
        </p:nvSpPr>
        <p:spPr>
          <a:xfrm>
            <a:off x="3819175" y="2200425"/>
            <a:ext cx="1504800" cy="24663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descrierea funcționalității automatului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  <a:p>
            <a:pPr indent="-147149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prezentării .pptx</a:t>
            </a:r>
            <a:endParaRPr sz="900"/>
          </a:p>
        </p:txBody>
      </p:sp>
      <p:sp>
        <p:nvSpPr>
          <p:cNvPr id="1299" name="Google Shape;1299;p81"/>
          <p:cNvSpPr txBox="1"/>
          <p:nvPr>
            <p:ph idx="4294967295" type="subTitle"/>
          </p:nvPr>
        </p:nvSpPr>
        <p:spPr>
          <a:xfrm>
            <a:off x="2095500" y="2273775"/>
            <a:ext cx="14010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elaborarea schemei bloc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Proiectarea schemei unităţii de comandă microprogramate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alegerea componentelor digitale folosite 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52400" lvl="0" marL="89999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o" sz="900">
                <a:solidFill>
                  <a:schemeClr val="dk1"/>
                </a:solidFill>
                <a:highlight>
                  <a:srgbClr val="FFFFFF"/>
                </a:highlight>
              </a:rPr>
              <a:t>proiectarea cablajului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00" name="Google Shape;1300;p81"/>
          <p:cNvSpPr txBox="1"/>
          <p:nvPr>
            <p:ph idx="4294967295" type="subTitle"/>
          </p:nvPr>
        </p:nvSpPr>
        <p:spPr>
          <a:xfrm>
            <a:off x="5588675" y="2200425"/>
            <a:ext cx="14361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organigramei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calculul lungimii microinstrucțiunii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</p:txBody>
      </p:sp>
      <p:grpSp>
        <p:nvGrpSpPr>
          <p:cNvPr id="1301" name="Google Shape;1301;p81"/>
          <p:cNvGrpSpPr/>
          <p:nvPr/>
        </p:nvGrpSpPr>
        <p:grpSpPr>
          <a:xfrm>
            <a:off x="197981" y="855021"/>
            <a:ext cx="8771437" cy="4077346"/>
            <a:chOff x="233775" y="1975750"/>
            <a:chExt cx="7151600" cy="2668944"/>
          </a:xfrm>
        </p:grpSpPr>
        <p:sp>
          <p:nvSpPr>
            <p:cNvPr id="1302" name="Google Shape;1302;p81"/>
            <p:cNvSpPr/>
            <p:nvPr/>
          </p:nvSpPr>
          <p:spPr>
            <a:xfrm>
              <a:off x="235115" y="2731855"/>
              <a:ext cx="1415800" cy="1902205"/>
            </a:xfrm>
            <a:custGeom>
              <a:rect b="b" l="l" r="r" t="t"/>
              <a:pathLst>
                <a:path extrusionOk="0" h="53369" w="56632">
                  <a:moveTo>
                    <a:pt x="48733" y="1795"/>
                  </a:moveTo>
                  <a:cubicBezTo>
                    <a:pt x="49350" y="1795"/>
                    <a:pt x="49966" y="1806"/>
                    <a:pt x="50581" y="1837"/>
                  </a:cubicBezTo>
                  <a:cubicBezTo>
                    <a:pt x="51540" y="1885"/>
                    <a:pt x="53596" y="4325"/>
                    <a:pt x="53826" y="5263"/>
                  </a:cubicBezTo>
                  <a:cubicBezTo>
                    <a:pt x="54596" y="8388"/>
                    <a:pt x="54217" y="11573"/>
                    <a:pt x="54403" y="14725"/>
                  </a:cubicBezTo>
                  <a:cubicBezTo>
                    <a:pt x="54473" y="15914"/>
                    <a:pt x="54285" y="17130"/>
                    <a:pt x="54366" y="17780"/>
                  </a:cubicBezTo>
                  <a:cubicBezTo>
                    <a:pt x="54366" y="20309"/>
                    <a:pt x="54189" y="22299"/>
                    <a:pt x="54406" y="24248"/>
                  </a:cubicBezTo>
                  <a:cubicBezTo>
                    <a:pt x="54771" y="27521"/>
                    <a:pt x="54714" y="30801"/>
                    <a:pt x="54827" y="34075"/>
                  </a:cubicBezTo>
                  <a:cubicBezTo>
                    <a:pt x="54933" y="37166"/>
                    <a:pt x="55021" y="40293"/>
                    <a:pt x="54664" y="43351"/>
                  </a:cubicBezTo>
                  <a:cubicBezTo>
                    <a:pt x="54508" y="44671"/>
                    <a:pt x="54372" y="46166"/>
                    <a:pt x="53726" y="47418"/>
                  </a:cubicBezTo>
                  <a:cubicBezTo>
                    <a:pt x="53466" y="47924"/>
                    <a:pt x="52744" y="48168"/>
                    <a:pt x="52369" y="48640"/>
                  </a:cubicBezTo>
                  <a:cubicBezTo>
                    <a:pt x="50685" y="50762"/>
                    <a:pt x="48238" y="50720"/>
                    <a:pt x="45911" y="50941"/>
                  </a:cubicBezTo>
                  <a:cubicBezTo>
                    <a:pt x="43912" y="51132"/>
                    <a:pt x="41899" y="51248"/>
                    <a:pt x="39891" y="51248"/>
                  </a:cubicBezTo>
                  <a:cubicBezTo>
                    <a:pt x="37419" y="51248"/>
                    <a:pt x="34960" y="51513"/>
                    <a:pt x="32482" y="51513"/>
                  </a:cubicBezTo>
                  <a:cubicBezTo>
                    <a:pt x="32229" y="51513"/>
                    <a:pt x="31975" y="51511"/>
                    <a:pt x="31721" y="51504"/>
                  </a:cubicBezTo>
                  <a:cubicBezTo>
                    <a:pt x="30815" y="51482"/>
                    <a:pt x="29908" y="51459"/>
                    <a:pt x="28999" y="51459"/>
                  </a:cubicBezTo>
                  <a:cubicBezTo>
                    <a:pt x="27641" y="51459"/>
                    <a:pt x="26281" y="51511"/>
                    <a:pt x="24921" y="51698"/>
                  </a:cubicBezTo>
                  <a:cubicBezTo>
                    <a:pt x="24657" y="51734"/>
                    <a:pt x="24390" y="51747"/>
                    <a:pt x="24120" y="51747"/>
                  </a:cubicBezTo>
                  <a:cubicBezTo>
                    <a:pt x="23374" y="51747"/>
                    <a:pt x="22612" y="51645"/>
                    <a:pt x="21873" y="51645"/>
                  </a:cubicBezTo>
                  <a:cubicBezTo>
                    <a:pt x="21479" y="51645"/>
                    <a:pt x="21091" y="51674"/>
                    <a:pt x="20716" y="51763"/>
                  </a:cubicBezTo>
                  <a:cubicBezTo>
                    <a:pt x="20198" y="51887"/>
                    <a:pt x="19684" y="51929"/>
                    <a:pt x="19177" y="51929"/>
                  </a:cubicBezTo>
                  <a:cubicBezTo>
                    <a:pt x="18279" y="51929"/>
                    <a:pt x="17400" y="51798"/>
                    <a:pt x="16543" y="51754"/>
                  </a:cubicBezTo>
                  <a:cubicBezTo>
                    <a:pt x="16197" y="51737"/>
                    <a:pt x="15850" y="51732"/>
                    <a:pt x="15501" y="51732"/>
                  </a:cubicBezTo>
                  <a:cubicBezTo>
                    <a:pt x="15143" y="51732"/>
                    <a:pt x="14783" y="51737"/>
                    <a:pt x="14423" y="51737"/>
                  </a:cubicBezTo>
                  <a:cubicBezTo>
                    <a:pt x="13458" y="51737"/>
                    <a:pt x="12489" y="51703"/>
                    <a:pt x="11532" y="51455"/>
                  </a:cubicBezTo>
                  <a:cubicBezTo>
                    <a:pt x="10547" y="51199"/>
                    <a:pt x="9475" y="51293"/>
                    <a:pt x="8447" y="51181"/>
                  </a:cubicBezTo>
                  <a:cubicBezTo>
                    <a:pt x="7556" y="51082"/>
                    <a:pt x="6890" y="50491"/>
                    <a:pt x="6201" y="49992"/>
                  </a:cubicBezTo>
                  <a:cubicBezTo>
                    <a:pt x="3410" y="47970"/>
                    <a:pt x="2851" y="44934"/>
                    <a:pt x="2651" y="41807"/>
                  </a:cubicBezTo>
                  <a:cubicBezTo>
                    <a:pt x="2501" y="39474"/>
                    <a:pt x="2468" y="37124"/>
                    <a:pt x="2535" y="34787"/>
                  </a:cubicBezTo>
                  <a:cubicBezTo>
                    <a:pt x="2649" y="30941"/>
                    <a:pt x="2465" y="27109"/>
                    <a:pt x="2178" y="23282"/>
                  </a:cubicBezTo>
                  <a:cubicBezTo>
                    <a:pt x="1860" y="19062"/>
                    <a:pt x="2173" y="14847"/>
                    <a:pt x="2290" y="10639"/>
                  </a:cubicBezTo>
                  <a:cubicBezTo>
                    <a:pt x="2335" y="9011"/>
                    <a:pt x="2642" y="7256"/>
                    <a:pt x="3480" y="5711"/>
                  </a:cubicBezTo>
                  <a:cubicBezTo>
                    <a:pt x="4123" y="4532"/>
                    <a:pt x="5226" y="3956"/>
                    <a:pt x="6349" y="3496"/>
                  </a:cubicBezTo>
                  <a:cubicBezTo>
                    <a:pt x="8001" y="2821"/>
                    <a:pt x="9708" y="2262"/>
                    <a:pt x="11527" y="2262"/>
                  </a:cubicBezTo>
                  <a:cubicBezTo>
                    <a:pt x="11631" y="2262"/>
                    <a:pt x="11735" y="2264"/>
                    <a:pt x="11839" y="2268"/>
                  </a:cubicBezTo>
                  <a:cubicBezTo>
                    <a:pt x="13867" y="2340"/>
                    <a:pt x="15893" y="2446"/>
                    <a:pt x="17920" y="2472"/>
                  </a:cubicBezTo>
                  <a:cubicBezTo>
                    <a:pt x="18204" y="2475"/>
                    <a:pt x="18487" y="2477"/>
                    <a:pt x="18771" y="2477"/>
                  </a:cubicBezTo>
                  <a:cubicBezTo>
                    <a:pt x="20331" y="2477"/>
                    <a:pt x="21890" y="2430"/>
                    <a:pt x="23449" y="2398"/>
                  </a:cubicBezTo>
                  <a:cubicBezTo>
                    <a:pt x="25894" y="2347"/>
                    <a:pt x="28338" y="2283"/>
                    <a:pt x="30782" y="2221"/>
                  </a:cubicBezTo>
                  <a:cubicBezTo>
                    <a:pt x="31926" y="2193"/>
                    <a:pt x="33078" y="2074"/>
                    <a:pt x="34217" y="2074"/>
                  </a:cubicBezTo>
                  <a:cubicBezTo>
                    <a:pt x="34643" y="2074"/>
                    <a:pt x="35067" y="2090"/>
                    <a:pt x="35489" y="2135"/>
                  </a:cubicBezTo>
                  <a:cubicBezTo>
                    <a:pt x="36177" y="2208"/>
                    <a:pt x="36862" y="2239"/>
                    <a:pt x="37544" y="2239"/>
                  </a:cubicBezTo>
                  <a:cubicBezTo>
                    <a:pt x="38906" y="2239"/>
                    <a:pt x="40257" y="2115"/>
                    <a:pt x="41604" y="1956"/>
                  </a:cubicBezTo>
                  <a:cubicBezTo>
                    <a:pt x="42579" y="1841"/>
                    <a:pt x="43549" y="1823"/>
                    <a:pt x="44519" y="1823"/>
                  </a:cubicBezTo>
                  <a:cubicBezTo>
                    <a:pt x="44963" y="1823"/>
                    <a:pt x="45407" y="1827"/>
                    <a:pt x="45851" y="1827"/>
                  </a:cubicBezTo>
                  <a:cubicBezTo>
                    <a:pt x="46142" y="1827"/>
                    <a:pt x="46432" y="1826"/>
                    <a:pt x="46722" y="1820"/>
                  </a:cubicBezTo>
                  <a:cubicBezTo>
                    <a:pt x="47392" y="1808"/>
                    <a:pt x="48063" y="1795"/>
                    <a:pt x="48733" y="1795"/>
                  </a:cubicBezTo>
                  <a:close/>
                  <a:moveTo>
                    <a:pt x="47536" y="0"/>
                  </a:moveTo>
                  <a:cubicBezTo>
                    <a:pt x="46033" y="0"/>
                    <a:pt x="44522" y="122"/>
                    <a:pt x="43021" y="156"/>
                  </a:cubicBezTo>
                  <a:cubicBezTo>
                    <a:pt x="41275" y="198"/>
                    <a:pt x="39533" y="410"/>
                    <a:pt x="37787" y="481"/>
                  </a:cubicBezTo>
                  <a:cubicBezTo>
                    <a:pt x="35903" y="558"/>
                    <a:pt x="34014" y="544"/>
                    <a:pt x="32128" y="597"/>
                  </a:cubicBezTo>
                  <a:cubicBezTo>
                    <a:pt x="30086" y="652"/>
                    <a:pt x="28045" y="775"/>
                    <a:pt x="26004" y="802"/>
                  </a:cubicBezTo>
                  <a:cubicBezTo>
                    <a:pt x="25279" y="811"/>
                    <a:pt x="24554" y="815"/>
                    <a:pt x="23829" y="815"/>
                  </a:cubicBezTo>
                  <a:cubicBezTo>
                    <a:pt x="22050" y="815"/>
                    <a:pt x="20271" y="794"/>
                    <a:pt x="18491" y="794"/>
                  </a:cubicBezTo>
                  <a:cubicBezTo>
                    <a:pt x="18476" y="794"/>
                    <a:pt x="18461" y="794"/>
                    <a:pt x="18446" y="794"/>
                  </a:cubicBezTo>
                  <a:cubicBezTo>
                    <a:pt x="17117" y="794"/>
                    <a:pt x="15785" y="836"/>
                    <a:pt x="14456" y="836"/>
                  </a:cubicBezTo>
                  <a:cubicBezTo>
                    <a:pt x="13722" y="836"/>
                    <a:pt x="12990" y="824"/>
                    <a:pt x="12258" y="784"/>
                  </a:cubicBezTo>
                  <a:cubicBezTo>
                    <a:pt x="11337" y="734"/>
                    <a:pt x="10406" y="635"/>
                    <a:pt x="9495" y="635"/>
                  </a:cubicBezTo>
                  <a:cubicBezTo>
                    <a:pt x="8177" y="635"/>
                    <a:pt x="6899" y="841"/>
                    <a:pt x="5741" y="1696"/>
                  </a:cubicBezTo>
                  <a:cubicBezTo>
                    <a:pt x="4575" y="2557"/>
                    <a:pt x="2785" y="2871"/>
                    <a:pt x="2375" y="4426"/>
                  </a:cubicBezTo>
                  <a:cubicBezTo>
                    <a:pt x="2023" y="5758"/>
                    <a:pt x="1351" y="6950"/>
                    <a:pt x="1054" y="8339"/>
                  </a:cubicBezTo>
                  <a:cubicBezTo>
                    <a:pt x="638" y="10284"/>
                    <a:pt x="640" y="12186"/>
                    <a:pt x="563" y="14116"/>
                  </a:cubicBezTo>
                  <a:cubicBezTo>
                    <a:pt x="550" y="14490"/>
                    <a:pt x="855" y="14945"/>
                    <a:pt x="725" y="15233"/>
                  </a:cubicBezTo>
                  <a:cubicBezTo>
                    <a:pt x="232" y="16323"/>
                    <a:pt x="569" y="17485"/>
                    <a:pt x="295" y="18613"/>
                  </a:cubicBezTo>
                  <a:cubicBezTo>
                    <a:pt x="0" y="19827"/>
                    <a:pt x="144" y="21173"/>
                    <a:pt x="238" y="22451"/>
                  </a:cubicBezTo>
                  <a:cubicBezTo>
                    <a:pt x="351" y="23978"/>
                    <a:pt x="491" y="25497"/>
                    <a:pt x="503" y="27033"/>
                  </a:cubicBezTo>
                  <a:cubicBezTo>
                    <a:pt x="514" y="28313"/>
                    <a:pt x="1098" y="29691"/>
                    <a:pt x="783" y="30850"/>
                  </a:cubicBezTo>
                  <a:cubicBezTo>
                    <a:pt x="361" y="32406"/>
                    <a:pt x="932" y="33857"/>
                    <a:pt x="779" y="35375"/>
                  </a:cubicBezTo>
                  <a:cubicBezTo>
                    <a:pt x="673" y="36425"/>
                    <a:pt x="265" y="37620"/>
                    <a:pt x="676" y="38754"/>
                  </a:cubicBezTo>
                  <a:cubicBezTo>
                    <a:pt x="938" y="39481"/>
                    <a:pt x="521" y="40474"/>
                    <a:pt x="709" y="40899"/>
                  </a:cubicBezTo>
                  <a:cubicBezTo>
                    <a:pt x="1270" y="42175"/>
                    <a:pt x="947" y="43472"/>
                    <a:pt x="1134" y="44722"/>
                  </a:cubicBezTo>
                  <a:cubicBezTo>
                    <a:pt x="1532" y="47401"/>
                    <a:pt x="2962" y="49263"/>
                    <a:pt x="4840" y="50985"/>
                  </a:cubicBezTo>
                  <a:cubicBezTo>
                    <a:pt x="7260" y="53204"/>
                    <a:pt x="10327" y="53087"/>
                    <a:pt x="13242" y="53232"/>
                  </a:cubicBezTo>
                  <a:cubicBezTo>
                    <a:pt x="14953" y="53317"/>
                    <a:pt x="16666" y="53368"/>
                    <a:pt x="18382" y="53368"/>
                  </a:cubicBezTo>
                  <a:cubicBezTo>
                    <a:pt x="19897" y="53368"/>
                    <a:pt x="21416" y="53328"/>
                    <a:pt x="22938" y="53235"/>
                  </a:cubicBezTo>
                  <a:cubicBezTo>
                    <a:pt x="24706" y="53127"/>
                    <a:pt x="26479" y="53102"/>
                    <a:pt x="28254" y="53102"/>
                  </a:cubicBezTo>
                  <a:cubicBezTo>
                    <a:pt x="29861" y="53102"/>
                    <a:pt x="31470" y="53123"/>
                    <a:pt x="33078" y="53123"/>
                  </a:cubicBezTo>
                  <a:cubicBezTo>
                    <a:pt x="34790" y="53123"/>
                    <a:pt x="36500" y="53099"/>
                    <a:pt x="38206" y="53000"/>
                  </a:cubicBezTo>
                  <a:cubicBezTo>
                    <a:pt x="41103" y="52833"/>
                    <a:pt x="44012" y="52803"/>
                    <a:pt x="46911" y="52466"/>
                  </a:cubicBezTo>
                  <a:cubicBezTo>
                    <a:pt x="53633" y="51683"/>
                    <a:pt x="55614" y="47893"/>
                    <a:pt x="56198" y="42684"/>
                  </a:cubicBezTo>
                  <a:cubicBezTo>
                    <a:pt x="56631" y="38815"/>
                    <a:pt x="56101" y="34922"/>
                    <a:pt x="55835" y="31037"/>
                  </a:cubicBezTo>
                  <a:cubicBezTo>
                    <a:pt x="55499" y="26136"/>
                    <a:pt x="55778" y="21220"/>
                    <a:pt x="55869" y="16310"/>
                  </a:cubicBezTo>
                  <a:cubicBezTo>
                    <a:pt x="55926" y="13180"/>
                    <a:pt x="55879" y="10050"/>
                    <a:pt x="55879" y="6426"/>
                  </a:cubicBezTo>
                  <a:cubicBezTo>
                    <a:pt x="56088" y="4137"/>
                    <a:pt x="53909" y="961"/>
                    <a:pt x="51141" y="344"/>
                  </a:cubicBezTo>
                  <a:cubicBezTo>
                    <a:pt x="49950" y="79"/>
                    <a:pt x="48745" y="0"/>
                    <a:pt x="475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81"/>
            <p:cNvSpPr/>
            <p:nvPr/>
          </p:nvSpPr>
          <p:spPr>
            <a:xfrm>
              <a:off x="4508271" y="2738613"/>
              <a:ext cx="1409050" cy="1902264"/>
            </a:xfrm>
            <a:custGeom>
              <a:rect b="b" l="l" r="r" t="t"/>
              <a:pathLst>
                <a:path extrusionOk="0" h="53173" w="56362">
                  <a:moveTo>
                    <a:pt x="30040" y="1755"/>
                  </a:moveTo>
                  <a:cubicBezTo>
                    <a:pt x="30502" y="1755"/>
                    <a:pt x="30963" y="1759"/>
                    <a:pt x="31423" y="1766"/>
                  </a:cubicBezTo>
                  <a:cubicBezTo>
                    <a:pt x="31820" y="1772"/>
                    <a:pt x="32217" y="1774"/>
                    <a:pt x="32615" y="1774"/>
                  </a:cubicBezTo>
                  <a:cubicBezTo>
                    <a:pt x="33492" y="1774"/>
                    <a:pt x="34370" y="1764"/>
                    <a:pt x="35249" y="1764"/>
                  </a:cubicBezTo>
                  <a:cubicBezTo>
                    <a:pt x="36705" y="1764"/>
                    <a:pt x="38162" y="1792"/>
                    <a:pt x="39619" y="1941"/>
                  </a:cubicBezTo>
                  <a:cubicBezTo>
                    <a:pt x="40986" y="2081"/>
                    <a:pt x="42367" y="2116"/>
                    <a:pt x="43749" y="2116"/>
                  </a:cubicBezTo>
                  <a:cubicBezTo>
                    <a:pt x="44788" y="2116"/>
                    <a:pt x="45828" y="2096"/>
                    <a:pt x="46865" y="2088"/>
                  </a:cubicBezTo>
                  <a:cubicBezTo>
                    <a:pt x="46876" y="2088"/>
                    <a:pt x="46886" y="2088"/>
                    <a:pt x="46897" y="2088"/>
                  </a:cubicBezTo>
                  <a:cubicBezTo>
                    <a:pt x="48694" y="2088"/>
                    <a:pt x="50014" y="3216"/>
                    <a:pt x="51539" y="3867"/>
                  </a:cubicBezTo>
                  <a:cubicBezTo>
                    <a:pt x="54484" y="5125"/>
                    <a:pt x="54810" y="7685"/>
                    <a:pt x="54852" y="10400"/>
                  </a:cubicBezTo>
                  <a:cubicBezTo>
                    <a:pt x="54890" y="12720"/>
                    <a:pt x="54852" y="15035"/>
                    <a:pt x="54778" y="17356"/>
                  </a:cubicBezTo>
                  <a:cubicBezTo>
                    <a:pt x="54604" y="22615"/>
                    <a:pt x="54784" y="27894"/>
                    <a:pt x="54429" y="33136"/>
                  </a:cubicBezTo>
                  <a:cubicBezTo>
                    <a:pt x="54134" y="37479"/>
                    <a:pt x="54545" y="41829"/>
                    <a:pt x="54065" y="46137"/>
                  </a:cubicBezTo>
                  <a:cubicBezTo>
                    <a:pt x="53907" y="47539"/>
                    <a:pt x="52910" y="48843"/>
                    <a:pt x="51586" y="49650"/>
                  </a:cubicBezTo>
                  <a:cubicBezTo>
                    <a:pt x="50458" y="50338"/>
                    <a:pt x="49291" y="50943"/>
                    <a:pt x="47985" y="50943"/>
                  </a:cubicBezTo>
                  <a:cubicBezTo>
                    <a:pt x="47663" y="50943"/>
                    <a:pt x="47332" y="50906"/>
                    <a:pt x="46991" y="50824"/>
                  </a:cubicBezTo>
                  <a:cubicBezTo>
                    <a:pt x="44383" y="50824"/>
                    <a:pt x="41775" y="50810"/>
                    <a:pt x="39167" y="50810"/>
                  </a:cubicBezTo>
                  <a:cubicBezTo>
                    <a:pt x="37332" y="50810"/>
                    <a:pt x="35497" y="50817"/>
                    <a:pt x="33662" y="50841"/>
                  </a:cubicBezTo>
                  <a:cubicBezTo>
                    <a:pt x="31395" y="50869"/>
                    <a:pt x="29129" y="51059"/>
                    <a:pt x="26865" y="51206"/>
                  </a:cubicBezTo>
                  <a:cubicBezTo>
                    <a:pt x="23186" y="51447"/>
                    <a:pt x="19509" y="51911"/>
                    <a:pt x="15832" y="51911"/>
                  </a:cubicBezTo>
                  <a:cubicBezTo>
                    <a:pt x="15803" y="51911"/>
                    <a:pt x="15774" y="51911"/>
                    <a:pt x="15745" y="51911"/>
                  </a:cubicBezTo>
                  <a:cubicBezTo>
                    <a:pt x="12104" y="51904"/>
                    <a:pt x="8385" y="51657"/>
                    <a:pt x="5101" y="49827"/>
                  </a:cubicBezTo>
                  <a:cubicBezTo>
                    <a:pt x="3783" y="49092"/>
                    <a:pt x="3024" y="47711"/>
                    <a:pt x="2396" y="46244"/>
                  </a:cubicBezTo>
                  <a:cubicBezTo>
                    <a:pt x="960" y="42886"/>
                    <a:pt x="1556" y="39387"/>
                    <a:pt x="1541" y="35963"/>
                  </a:cubicBezTo>
                  <a:cubicBezTo>
                    <a:pt x="1525" y="32371"/>
                    <a:pt x="1594" y="28774"/>
                    <a:pt x="1525" y="25179"/>
                  </a:cubicBezTo>
                  <a:cubicBezTo>
                    <a:pt x="1481" y="22913"/>
                    <a:pt x="1481" y="20646"/>
                    <a:pt x="1456" y="18380"/>
                  </a:cubicBezTo>
                  <a:cubicBezTo>
                    <a:pt x="1433" y="16401"/>
                    <a:pt x="1134" y="14376"/>
                    <a:pt x="1453" y="12453"/>
                  </a:cubicBezTo>
                  <a:cubicBezTo>
                    <a:pt x="1793" y="10396"/>
                    <a:pt x="1031" y="8274"/>
                    <a:pt x="2247" y="6237"/>
                  </a:cubicBezTo>
                  <a:cubicBezTo>
                    <a:pt x="3530" y="4086"/>
                    <a:pt x="5369" y="3060"/>
                    <a:pt x="7645" y="2723"/>
                  </a:cubicBezTo>
                  <a:cubicBezTo>
                    <a:pt x="9703" y="2418"/>
                    <a:pt x="11811" y="2008"/>
                    <a:pt x="13870" y="2008"/>
                  </a:cubicBezTo>
                  <a:cubicBezTo>
                    <a:pt x="14339" y="2008"/>
                    <a:pt x="14805" y="2029"/>
                    <a:pt x="15267" y="2077"/>
                  </a:cubicBezTo>
                  <a:cubicBezTo>
                    <a:pt x="15832" y="2137"/>
                    <a:pt x="16393" y="2160"/>
                    <a:pt x="16951" y="2160"/>
                  </a:cubicBezTo>
                  <a:cubicBezTo>
                    <a:pt x="19004" y="2160"/>
                    <a:pt x="21016" y="1843"/>
                    <a:pt x="23055" y="1839"/>
                  </a:cubicBezTo>
                  <a:cubicBezTo>
                    <a:pt x="25372" y="1834"/>
                    <a:pt x="27718" y="1755"/>
                    <a:pt x="30040" y="1755"/>
                  </a:cubicBezTo>
                  <a:close/>
                  <a:moveTo>
                    <a:pt x="32553" y="0"/>
                  </a:moveTo>
                  <a:cubicBezTo>
                    <a:pt x="32255" y="0"/>
                    <a:pt x="31957" y="8"/>
                    <a:pt x="31658" y="27"/>
                  </a:cubicBezTo>
                  <a:cubicBezTo>
                    <a:pt x="30249" y="119"/>
                    <a:pt x="28827" y="325"/>
                    <a:pt x="27424" y="325"/>
                  </a:cubicBezTo>
                  <a:cubicBezTo>
                    <a:pt x="27063" y="325"/>
                    <a:pt x="26703" y="312"/>
                    <a:pt x="26345" y="279"/>
                  </a:cubicBezTo>
                  <a:cubicBezTo>
                    <a:pt x="25617" y="213"/>
                    <a:pt x="24890" y="197"/>
                    <a:pt x="24163" y="197"/>
                  </a:cubicBezTo>
                  <a:cubicBezTo>
                    <a:pt x="23488" y="197"/>
                    <a:pt x="22813" y="211"/>
                    <a:pt x="22138" y="211"/>
                  </a:cubicBezTo>
                  <a:cubicBezTo>
                    <a:pt x="21189" y="211"/>
                    <a:pt x="20239" y="183"/>
                    <a:pt x="19288" y="53"/>
                  </a:cubicBezTo>
                  <a:cubicBezTo>
                    <a:pt x="19041" y="19"/>
                    <a:pt x="18791" y="5"/>
                    <a:pt x="18540" y="5"/>
                  </a:cubicBezTo>
                  <a:cubicBezTo>
                    <a:pt x="17401" y="5"/>
                    <a:pt x="16223" y="297"/>
                    <a:pt x="15066" y="378"/>
                  </a:cubicBezTo>
                  <a:cubicBezTo>
                    <a:pt x="11733" y="613"/>
                    <a:pt x="8406" y="748"/>
                    <a:pt x="5114" y="1517"/>
                  </a:cubicBezTo>
                  <a:cubicBezTo>
                    <a:pt x="2950" y="2022"/>
                    <a:pt x="1038" y="4112"/>
                    <a:pt x="598" y="6227"/>
                  </a:cubicBezTo>
                  <a:cubicBezTo>
                    <a:pt x="69" y="8765"/>
                    <a:pt x="246" y="11357"/>
                    <a:pt x="134" y="13919"/>
                  </a:cubicBezTo>
                  <a:cubicBezTo>
                    <a:pt x="2" y="16907"/>
                    <a:pt x="233" y="19909"/>
                    <a:pt x="256" y="22906"/>
                  </a:cubicBezTo>
                  <a:cubicBezTo>
                    <a:pt x="288" y="26703"/>
                    <a:pt x="221" y="30502"/>
                    <a:pt x="285" y="34298"/>
                  </a:cubicBezTo>
                  <a:cubicBezTo>
                    <a:pt x="343" y="37702"/>
                    <a:pt x="0" y="41121"/>
                    <a:pt x="599" y="44397"/>
                  </a:cubicBezTo>
                  <a:cubicBezTo>
                    <a:pt x="595" y="47203"/>
                    <a:pt x="2155" y="50646"/>
                    <a:pt x="3924" y="51333"/>
                  </a:cubicBezTo>
                  <a:cubicBezTo>
                    <a:pt x="6260" y="52244"/>
                    <a:pt x="8752" y="52737"/>
                    <a:pt x="11222" y="52994"/>
                  </a:cubicBezTo>
                  <a:cubicBezTo>
                    <a:pt x="12488" y="53126"/>
                    <a:pt x="13757" y="53173"/>
                    <a:pt x="15027" y="53173"/>
                  </a:cubicBezTo>
                  <a:cubicBezTo>
                    <a:pt x="17798" y="53173"/>
                    <a:pt x="20576" y="52950"/>
                    <a:pt x="23349" y="52898"/>
                  </a:cubicBezTo>
                  <a:cubicBezTo>
                    <a:pt x="29042" y="52793"/>
                    <a:pt x="34736" y="52771"/>
                    <a:pt x="40430" y="52705"/>
                  </a:cubicBezTo>
                  <a:cubicBezTo>
                    <a:pt x="40517" y="52704"/>
                    <a:pt x="40603" y="52704"/>
                    <a:pt x="40689" y="52704"/>
                  </a:cubicBezTo>
                  <a:cubicBezTo>
                    <a:pt x="42253" y="52704"/>
                    <a:pt x="43815" y="52851"/>
                    <a:pt x="45378" y="52851"/>
                  </a:cubicBezTo>
                  <a:cubicBezTo>
                    <a:pt x="46722" y="52851"/>
                    <a:pt x="48067" y="52742"/>
                    <a:pt x="49414" y="52335"/>
                  </a:cubicBezTo>
                  <a:cubicBezTo>
                    <a:pt x="51775" y="51622"/>
                    <a:pt x="53725" y="50534"/>
                    <a:pt x="54867" y="48297"/>
                  </a:cubicBezTo>
                  <a:cubicBezTo>
                    <a:pt x="56232" y="45624"/>
                    <a:pt x="55478" y="42653"/>
                    <a:pt x="55953" y="39848"/>
                  </a:cubicBezTo>
                  <a:cubicBezTo>
                    <a:pt x="56100" y="38981"/>
                    <a:pt x="55781" y="38034"/>
                    <a:pt x="55934" y="37169"/>
                  </a:cubicBezTo>
                  <a:cubicBezTo>
                    <a:pt x="56287" y="35171"/>
                    <a:pt x="55877" y="33165"/>
                    <a:pt x="56136" y="31178"/>
                  </a:cubicBezTo>
                  <a:cubicBezTo>
                    <a:pt x="56312" y="29824"/>
                    <a:pt x="56041" y="28479"/>
                    <a:pt x="56191" y="27109"/>
                  </a:cubicBezTo>
                  <a:cubicBezTo>
                    <a:pt x="56362" y="25567"/>
                    <a:pt x="56184" y="23982"/>
                    <a:pt x="56116" y="22417"/>
                  </a:cubicBezTo>
                  <a:cubicBezTo>
                    <a:pt x="56065" y="21231"/>
                    <a:pt x="55712" y="20005"/>
                    <a:pt x="55917" y="18874"/>
                  </a:cubicBezTo>
                  <a:cubicBezTo>
                    <a:pt x="56297" y="16793"/>
                    <a:pt x="56205" y="14716"/>
                    <a:pt x="56251" y="12638"/>
                  </a:cubicBezTo>
                  <a:cubicBezTo>
                    <a:pt x="56281" y="11308"/>
                    <a:pt x="55964" y="9969"/>
                    <a:pt x="56020" y="8644"/>
                  </a:cubicBezTo>
                  <a:cubicBezTo>
                    <a:pt x="56080" y="7217"/>
                    <a:pt x="55619" y="5990"/>
                    <a:pt x="54950" y="4824"/>
                  </a:cubicBezTo>
                  <a:cubicBezTo>
                    <a:pt x="53903" y="2998"/>
                    <a:pt x="52217" y="1928"/>
                    <a:pt x="50309" y="1182"/>
                  </a:cubicBezTo>
                  <a:cubicBezTo>
                    <a:pt x="48791" y="587"/>
                    <a:pt x="47237" y="123"/>
                    <a:pt x="45618" y="123"/>
                  </a:cubicBezTo>
                  <a:cubicBezTo>
                    <a:pt x="45259" y="123"/>
                    <a:pt x="44897" y="146"/>
                    <a:pt x="44532" y="195"/>
                  </a:cubicBezTo>
                  <a:cubicBezTo>
                    <a:pt x="43859" y="285"/>
                    <a:pt x="43187" y="317"/>
                    <a:pt x="42516" y="317"/>
                  </a:cubicBezTo>
                  <a:cubicBezTo>
                    <a:pt x="40907" y="317"/>
                    <a:pt x="39299" y="134"/>
                    <a:pt x="37686" y="134"/>
                  </a:cubicBezTo>
                  <a:cubicBezTo>
                    <a:pt x="37463" y="134"/>
                    <a:pt x="37240" y="138"/>
                    <a:pt x="37016" y="146"/>
                  </a:cubicBezTo>
                  <a:cubicBezTo>
                    <a:pt x="36846" y="152"/>
                    <a:pt x="36676" y="154"/>
                    <a:pt x="36505" y="154"/>
                  </a:cubicBezTo>
                  <a:cubicBezTo>
                    <a:pt x="35196" y="154"/>
                    <a:pt x="33876" y="0"/>
                    <a:pt x="32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81"/>
            <p:cNvSpPr/>
            <p:nvPr/>
          </p:nvSpPr>
          <p:spPr>
            <a:xfrm>
              <a:off x="1659616" y="2752554"/>
              <a:ext cx="1407900" cy="1881201"/>
            </a:xfrm>
            <a:custGeom>
              <a:rect b="b" l="l" r="r" t="t"/>
              <a:pathLst>
                <a:path extrusionOk="0" h="52865" w="56316">
                  <a:moveTo>
                    <a:pt x="41357" y="1469"/>
                  </a:moveTo>
                  <a:cubicBezTo>
                    <a:pt x="42578" y="1469"/>
                    <a:pt x="43801" y="1542"/>
                    <a:pt x="45026" y="1744"/>
                  </a:cubicBezTo>
                  <a:cubicBezTo>
                    <a:pt x="45452" y="1815"/>
                    <a:pt x="45889" y="1829"/>
                    <a:pt x="46327" y="1829"/>
                  </a:cubicBezTo>
                  <a:cubicBezTo>
                    <a:pt x="46604" y="1829"/>
                    <a:pt x="46881" y="1823"/>
                    <a:pt x="47158" y="1823"/>
                  </a:cubicBezTo>
                  <a:cubicBezTo>
                    <a:pt x="47587" y="1823"/>
                    <a:pt x="48014" y="1836"/>
                    <a:pt x="48432" y="1903"/>
                  </a:cubicBezTo>
                  <a:cubicBezTo>
                    <a:pt x="49535" y="2080"/>
                    <a:pt x="50553" y="2585"/>
                    <a:pt x="51525" y="3187"/>
                  </a:cubicBezTo>
                  <a:cubicBezTo>
                    <a:pt x="54292" y="4900"/>
                    <a:pt x="53969" y="7871"/>
                    <a:pt x="54156" y="10383"/>
                  </a:cubicBezTo>
                  <a:cubicBezTo>
                    <a:pt x="54466" y="14551"/>
                    <a:pt x="54144" y="18762"/>
                    <a:pt x="54163" y="22953"/>
                  </a:cubicBezTo>
                  <a:cubicBezTo>
                    <a:pt x="54175" y="25611"/>
                    <a:pt x="54449" y="28272"/>
                    <a:pt x="54385" y="30927"/>
                  </a:cubicBezTo>
                  <a:cubicBezTo>
                    <a:pt x="54294" y="34811"/>
                    <a:pt x="55156" y="38660"/>
                    <a:pt x="54668" y="42556"/>
                  </a:cubicBezTo>
                  <a:cubicBezTo>
                    <a:pt x="54108" y="47031"/>
                    <a:pt x="53022" y="49446"/>
                    <a:pt x="48179" y="50620"/>
                  </a:cubicBezTo>
                  <a:cubicBezTo>
                    <a:pt x="46729" y="50971"/>
                    <a:pt x="45213" y="50994"/>
                    <a:pt x="43700" y="50994"/>
                  </a:cubicBezTo>
                  <a:cubicBezTo>
                    <a:pt x="43470" y="50994"/>
                    <a:pt x="43241" y="50994"/>
                    <a:pt x="43012" y="50994"/>
                  </a:cubicBezTo>
                  <a:cubicBezTo>
                    <a:pt x="42904" y="50994"/>
                    <a:pt x="42795" y="50994"/>
                    <a:pt x="42687" y="50994"/>
                  </a:cubicBezTo>
                  <a:cubicBezTo>
                    <a:pt x="40044" y="51002"/>
                    <a:pt x="37402" y="51219"/>
                    <a:pt x="34758" y="51297"/>
                  </a:cubicBezTo>
                  <a:cubicBezTo>
                    <a:pt x="32498" y="51363"/>
                    <a:pt x="30237" y="51355"/>
                    <a:pt x="27976" y="51385"/>
                  </a:cubicBezTo>
                  <a:cubicBezTo>
                    <a:pt x="24958" y="51426"/>
                    <a:pt x="21936" y="51375"/>
                    <a:pt x="18925" y="51538"/>
                  </a:cubicBezTo>
                  <a:cubicBezTo>
                    <a:pt x="17653" y="51607"/>
                    <a:pt x="16384" y="51656"/>
                    <a:pt x="15120" y="51656"/>
                  </a:cubicBezTo>
                  <a:cubicBezTo>
                    <a:pt x="11884" y="51656"/>
                    <a:pt x="8685" y="51336"/>
                    <a:pt x="5583" y="50222"/>
                  </a:cubicBezTo>
                  <a:cubicBezTo>
                    <a:pt x="3329" y="49413"/>
                    <a:pt x="2430" y="47402"/>
                    <a:pt x="2055" y="45163"/>
                  </a:cubicBezTo>
                  <a:cubicBezTo>
                    <a:pt x="1879" y="44120"/>
                    <a:pt x="1778" y="43064"/>
                    <a:pt x="1641" y="42013"/>
                  </a:cubicBezTo>
                  <a:lnTo>
                    <a:pt x="1712" y="42004"/>
                  </a:lnTo>
                  <a:cubicBezTo>
                    <a:pt x="1712" y="38378"/>
                    <a:pt x="1560" y="34744"/>
                    <a:pt x="1755" y="31126"/>
                  </a:cubicBezTo>
                  <a:cubicBezTo>
                    <a:pt x="1950" y="27508"/>
                    <a:pt x="1697" y="23884"/>
                    <a:pt x="1963" y="20288"/>
                  </a:cubicBezTo>
                  <a:cubicBezTo>
                    <a:pt x="2164" y="17577"/>
                    <a:pt x="2267" y="14849"/>
                    <a:pt x="2249" y="12158"/>
                  </a:cubicBezTo>
                  <a:cubicBezTo>
                    <a:pt x="2234" y="9900"/>
                    <a:pt x="2805" y="7959"/>
                    <a:pt x="3564" y="5940"/>
                  </a:cubicBezTo>
                  <a:cubicBezTo>
                    <a:pt x="4277" y="4043"/>
                    <a:pt x="6015" y="3717"/>
                    <a:pt x="7531" y="2948"/>
                  </a:cubicBezTo>
                  <a:cubicBezTo>
                    <a:pt x="8435" y="2489"/>
                    <a:pt x="9359" y="2428"/>
                    <a:pt x="10285" y="2428"/>
                  </a:cubicBezTo>
                  <a:cubicBezTo>
                    <a:pt x="10621" y="2428"/>
                    <a:pt x="10958" y="2436"/>
                    <a:pt x="11294" y="2436"/>
                  </a:cubicBezTo>
                  <a:cubicBezTo>
                    <a:pt x="11667" y="2436"/>
                    <a:pt x="12039" y="2426"/>
                    <a:pt x="12410" y="2384"/>
                  </a:cubicBezTo>
                  <a:cubicBezTo>
                    <a:pt x="13458" y="2265"/>
                    <a:pt x="14505" y="2224"/>
                    <a:pt x="15551" y="2224"/>
                  </a:cubicBezTo>
                  <a:cubicBezTo>
                    <a:pt x="17490" y="2224"/>
                    <a:pt x="19424" y="2365"/>
                    <a:pt x="21349" y="2414"/>
                  </a:cubicBezTo>
                  <a:cubicBezTo>
                    <a:pt x="22520" y="2443"/>
                    <a:pt x="23697" y="2472"/>
                    <a:pt x="24870" y="2472"/>
                  </a:cubicBezTo>
                  <a:cubicBezTo>
                    <a:pt x="26049" y="2472"/>
                    <a:pt x="27225" y="2443"/>
                    <a:pt x="28384" y="2355"/>
                  </a:cubicBezTo>
                  <a:cubicBezTo>
                    <a:pt x="30715" y="2180"/>
                    <a:pt x="33057" y="1974"/>
                    <a:pt x="35393" y="1806"/>
                  </a:cubicBezTo>
                  <a:cubicBezTo>
                    <a:pt x="37378" y="1663"/>
                    <a:pt x="39366" y="1469"/>
                    <a:pt x="41357" y="1469"/>
                  </a:cubicBezTo>
                  <a:close/>
                  <a:moveTo>
                    <a:pt x="44359" y="0"/>
                  </a:moveTo>
                  <a:cubicBezTo>
                    <a:pt x="42758" y="0"/>
                    <a:pt x="41151" y="99"/>
                    <a:pt x="39554" y="114"/>
                  </a:cubicBezTo>
                  <a:cubicBezTo>
                    <a:pt x="37112" y="135"/>
                    <a:pt x="34669" y="378"/>
                    <a:pt x="32228" y="378"/>
                  </a:cubicBezTo>
                  <a:cubicBezTo>
                    <a:pt x="32087" y="378"/>
                    <a:pt x="31946" y="377"/>
                    <a:pt x="31805" y="376"/>
                  </a:cubicBezTo>
                  <a:cubicBezTo>
                    <a:pt x="31643" y="374"/>
                    <a:pt x="31482" y="373"/>
                    <a:pt x="31320" y="373"/>
                  </a:cubicBezTo>
                  <a:cubicBezTo>
                    <a:pt x="28819" y="373"/>
                    <a:pt x="26338" y="605"/>
                    <a:pt x="23861" y="843"/>
                  </a:cubicBezTo>
                  <a:cubicBezTo>
                    <a:pt x="22166" y="1006"/>
                    <a:pt x="20472" y="1129"/>
                    <a:pt x="18781" y="1129"/>
                  </a:cubicBezTo>
                  <a:cubicBezTo>
                    <a:pt x="18262" y="1129"/>
                    <a:pt x="17743" y="1117"/>
                    <a:pt x="17224" y="1092"/>
                  </a:cubicBezTo>
                  <a:cubicBezTo>
                    <a:pt x="16175" y="1039"/>
                    <a:pt x="15130" y="1012"/>
                    <a:pt x="14086" y="1012"/>
                  </a:cubicBezTo>
                  <a:cubicBezTo>
                    <a:pt x="12243" y="1012"/>
                    <a:pt x="10404" y="1097"/>
                    <a:pt x="8557" y="1282"/>
                  </a:cubicBezTo>
                  <a:cubicBezTo>
                    <a:pt x="5749" y="1565"/>
                    <a:pt x="3573" y="2824"/>
                    <a:pt x="2020" y="5090"/>
                  </a:cubicBezTo>
                  <a:cubicBezTo>
                    <a:pt x="565" y="7212"/>
                    <a:pt x="544" y="9708"/>
                    <a:pt x="538" y="12176"/>
                  </a:cubicBezTo>
                  <a:cubicBezTo>
                    <a:pt x="533" y="15349"/>
                    <a:pt x="524" y="18523"/>
                    <a:pt x="494" y="21698"/>
                  </a:cubicBezTo>
                  <a:cubicBezTo>
                    <a:pt x="455" y="25806"/>
                    <a:pt x="472" y="29918"/>
                    <a:pt x="322" y="34021"/>
                  </a:cubicBezTo>
                  <a:cubicBezTo>
                    <a:pt x="171" y="38185"/>
                    <a:pt x="0" y="42350"/>
                    <a:pt x="967" y="46430"/>
                  </a:cubicBezTo>
                  <a:cubicBezTo>
                    <a:pt x="1274" y="47725"/>
                    <a:pt x="1658" y="49082"/>
                    <a:pt x="2781" y="50073"/>
                  </a:cubicBezTo>
                  <a:cubicBezTo>
                    <a:pt x="5527" y="52502"/>
                    <a:pt x="8994" y="52459"/>
                    <a:pt x="12285" y="52784"/>
                  </a:cubicBezTo>
                  <a:cubicBezTo>
                    <a:pt x="12881" y="52843"/>
                    <a:pt x="13480" y="52865"/>
                    <a:pt x="14082" y="52865"/>
                  </a:cubicBezTo>
                  <a:cubicBezTo>
                    <a:pt x="15922" y="52865"/>
                    <a:pt x="17781" y="52656"/>
                    <a:pt x="19627" y="52640"/>
                  </a:cubicBezTo>
                  <a:cubicBezTo>
                    <a:pt x="20217" y="52635"/>
                    <a:pt x="20807" y="52633"/>
                    <a:pt x="21397" y="52633"/>
                  </a:cubicBezTo>
                  <a:cubicBezTo>
                    <a:pt x="23461" y="52633"/>
                    <a:pt x="25525" y="52657"/>
                    <a:pt x="27588" y="52657"/>
                  </a:cubicBezTo>
                  <a:cubicBezTo>
                    <a:pt x="28506" y="52657"/>
                    <a:pt x="29425" y="52652"/>
                    <a:pt x="30343" y="52639"/>
                  </a:cubicBezTo>
                  <a:cubicBezTo>
                    <a:pt x="34469" y="52579"/>
                    <a:pt x="38591" y="52365"/>
                    <a:pt x="42717" y="52339"/>
                  </a:cubicBezTo>
                  <a:cubicBezTo>
                    <a:pt x="44982" y="52326"/>
                    <a:pt x="47212" y="52194"/>
                    <a:pt x="49446" y="51793"/>
                  </a:cubicBezTo>
                  <a:cubicBezTo>
                    <a:pt x="51303" y="51459"/>
                    <a:pt x="52955" y="50854"/>
                    <a:pt x="54153" y="49325"/>
                  </a:cubicBezTo>
                  <a:cubicBezTo>
                    <a:pt x="54830" y="48458"/>
                    <a:pt x="55080" y="47412"/>
                    <a:pt x="55352" y="46379"/>
                  </a:cubicBezTo>
                  <a:cubicBezTo>
                    <a:pt x="55514" y="45773"/>
                    <a:pt x="56315" y="45225"/>
                    <a:pt x="56007" y="44672"/>
                  </a:cubicBezTo>
                  <a:cubicBezTo>
                    <a:pt x="55393" y="43575"/>
                    <a:pt x="56013" y="42529"/>
                    <a:pt x="56099" y="41569"/>
                  </a:cubicBezTo>
                  <a:cubicBezTo>
                    <a:pt x="56282" y="39563"/>
                    <a:pt x="56108" y="37576"/>
                    <a:pt x="56061" y="35604"/>
                  </a:cubicBezTo>
                  <a:cubicBezTo>
                    <a:pt x="56026" y="34203"/>
                    <a:pt x="55584" y="32757"/>
                    <a:pt x="55695" y="31333"/>
                  </a:cubicBezTo>
                  <a:cubicBezTo>
                    <a:pt x="55815" y="29816"/>
                    <a:pt x="55686" y="28297"/>
                    <a:pt x="55694" y="26797"/>
                  </a:cubicBezTo>
                  <a:cubicBezTo>
                    <a:pt x="55725" y="21196"/>
                    <a:pt x="55409" y="15594"/>
                    <a:pt x="55572" y="9868"/>
                  </a:cubicBezTo>
                  <a:cubicBezTo>
                    <a:pt x="55486" y="9136"/>
                    <a:pt x="55382" y="8287"/>
                    <a:pt x="55286" y="7436"/>
                  </a:cubicBezTo>
                  <a:cubicBezTo>
                    <a:pt x="54848" y="3577"/>
                    <a:pt x="52956" y="1596"/>
                    <a:pt x="49746" y="648"/>
                  </a:cubicBezTo>
                  <a:cubicBezTo>
                    <a:pt x="47977" y="127"/>
                    <a:pt x="46173" y="0"/>
                    <a:pt x="443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81"/>
            <p:cNvSpPr/>
            <p:nvPr/>
          </p:nvSpPr>
          <p:spPr>
            <a:xfrm>
              <a:off x="3082995" y="2752559"/>
              <a:ext cx="1414775" cy="1859868"/>
            </a:xfrm>
            <a:custGeom>
              <a:rect b="b" l="l" r="r" t="t"/>
              <a:pathLst>
                <a:path extrusionOk="0" h="51919" w="56591">
                  <a:moveTo>
                    <a:pt x="35166" y="1505"/>
                  </a:moveTo>
                  <a:cubicBezTo>
                    <a:pt x="35763" y="1505"/>
                    <a:pt x="36360" y="1512"/>
                    <a:pt x="36957" y="1529"/>
                  </a:cubicBezTo>
                  <a:cubicBezTo>
                    <a:pt x="40619" y="1633"/>
                    <a:pt x="44295" y="1818"/>
                    <a:pt x="47923" y="2295"/>
                  </a:cubicBezTo>
                  <a:cubicBezTo>
                    <a:pt x="51871" y="2816"/>
                    <a:pt x="55170" y="5714"/>
                    <a:pt x="54851" y="10530"/>
                  </a:cubicBezTo>
                  <a:cubicBezTo>
                    <a:pt x="54590" y="14450"/>
                    <a:pt x="54710" y="18398"/>
                    <a:pt x="54684" y="22333"/>
                  </a:cubicBezTo>
                  <a:cubicBezTo>
                    <a:pt x="54665" y="25307"/>
                    <a:pt x="54738" y="28281"/>
                    <a:pt x="54669" y="31253"/>
                  </a:cubicBezTo>
                  <a:cubicBezTo>
                    <a:pt x="54594" y="34402"/>
                    <a:pt x="54433" y="37552"/>
                    <a:pt x="54241" y="40696"/>
                  </a:cubicBezTo>
                  <a:cubicBezTo>
                    <a:pt x="54150" y="42207"/>
                    <a:pt x="54325" y="43757"/>
                    <a:pt x="53759" y="45220"/>
                  </a:cubicBezTo>
                  <a:cubicBezTo>
                    <a:pt x="52875" y="47499"/>
                    <a:pt x="51381" y="49130"/>
                    <a:pt x="48910" y="49668"/>
                  </a:cubicBezTo>
                  <a:cubicBezTo>
                    <a:pt x="46907" y="50103"/>
                    <a:pt x="44872" y="50474"/>
                    <a:pt x="42840" y="50474"/>
                  </a:cubicBezTo>
                  <a:cubicBezTo>
                    <a:pt x="42137" y="50474"/>
                    <a:pt x="41434" y="50429"/>
                    <a:pt x="40733" y="50328"/>
                  </a:cubicBezTo>
                  <a:cubicBezTo>
                    <a:pt x="39105" y="50092"/>
                    <a:pt x="37481" y="50018"/>
                    <a:pt x="35860" y="50018"/>
                  </a:cubicBezTo>
                  <a:cubicBezTo>
                    <a:pt x="34389" y="50018"/>
                    <a:pt x="32919" y="50079"/>
                    <a:pt x="31451" y="50138"/>
                  </a:cubicBezTo>
                  <a:cubicBezTo>
                    <a:pt x="28936" y="50240"/>
                    <a:pt x="26429" y="50205"/>
                    <a:pt x="23916" y="50223"/>
                  </a:cubicBezTo>
                  <a:cubicBezTo>
                    <a:pt x="22296" y="50235"/>
                    <a:pt x="20676" y="50337"/>
                    <a:pt x="19055" y="50376"/>
                  </a:cubicBezTo>
                  <a:cubicBezTo>
                    <a:pt x="17539" y="50414"/>
                    <a:pt x="16024" y="50458"/>
                    <a:pt x="14508" y="50458"/>
                  </a:cubicBezTo>
                  <a:cubicBezTo>
                    <a:pt x="13208" y="50458"/>
                    <a:pt x="11908" y="50425"/>
                    <a:pt x="10608" y="50328"/>
                  </a:cubicBezTo>
                  <a:cubicBezTo>
                    <a:pt x="9082" y="50213"/>
                    <a:pt x="7555" y="50085"/>
                    <a:pt x="6231" y="49247"/>
                  </a:cubicBezTo>
                  <a:cubicBezTo>
                    <a:pt x="4635" y="48236"/>
                    <a:pt x="3967" y="46563"/>
                    <a:pt x="3269" y="44906"/>
                  </a:cubicBezTo>
                  <a:cubicBezTo>
                    <a:pt x="2308" y="42625"/>
                    <a:pt x="2353" y="40171"/>
                    <a:pt x="1938" y="38178"/>
                  </a:cubicBezTo>
                  <a:cubicBezTo>
                    <a:pt x="1653" y="33074"/>
                    <a:pt x="2171" y="28368"/>
                    <a:pt x="2242" y="23651"/>
                  </a:cubicBezTo>
                  <a:cubicBezTo>
                    <a:pt x="2273" y="21556"/>
                    <a:pt x="2387" y="19428"/>
                    <a:pt x="1927" y="17342"/>
                  </a:cubicBezTo>
                  <a:cubicBezTo>
                    <a:pt x="1379" y="14855"/>
                    <a:pt x="1602" y="12400"/>
                    <a:pt x="1977" y="9892"/>
                  </a:cubicBezTo>
                  <a:cubicBezTo>
                    <a:pt x="2170" y="8592"/>
                    <a:pt x="2384" y="7238"/>
                    <a:pt x="2787" y="6069"/>
                  </a:cubicBezTo>
                  <a:cubicBezTo>
                    <a:pt x="3351" y="4425"/>
                    <a:pt x="4744" y="3239"/>
                    <a:pt x="6572" y="2737"/>
                  </a:cubicBezTo>
                  <a:cubicBezTo>
                    <a:pt x="10330" y="1707"/>
                    <a:pt x="14180" y="1765"/>
                    <a:pt x="18018" y="1693"/>
                  </a:cubicBezTo>
                  <a:cubicBezTo>
                    <a:pt x="18903" y="1677"/>
                    <a:pt x="19789" y="1672"/>
                    <a:pt x="20675" y="1672"/>
                  </a:cubicBezTo>
                  <a:cubicBezTo>
                    <a:pt x="22215" y="1672"/>
                    <a:pt x="23755" y="1688"/>
                    <a:pt x="25294" y="1688"/>
                  </a:cubicBezTo>
                  <a:cubicBezTo>
                    <a:pt x="25861" y="1688"/>
                    <a:pt x="26428" y="1686"/>
                    <a:pt x="26995" y="1680"/>
                  </a:cubicBezTo>
                  <a:cubicBezTo>
                    <a:pt x="29718" y="1652"/>
                    <a:pt x="32444" y="1505"/>
                    <a:pt x="35166" y="1505"/>
                  </a:cubicBezTo>
                  <a:close/>
                  <a:moveTo>
                    <a:pt x="32484" y="0"/>
                  </a:moveTo>
                  <a:cubicBezTo>
                    <a:pt x="30747" y="0"/>
                    <a:pt x="29011" y="55"/>
                    <a:pt x="27282" y="158"/>
                  </a:cubicBezTo>
                  <a:cubicBezTo>
                    <a:pt x="26066" y="232"/>
                    <a:pt x="24851" y="247"/>
                    <a:pt x="23636" y="247"/>
                  </a:cubicBezTo>
                  <a:cubicBezTo>
                    <a:pt x="22774" y="247"/>
                    <a:pt x="21913" y="239"/>
                    <a:pt x="21051" y="239"/>
                  </a:cubicBezTo>
                  <a:cubicBezTo>
                    <a:pt x="20428" y="239"/>
                    <a:pt x="19805" y="243"/>
                    <a:pt x="19183" y="257"/>
                  </a:cubicBezTo>
                  <a:cubicBezTo>
                    <a:pt x="15163" y="346"/>
                    <a:pt x="11150" y="308"/>
                    <a:pt x="7204" y="1225"/>
                  </a:cubicBezTo>
                  <a:cubicBezTo>
                    <a:pt x="5740" y="1565"/>
                    <a:pt x="4226" y="1994"/>
                    <a:pt x="3259" y="3149"/>
                  </a:cubicBezTo>
                  <a:cubicBezTo>
                    <a:pt x="1691" y="5022"/>
                    <a:pt x="475" y="7060"/>
                    <a:pt x="332" y="9697"/>
                  </a:cubicBezTo>
                  <a:cubicBezTo>
                    <a:pt x="193" y="12295"/>
                    <a:pt x="55" y="14886"/>
                    <a:pt x="97" y="17486"/>
                  </a:cubicBezTo>
                  <a:cubicBezTo>
                    <a:pt x="123" y="19029"/>
                    <a:pt x="413" y="20587"/>
                    <a:pt x="273" y="22110"/>
                  </a:cubicBezTo>
                  <a:cubicBezTo>
                    <a:pt x="0" y="25061"/>
                    <a:pt x="388" y="28004"/>
                    <a:pt x="201" y="30952"/>
                  </a:cubicBezTo>
                  <a:cubicBezTo>
                    <a:pt x="103" y="32495"/>
                    <a:pt x="428" y="34062"/>
                    <a:pt x="352" y="35609"/>
                  </a:cubicBezTo>
                  <a:cubicBezTo>
                    <a:pt x="225" y="38201"/>
                    <a:pt x="476" y="40762"/>
                    <a:pt x="1041" y="43258"/>
                  </a:cubicBezTo>
                  <a:cubicBezTo>
                    <a:pt x="1484" y="45213"/>
                    <a:pt x="1888" y="47297"/>
                    <a:pt x="3516" y="48747"/>
                  </a:cubicBezTo>
                  <a:cubicBezTo>
                    <a:pt x="5791" y="50770"/>
                    <a:pt x="8447" y="51581"/>
                    <a:pt x="11438" y="51581"/>
                  </a:cubicBezTo>
                  <a:cubicBezTo>
                    <a:pt x="11623" y="51581"/>
                    <a:pt x="11809" y="51578"/>
                    <a:pt x="11996" y="51572"/>
                  </a:cubicBezTo>
                  <a:cubicBezTo>
                    <a:pt x="12655" y="51551"/>
                    <a:pt x="13314" y="51543"/>
                    <a:pt x="13973" y="51543"/>
                  </a:cubicBezTo>
                  <a:cubicBezTo>
                    <a:pt x="16035" y="51543"/>
                    <a:pt x="18100" y="51621"/>
                    <a:pt x="20161" y="51621"/>
                  </a:cubicBezTo>
                  <a:cubicBezTo>
                    <a:pt x="20856" y="51621"/>
                    <a:pt x="21551" y="51613"/>
                    <a:pt x="22245" y="51589"/>
                  </a:cubicBezTo>
                  <a:cubicBezTo>
                    <a:pt x="23672" y="51540"/>
                    <a:pt x="25096" y="51518"/>
                    <a:pt x="26520" y="51518"/>
                  </a:cubicBezTo>
                  <a:cubicBezTo>
                    <a:pt x="29467" y="51518"/>
                    <a:pt x="32411" y="51613"/>
                    <a:pt x="35363" y="51761"/>
                  </a:cubicBezTo>
                  <a:cubicBezTo>
                    <a:pt x="36926" y="51840"/>
                    <a:pt x="38492" y="51864"/>
                    <a:pt x="40101" y="51864"/>
                  </a:cubicBezTo>
                  <a:cubicBezTo>
                    <a:pt x="42633" y="51864"/>
                    <a:pt x="45270" y="51804"/>
                    <a:pt x="48169" y="51804"/>
                  </a:cubicBezTo>
                  <a:cubicBezTo>
                    <a:pt x="48372" y="51883"/>
                    <a:pt x="48579" y="51918"/>
                    <a:pt x="48787" y="51918"/>
                  </a:cubicBezTo>
                  <a:cubicBezTo>
                    <a:pt x="50000" y="51918"/>
                    <a:pt x="51271" y="50714"/>
                    <a:pt x="52422" y="49876"/>
                  </a:cubicBezTo>
                  <a:cubicBezTo>
                    <a:pt x="54571" y="48311"/>
                    <a:pt x="55327" y="45713"/>
                    <a:pt x="55447" y="43074"/>
                  </a:cubicBezTo>
                  <a:cubicBezTo>
                    <a:pt x="55562" y="40514"/>
                    <a:pt x="55488" y="37948"/>
                    <a:pt x="55539" y="35385"/>
                  </a:cubicBezTo>
                  <a:cubicBezTo>
                    <a:pt x="55577" y="33483"/>
                    <a:pt x="55617" y="31581"/>
                    <a:pt x="55772" y="29684"/>
                  </a:cubicBezTo>
                  <a:cubicBezTo>
                    <a:pt x="55926" y="27787"/>
                    <a:pt x="55917" y="25897"/>
                    <a:pt x="55842" y="24003"/>
                  </a:cubicBezTo>
                  <a:cubicBezTo>
                    <a:pt x="55779" y="22415"/>
                    <a:pt x="56058" y="20788"/>
                    <a:pt x="55866" y="19259"/>
                  </a:cubicBezTo>
                  <a:cubicBezTo>
                    <a:pt x="55598" y="17132"/>
                    <a:pt x="56026" y="15058"/>
                    <a:pt x="55855" y="12963"/>
                  </a:cubicBezTo>
                  <a:cubicBezTo>
                    <a:pt x="55668" y="10662"/>
                    <a:pt x="56591" y="8384"/>
                    <a:pt x="55572" y="6024"/>
                  </a:cubicBezTo>
                  <a:cubicBezTo>
                    <a:pt x="54478" y="3487"/>
                    <a:pt x="52631" y="1981"/>
                    <a:pt x="50189" y="1126"/>
                  </a:cubicBezTo>
                  <a:cubicBezTo>
                    <a:pt x="49237" y="793"/>
                    <a:pt x="48232" y="756"/>
                    <a:pt x="47226" y="756"/>
                  </a:cubicBezTo>
                  <a:cubicBezTo>
                    <a:pt x="46938" y="756"/>
                    <a:pt x="46650" y="759"/>
                    <a:pt x="46363" y="759"/>
                  </a:cubicBezTo>
                  <a:cubicBezTo>
                    <a:pt x="45949" y="759"/>
                    <a:pt x="45537" y="752"/>
                    <a:pt x="45132" y="722"/>
                  </a:cubicBezTo>
                  <a:cubicBezTo>
                    <a:pt x="42619" y="533"/>
                    <a:pt x="40075" y="322"/>
                    <a:pt x="37556" y="160"/>
                  </a:cubicBezTo>
                  <a:cubicBezTo>
                    <a:pt x="35871" y="52"/>
                    <a:pt x="34177" y="0"/>
                    <a:pt x="324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81"/>
            <p:cNvSpPr/>
            <p:nvPr/>
          </p:nvSpPr>
          <p:spPr>
            <a:xfrm>
              <a:off x="233775" y="1978750"/>
              <a:ext cx="1408525" cy="733275"/>
            </a:xfrm>
            <a:custGeom>
              <a:rect b="b" l="l" r="r" t="t"/>
              <a:pathLst>
                <a:path extrusionOk="0" h="29331" w="56341">
                  <a:moveTo>
                    <a:pt x="27432" y="1897"/>
                  </a:moveTo>
                  <a:cubicBezTo>
                    <a:pt x="31103" y="1897"/>
                    <a:pt x="34770" y="2081"/>
                    <a:pt x="38440" y="2096"/>
                  </a:cubicBezTo>
                  <a:cubicBezTo>
                    <a:pt x="39062" y="2099"/>
                    <a:pt x="39684" y="2100"/>
                    <a:pt x="40306" y="2100"/>
                  </a:cubicBezTo>
                  <a:cubicBezTo>
                    <a:pt x="41350" y="2100"/>
                    <a:pt x="42394" y="2097"/>
                    <a:pt x="43438" y="2097"/>
                  </a:cubicBezTo>
                  <a:cubicBezTo>
                    <a:pt x="44942" y="2097"/>
                    <a:pt x="46447" y="2102"/>
                    <a:pt x="47950" y="2129"/>
                  </a:cubicBezTo>
                  <a:cubicBezTo>
                    <a:pt x="49734" y="2160"/>
                    <a:pt x="51453" y="2731"/>
                    <a:pt x="52786" y="3846"/>
                  </a:cubicBezTo>
                  <a:cubicBezTo>
                    <a:pt x="53617" y="4541"/>
                    <a:pt x="54539" y="5531"/>
                    <a:pt x="54116" y="7130"/>
                  </a:cubicBezTo>
                  <a:cubicBezTo>
                    <a:pt x="54116" y="8923"/>
                    <a:pt x="53981" y="10941"/>
                    <a:pt x="54148" y="12934"/>
                  </a:cubicBezTo>
                  <a:cubicBezTo>
                    <a:pt x="54375" y="15603"/>
                    <a:pt x="54129" y="18234"/>
                    <a:pt x="53794" y="20857"/>
                  </a:cubicBezTo>
                  <a:cubicBezTo>
                    <a:pt x="53491" y="23231"/>
                    <a:pt x="52491" y="25402"/>
                    <a:pt x="50174" y="26298"/>
                  </a:cubicBezTo>
                  <a:cubicBezTo>
                    <a:pt x="49518" y="26552"/>
                    <a:pt x="48782" y="26619"/>
                    <a:pt x="48026" y="26619"/>
                  </a:cubicBezTo>
                  <a:cubicBezTo>
                    <a:pt x="47269" y="26619"/>
                    <a:pt x="46491" y="26552"/>
                    <a:pt x="45749" y="26537"/>
                  </a:cubicBezTo>
                  <a:cubicBezTo>
                    <a:pt x="45711" y="26537"/>
                    <a:pt x="45673" y="26536"/>
                    <a:pt x="45635" y="26536"/>
                  </a:cubicBezTo>
                  <a:cubicBezTo>
                    <a:pt x="44302" y="26536"/>
                    <a:pt x="42994" y="26971"/>
                    <a:pt x="41745" y="26971"/>
                  </a:cubicBezTo>
                  <a:cubicBezTo>
                    <a:pt x="41710" y="26971"/>
                    <a:pt x="41674" y="26971"/>
                    <a:pt x="41639" y="26970"/>
                  </a:cubicBezTo>
                  <a:cubicBezTo>
                    <a:pt x="41555" y="26968"/>
                    <a:pt x="41472" y="26968"/>
                    <a:pt x="41388" y="26968"/>
                  </a:cubicBezTo>
                  <a:cubicBezTo>
                    <a:pt x="40815" y="26968"/>
                    <a:pt x="40230" y="27001"/>
                    <a:pt x="39644" y="27001"/>
                  </a:cubicBezTo>
                  <a:cubicBezTo>
                    <a:pt x="39150" y="27001"/>
                    <a:pt x="38654" y="26977"/>
                    <a:pt x="38163" y="26889"/>
                  </a:cubicBezTo>
                  <a:cubicBezTo>
                    <a:pt x="37028" y="26685"/>
                    <a:pt x="35898" y="26564"/>
                    <a:pt x="34748" y="26564"/>
                  </a:cubicBezTo>
                  <a:cubicBezTo>
                    <a:pt x="34118" y="26564"/>
                    <a:pt x="33483" y="26600"/>
                    <a:pt x="32838" y="26680"/>
                  </a:cubicBezTo>
                  <a:cubicBezTo>
                    <a:pt x="32551" y="26715"/>
                    <a:pt x="32258" y="26728"/>
                    <a:pt x="31961" y="26728"/>
                  </a:cubicBezTo>
                  <a:cubicBezTo>
                    <a:pt x="31111" y="26728"/>
                    <a:pt x="30230" y="26621"/>
                    <a:pt x="29359" y="26621"/>
                  </a:cubicBezTo>
                  <a:cubicBezTo>
                    <a:pt x="29295" y="26621"/>
                    <a:pt x="29232" y="26621"/>
                    <a:pt x="29168" y="26623"/>
                  </a:cubicBezTo>
                  <a:cubicBezTo>
                    <a:pt x="27581" y="26654"/>
                    <a:pt x="26034" y="26865"/>
                    <a:pt x="24466" y="27042"/>
                  </a:cubicBezTo>
                  <a:cubicBezTo>
                    <a:pt x="23731" y="27125"/>
                    <a:pt x="22991" y="27180"/>
                    <a:pt x="22241" y="27180"/>
                  </a:cubicBezTo>
                  <a:cubicBezTo>
                    <a:pt x="21746" y="27180"/>
                    <a:pt x="21247" y="27156"/>
                    <a:pt x="20742" y="27100"/>
                  </a:cubicBezTo>
                  <a:cubicBezTo>
                    <a:pt x="20406" y="27064"/>
                    <a:pt x="20068" y="27049"/>
                    <a:pt x="19729" y="27049"/>
                  </a:cubicBezTo>
                  <a:cubicBezTo>
                    <a:pt x="18370" y="27049"/>
                    <a:pt x="16986" y="27289"/>
                    <a:pt x="15616" y="27331"/>
                  </a:cubicBezTo>
                  <a:cubicBezTo>
                    <a:pt x="15503" y="27334"/>
                    <a:pt x="15391" y="27336"/>
                    <a:pt x="15278" y="27336"/>
                  </a:cubicBezTo>
                  <a:cubicBezTo>
                    <a:pt x="14440" y="27336"/>
                    <a:pt x="13594" y="27254"/>
                    <a:pt x="12760" y="27254"/>
                  </a:cubicBezTo>
                  <a:cubicBezTo>
                    <a:pt x="12354" y="27254"/>
                    <a:pt x="11951" y="27273"/>
                    <a:pt x="11553" y="27331"/>
                  </a:cubicBezTo>
                  <a:cubicBezTo>
                    <a:pt x="11392" y="27354"/>
                    <a:pt x="11234" y="27364"/>
                    <a:pt x="11079" y="27364"/>
                  </a:cubicBezTo>
                  <a:cubicBezTo>
                    <a:pt x="10332" y="27364"/>
                    <a:pt x="9646" y="27134"/>
                    <a:pt x="8934" y="27070"/>
                  </a:cubicBezTo>
                  <a:cubicBezTo>
                    <a:pt x="7654" y="26957"/>
                    <a:pt x="6367" y="26747"/>
                    <a:pt x="5179" y="25914"/>
                  </a:cubicBezTo>
                  <a:cubicBezTo>
                    <a:pt x="2613" y="24116"/>
                    <a:pt x="2678" y="21486"/>
                    <a:pt x="2468" y="18849"/>
                  </a:cubicBezTo>
                  <a:cubicBezTo>
                    <a:pt x="2229" y="15856"/>
                    <a:pt x="1824" y="12855"/>
                    <a:pt x="2371" y="9880"/>
                  </a:cubicBezTo>
                  <a:cubicBezTo>
                    <a:pt x="2640" y="8411"/>
                    <a:pt x="2640" y="6817"/>
                    <a:pt x="3620" y="5525"/>
                  </a:cubicBezTo>
                  <a:cubicBezTo>
                    <a:pt x="4347" y="4564"/>
                    <a:pt x="5396" y="4165"/>
                    <a:pt x="6424" y="3623"/>
                  </a:cubicBezTo>
                  <a:cubicBezTo>
                    <a:pt x="7438" y="3089"/>
                    <a:pt x="8629" y="3310"/>
                    <a:pt x="9587" y="2578"/>
                  </a:cubicBezTo>
                  <a:cubicBezTo>
                    <a:pt x="9741" y="2459"/>
                    <a:pt x="10227" y="2308"/>
                    <a:pt x="10764" y="2308"/>
                  </a:cubicBezTo>
                  <a:cubicBezTo>
                    <a:pt x="10964" y="2308"/>
                    <a:pt x="11171" y="2329"/>
                    <a:pt x="11371" y="2380"/>
                  </a:cubicBezTo>
                  <a:cubicBezTo>
                    <a:pt x="11745" y="2477"/>
                    <a:pt x="12137" y="2512"/>
                    <a:pt x="12539" y="2512"/>
                  </a:cubicBezTo>
                  <a:cubicBezTo>
                    <a:pt x="13309" y="2512"/>
                    <a:pt x="14113" y="2383"/>
                    <a:pt x="14884" y="2313"/>
                  </a:cubicBezTo>
                  <a:cubicBezTo>
                    <a:pt x="17995" y="2030"/>
                    <a:pt x="21113" y="2067"/>
                    <a:pt x="24228" y="1952"/>
                  </a:cubicBezTo>
                  <a:cubicBezTo>
                    <a:pt x="25296" y="1912"/>
                    <a:pt x="26365" y="1897"/>
                    <a:pt x="27432" y="1897"/>
                  </a:cubicBezTo>
                  <a:close/>
                  <a:moveTo>
                    <a:pt x="28731" y="0"/>
                  </a:moveTo>
                  <a:cubicBezTo>
                    <a:pt x="28341" y="0"/>
                    <a:pt x="27954" y="15"/>
                    <a:pt x="27573" y="53"/>
                  </a:cubicBezTo>
                  <a:cubicBezTo>
                    <a:pt x="24887" y="327"/>
                    <a:pt x="22181" y="252"/>
                    <a:pt x="19515" y="350"/>
                  </a:cubicBezTo>
                  <a:cubicBezTo>
                    <a:pt x="16772" y="450"/>
                    <a:pt x="14027" y="570"/>
                    <a:pt x="11282" y="711"/>
                  </a:cubicBezTo>
                  <a:cubicBezTo>
                    <a:pt x="8681" y="841"/>
                    <a:pt x="6162" y="1244"/>
                    <a:pt x="3810" y="2413"/>
                  </a:cubicBezTo>
                  <a:cubicBezTo>
                    <a:pt x="2648" y="2993"/>
                    <a:pt x="1865" y="3902"/>
                    <a:pt x="1354" y="5109"/>
                  </a:cubicBezTo>
                  <a:cubicBezTo>
                    <a:pt x="971" y="6015"/>
                    <a:pt x="1341" y="7073"/>
                    <a:pt x="902" y="7857"/>
                  </a:cubicBezTo>
                  <a:cubicBezTo>
                    <a:pt x="0" y="9463"/>
                    <a:pt x="494" y="11188"/>
                    <a:pt x="394" y="12816"/>
                  </a:cubicBezTo>
                  <a:cubicBezTo>
                    <a:pt x="331" y="13840"/>
                    <a:pt x="231" y="15002"/>
                    <a:pt x="502" y="16130"/>
                  </a:cubicBezTo>
                  <a:cubicBezTo>
                    <a:pt x="795" y="17356"/>
                    <a:pt x="622" y="18688"/>
                    <a:pt x="746" y="19964"/>
                  </a:cubicBezTo>
                  <a:cubicBezTo>
                    <a:pt x="848" y="21018"/>
                    <a:pt x="1087" y="22060"/>
                    <a:pt x="1222" y="22855"/>
                  </a:cubicBezTo>
                  <a:cubicBezTo>
                    <a:pt x="1150" y="23900"/>
                    <a:pt x="1874" y="24293"/>
                    <a:pt x="2112" y="24881"/>
                  </a:cubicBezTo>
                  <a:cubicBezTo>
                    <a:pt x="3191" y="27539"/>
                    <a:pt x="5445" y="28578"/>
                    <a:pt x="7943" y="29050"/>
                  </a:cubicBezTo>
                  <a:cubicBezTo>
                    <a:pt x="9059" y="29261"/>
                    <a:pt x="10183" y="29331"/>
                    <a:pt x="11312" y="29331"/>
                  </a:cubicBezTo>
                  <a:cubicBezTo>
                    <a:pt x="13254" y="29331"/>
                    <a:pt x="15207" y="29124"/>
                    <a:pt x="17151" y="29070"/>
                  </a:cubicBezTo>
                  <a:cubicBezTo>
                    <a:pt x="19448" y="29005"/>
                    <a:pt x="21745" y="28930"/>
                    <a:pt x="24039" y="28803"/>
                  </a:cubicBezTo>
                  <a:cubicBezTo>
                    <a:pt x="25420" y="28725"/>
                    <a:pt x="26791" y="28484"/>
                    <a:pt x="28174" y="28412"/>
                  </a:cubicBezTo>
                  <a:cubicBezTo>
                    <a:pt x="28358" y="28402"/>
                    <a:pt x="28543" y="28398"/>
                    <a:pt x="28728" y="28398"/>
                  </a:cubicBezTo>
                  <a:cubicBezTo>
                    <a:pt x="29565" y="28398"/>
                    <a:pt x="30406" y="28481"/>
                    <a:pt x="31245" y="28486"/>
                  </a:cubicBezTo>
                  <a:cubicBezTo>
                    <a:pt x="31352" y="28486"/>
                    <a:pt x="31459" y="28486"/>
                    <a:pt x="31565" y="28486"/>
                  </a:cubicBezTo>
                  <a:cubicBezTo>
                    <a:pt x="33086" y="28486"/>
                    <a:pt x="34609" y="28441"/>
                    <a:pt x="36129" y="28441"/>
                  </a:cubicBezTo>
                  <a:cubicBezTo>
                    <a:pt x="37183" y="28441"/>
                    <a:pt x="38236" y="28463"/>
                    <a:pt x="39285" y="28536"/>
                  </a:cubicBezTo>
                  <a:cubicBezTo>
                    <a:pt x="40207" y="28602"/>
                    <a:pt x="41128" y="28624"/>
                    <a:pt x="42047" y="28624"/>
                  </a:cubicBezTo>
                  <a:cubicBezTo>
                    <a:pt x="43099" y="28624"/>
                    <a:pt x="44149" y="28595"/>
                    <a:pt x="45197" y="28568"/>
                  </a:cubicBezTo>
                  <a:cubicBezTo>
                    <a:pt x="47176" y="28517"/>
                    <a:pt x="49138" y="27973"/>
                    <a:pt x="51104" y="27738"/>
                  </a:cubicBezTo>
                  <a:cubicBezTo>
                    <a:pt x="52787" y="27535"/>
                    <a:pt x="54795" y="25357"/>
                    <a:pt x="55194" y="24016"/>
                  </a:cubicBezTo>
                  <a:cubicBezTo>
                    <a:pt x="55616" y="22596"/>
                    <a:pt x="55484" y="21178"/>
                    <a:pt x="55646" y="19764"/>
                  </a:cubicBezTo>
                  <a:cubicBezTo>
                    <a:pt x="55863" y="17855"/>
                    <a:pt x="56279" y="15971"/>
                    <a:pt x="56161" y="14025"/>
                  </a:cubicBezTo>
                  <a:cubicBezTo>
                    <a:pt x="56044" y="12129"/>
                    <a:pt x="55847" y="10212"/>
                    <a:pt x="56014" y="8333"/>
                  </a:cubicBezTo>
                  <a:cubicBezTo>
                    <a:pt x="56341" y="4662"/>
                    <a:pt x="54023" y="2037"/>
                    <a:pt x="51353" y="1211"/>
                  </a:cubicBezTo>
                  <a:cubicBezTo>
                    <a:pt x="49700" y="697"/>
                    <a:pt x="47891" y="582"/>
                    <a:pt x="46143" y="503"/>
                  </a:cubicBezTo>
                  <a:cubicBezTo>
                    <a:pt x="43305" y="375"/>
                    <a:pt x="40459" y="456"/>
                    <a:pt x="37617" y="389"/>
                  </a:cubicBezTo>
                  <a:cubicBezTo>
                    <a:pt x="35877" y="347"/>
                    <a:pt x="34139" y="112"/>
                    <a:pt x="32401" y="112"/>
                  </a:cubicBezTo>
                  <a:cubicBezTo>
                    <a:pt x="32343" y="112"/>
                    <a:pt x="32286" y="113"/>
                    <a:pt x="32229" y="113"/>
                  </a:cubicBezTo>
                  <a:cubicBezTo>
                    <a:pt x="32178" y="114"/>
                    <a:pt x="32128" y="114"/>
                    <a:pt x="32078" y="114"/>
                  </a:cubicBezTo>
                  <a:cubicBezTo>
                    <a:pt x="30962" y="114"/>
                    <a:pt x="29831" y="0"/>
                    <a:pt x="287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81"/>
            <p:cNvSpPr/>
            <p:nvPr/>
          </p:nvSpPr>
          <p:spPr>
            <a:xfrm>
              <a:off x="5957374" y="2742395"/>
              <a:ext cx="1416350" cy="1902299"/>
            </a:xfrm>
            <a:custGeom>
              <a:rect b="b" l="l" r="r" t="t"/>
              <a:pathLst>
                <a:path extrusionOk="0" h="52772" w="56654">
                  <a:moveTo>
                    <a:pt x="28718" y="868"/>
                  </a:moveTo>
                  <a:cubicBezTo>
                    <a:pt x="29948" y="868"/>
                    <a:pt x="31193" y="930"/>
                    <a:pt x="32426" y="941"/>
                  </a:cubicBezTo>
                  <a:cubicBezTo>
                    <a:pt x="34939" y="965"/>
                    <a:pt x="37452" y="1020"/>
                    <a:pt x="39963" y="1077"/>
                  </a:cubicBezTo>
                  <a:cubicBezTo>
                    <a:pt x="41671" y="1116"/>
                    <a:pt x="43381" y="1236"/>
                    <a:pt x="45087" y="1236"/>
                  </a:cubicBezTo>
                  <a:cubicBezTo>
                    <a:pt x="45418" y="1236"/>
                    <a:pt x="45748" y="1231"/>
                    <a:pt x="46078" y="1221"/>
                  </a:cubicBezTo>
                  <a:cubicBezTo>
                    <a:pt x="46267" y="1215"/>
                    <a:pt x="46454" y="1212"/>
                    <a:pt x="46641" y="1212"/>
                  </a:cubicBezTo>
                  <a:cubicBezTo>
                    <a:pt x="48127" y="1212"/>
                    <a:pt x="49581" y="1391"/>
                    <a:pt x="51056" y="1561"/>
                  </a:cubicBezTo>
                  <a:cubicBezTo>
                    <a:pt x="52896" y="1774"/>
                    <a:pt x="54058" y="2786"/>
                    <a:pt x="54587" y="4372"/>
                  </a:cubicBezTo>
                  <a:cubicBezTo>
                    <a:pt x="55029" y="5700"/>
                    <a:pt x="54837" y="7170"/>
                    <a:pt x="54843" y="8590"/>
                  </a:cubicBezTo>
                  <a:cubicBezTo>
                    <a:pt x="54849" y="9824"/>
                    <a:pt x="54632" y="11083"/>
                    <a:pt x="55021" y="12337"/>
                  </a:cubicBezTo>
                  <a:cubicBezTo>
                    <a:pt x="55135" y="12702"/>
                    <a:pt x="54960" y="13301"/>
                    <a:pt x="54900" y="13776"/>
                  </a:cubicBezTo>
                  <a:cubicBezTo>
                    <a:pt x="54512" y="16836"/>
                    <a:pt x="54933" y="19906"/>
                    <a:pt x="54696" y="22976"/>
                  </a:cubicBezTo>
                  <a:cubicBezTo>
                    <a:pt x="54559" y="24761"/>
                    <a:pt x="54665" y="26616"/>
                    <a:pt x="54789" y="28409"/>
                  </a:cubicBezTo>
                  <a:cubicBezTo>
                    <a:pt x="54855" y="29349"/>
                    <a:pt x="54961" y="30418"/>
                    <a:pt x="55225" y="31423"/>
                  </a:cubicBezTo>
                  <a:cubicBezTo>
                    <a:pt x="55510" y="32510"/>
                    <a:pt x="55150" y="33761"/>
                    <a:pt x="55117" y="34941"/>
                  </a:cubicBezTo>
                  <a:cubicBezTo>
                    <a:pt x="55083" y="36131"/>
                    <a:pt x="55020" y="37298"/>
                    <a:pt x="55271" y="38514"/>
                  </a:cubicBezTo>
                  <a:cubicBezTo>
                    <a:pt x="55462" y="39430"/>
                    <a:pt x="55002" y="40472"/>
                    <a:pt x="55011" y="41492"/>
                  </a:cubicBezTo>
                  <a:cubicBezTo>
                    <a:pt x="55018" y="42212"/>
                    <a:pt x="55072" y="42951"/>
                    <a:pt x="55018" y="43651"/>
                  </a:cubicBezTo>
                  <a:cubicBezTo>
                    <a:pt x="54836" y="45976"/>
                    <a:pt x="54650" y="48433"/>
                    <a:pt x="52666" y="50001"/>
                  </a:cubicBezTo>
                  <a:cubicBezTo>
                    <a:pt x="51460" y="50955"/>
                    <a:pt x="49851" y="51293"/>
                    <a:pt x="48248" y="51305"/>
                  </a:cubicBezTo>
                  <a:cubicBezTo>
                    <a:pt x="47265" y="51253"/>
                    <a:pt x="46280" y="51235"/>
                    <a:pt x="45296" y="51235"/>
                  </a:cubicBezTo>
                  <a:cubicBezTo>
                    <a:pt x="43384" y="51235"/>
                    <a:pt x="41471" y="51302"/>
                    <a:pt x="39562" y="51314"/>
                  </a:cubicBezTo>
                  <a:cubicBezTo>
                    <a:pt x="36278" y="51330"/>
                    <a:pt x="32992" y="51354"/>
                    <a:pt x="29710" y="51389"/>
                  </a:cubicBezTo>
                  <a:cubicBezTo>
                    <a:pt x="29511" y="51391"/>
                    <a:pt x="29312" y="51392"/>
                    <a:pt x="29113" y="51392"/>
                  </a:cubicBezTo>
                  <a:cubicBezTo>
                    <a:pt x="26026" y="51392"/>
                    <a:pt x="22935" y="51163"/>
                    <a:pt x="19849" y="51163"/>
                  </a:cubicBezTo>
                  <a:cubicBezTo>
                    <a:pt x="19445" y="51163"/>
                    <a:pt x="19041" y="51167"/>
                    <a:pt x="18638" y="51176"/>
                  </a:cubicBezTo>
                  <a:cubicBezTo>
                    <a:pt x="16555" y="51222"/>
                    <a:pt x="14468" y="51403"/>
                    <a:pt x="12378" y="51403"/>
                  </a:cubicBezTo>
                  <a:cubicBezTo>
                    <a:pt x="12207" y="51403"/>
                    <a:pt x="12036" y="51402"/>
                    <a:pt x="11865" y="51399"/>
                  </a:cubicBezTo>
                  <a:cubicBezTo>
                    <a:pt x="11697" y="51397"/>
                    <a:pt x="11529" y="51396"/>
                    <a:pt x="11361" y="51396"/>
                  </a:cubicBezTo>
                  <a:cubicBezTo>
                    <a:pt x="10679" y="51396"/>
                    <a:pt x="9994" y="51413"/>
                    <a:pt x="9311" y="51413"/>
                  </a:cubicBezTo>
                  <a:cubicBezTo>
                    <a:pt x="8343" y="51413"/>
                    <a:pt x="7380" y="51378"/>
                    <a:pt x="6442" y="51209"/>
                  </a:cubicBezTo>
                  <a:cubicBezTo>
                    <a:pt x="3555" y="50690"/>
                    <a:pt x="2612" y="49218"/>
                    <a:pt x="2360" y="46353"/>
                  </a:cubicBezTo>
                  <a:cubicBezTo>
                    <a:pt x="2131" y="43735"/>
                    <a:pt x="2306" y="41082"/>
                    <a:pt x="2064" y="38467"/>
                  </a:cubicBezTo>
                  <a:cubicBezTo>
                    <a:pt x="1563" y="33064"/>
                    <a:pt x="2127" y="27648"/>
                    <a:pt x="1764" y="22260"/>
                  </a:cubicBezTo>
                  <a:cubicBezTo>
                    <a:pt x="1507" y="18418"/>
                    <a:pt x="1390" y="14595"/>
                    <a:pt x="1502" y="10751"/>
                  </a:cubicBezTo>
                  <a:cubicBezTo>
                    <a:pt x="1554" y="8981"/>
                    <a:pt x="1849" y="7296"/>
                    <a:pt x="2591" y="5697"/>
                  </a:cubicBezTo>
                  <a:cubicBezTo>
                    <a:pt x="3351" y="4056"/>
                    <a:pt x="4782" y="3350"/>
                    <a:pt x="6445" y="2904"/>
                  </a:cubicBezTo>
                  <a:cubicBezTo>
                    <a:pt x="9308" y="2139"/>
                    <a:pt x="12231" y="1859"/>
                    <a:pt x="15166" y="1592"/>
                  </a:cubicBezTo>
                  <a:cubicBezTo>
                    <a:pt x="17733" y="1360"/>
                    <a:pt x="20307" y="1294"/>
                    <a:pt x="22869" y="1128"/>
                  </a:cubicBezTo>
                  <a:cubicBezTo>
                    <a:pt x="24231" y="1041"/>
                    <a:pt x="25643" y="1011"/>
                    <a:pt x="27007" y="920"/>
                  </a:cubicBezTo>
                  <a:cubicBezTo>
                    <a:pt x="27572" y="882"/>
                    <a:pt x="28144" y="868"/>
                    <a:pt x="28718" y="868"/>
                  </a:cubicBezTo>
                  <a:close/>
                  <a:moveTo>
                    <a:pt x="26199" y="0"/>
                  </a:moveTo>
                  <a:cubicBezTo>
                    <a:pt x="23072" y="0"/>
                    <a:pt x="19942" y="33"/>
                    <a:pt x="16815" y="352"/>
                  </a:cubicBezTo>
                  <a:cubicBezTo>
                    <a:pt x="15226" y="514"/>
                    <a:pt x="13566" y="456"/>
                    <a:pt x="11962" y="543"/>
                  </a:cubicBezTo>
                  <a:cubicBezTo>
                    <a:pt x="9859" y="655"/>
                    <a:pt x="7764" y="1249"/>
                    <a:pt x="5707" y="1793"/>
                  </a:cubicBezTo>
                  <a:cubicBezTo>
                    <a:pt x="2442" y="2657"/>
                    <a:pt x="1069" y="4553"/>
                    <a:pt x="692" y="7173"/>
                  </a:cubicBezTo>
                  <a:cubicBezTo>
                    <a:pt x="29" y="11777"/>
                    <a:pt x="0" y="16434"/>
                    <a:pt x="419" y="21068"/>
                  </a:cubicBezTo>
                  <a:cubicBezTo>
                    <a:pt x="741" y="24623"/>
                    <a:pt x="448" y="28171"/>
                    <a:pt x="541" y="31721"/>
                  </a:cubicBezTo>
                  <a:cubicBezTo>
                    <a:pt x="593" y="33750"/>
                    <a:pt x="403" y="35803"/>
                    <a:pt x="653" y="37804"/>
                  </a:cubicBezTo>
                  <a:cubicBezTo>
                    <a:pt x="1068" y="41118"/>
                    <a:pt x="687" y="44463"/>
                    <a:pt x="1321" y="47772"/>
                  </a:cubicBezTo>
                  <a:cubicBezTo>
                    <a:pt x="1653" y="49507"/>
                    <a:pt x="3600" y="51926"/>
                    <a:pt x="5550" y="52139"/>
                  </a:cubicBezTo>
                  <a:cubicBezTo>
                    <a:pt x="8554" y="52468"/>
                    <a:pt x="11555" y="52644"/>
                    <a:pt x="14565" y="52644"/>
                  </a:cubicBezTo>
                  <a:cubicBezTo>
                    <a:pt x="16110" y="52644"/>
                    <a:pt x="17657" y="52598"/>
                    <a:pt x="19210" y="52501"/>
                  </a:cubicBezTo>
                  <a:cubicBezTo>
                    <a:pt x="19937" y="52456"/>
                    <a:pt x="20667" y="52437"/>
                    <a:pt x="21399" y="52437"/>
                  </a:cubicBezTo>
                  <a:cubicBezTo>
                    <a:pt x="23512" y="52437"/>
                    <a:pt x="25637" y="52593"/>
                    <a:pt x="27754" y="52705"/>
                  </a:cubicBezTo>
                  <a:cubicBezTo>
                    <a:pt x="28686" y="52754"/>
                    <a:pt x="29619" y="52772"/>
                    <a:pt x="30554" y="52772"/>
                  </a:cubicBezTo>
                  <a:cubicBezTo>
                    <a:pt x="32860" y="52772"/>
                    <a:pt x="35171" y="52665"/>
                    <a:pt x="37478" y="52665"/>
                  </a:cubicBezTo>
                  <a:cubicBezTo>
                    <a:pt x="37613" y="52665"/>
                    <a:pt x="37749" y="52665"/>
                    <a:pt x="37884" y="52666"/>
                  </a:cubicBezTo>
                  <a:cubicBezTo>
                    <a:pt x="39445" y="52675"/>
                    <a:pt x="41004" y="52699"/>
                    <a:pt x="42562" y="52699"/>
                  </a:cubicBezTo>
                  <a:cubicBezTo>
                    <a:pt x="45116" y="52699"/>
                    <a:pt x="47669" y="52636"/>
                    <a:pt x="50228" y="52343"/>
                  </a:cubicBezTo>
                  <a:cubicBezTo>
                    <a:pt x="53738" y="51941"/>
                    <a:pt x="55423" y="49288"/>
                    <a:pt x="56111" y="46663"/>
                  </a:cubicBezTo>
                  <a:cubicBezTo>
                    <a:pt x="56654" y="44602"/>
                    <a:pt x="56606" y="42495"/>
                    <a:pt x="56601" y="40392"/>
                  </a:cubicBezTo>
                  <a:cubicBezTo>
                    <a:pt x="56595" y="37151"/>
                    <a:pt x="56634" y="33911"/>
                    <a:pt x="56585" y="30671"/>
                  </a:cubicBezTo>
                  <a:cubicBezTo>
                    <a:pt x="56546" y="28034"/>
                    <a:pt x="56330" y="25400"/>
                    <a:pt x="56329" y="22766"/>
                  </a:cubicBezTo>
                  <a:cubicBezTo>
                    <a:pt x="56327" y="19709"/>
                    <a:pt x="56499" y="16651"/>
                    <a:pt x="56547" y="13593"/>
                  </a:cubicBezTo>
                  <a:cubicBezTo>
                    <a:pt x="56588" y="11011"/>
                    <a:pt x="56556" y="8430"/>
                    <a:pt x="56556" y="5848"/>
                  </a:cubicBezTo>
                  <a:cubicBezTo>
                    <a:pt x="56448" y="4947"/>
                    <a:pt x="56176" y="4072"/>
                    <a:pt x="55751" y="3271"/>
                  </a:cubicBezTo>
                  <a:cubicBezTo>
                    <a:pt x="54448" y="843"/>
                    <a:pt x="52160" y="25"/>
                    <a:pt x="49793" y="25"/>
                  </a:cubicBezTo>
                  <a:cubicBezTo>
                    <a:pt x="49486" y="25"/>
                    <a:pt x="49178" y="39"/>
                    <a:pt x="48870" y="65"/>
                  </a:cubicBezTo>
                  <a:cubicBezTo>
                    <a:pt x="47342" y="193"/>
                    <a:pt x="45813" y="254"/>
                    <a:pt x="44297" y="254"/>
                  </a:cubicBezTo>
                  <a:cubicBezTo>
                    <a:pt x="43496" y="254"/>
                    <a:pt x="42698" y="237"/>
                    <a:pt x="41907" y="204"/>
                  </a:cubicBezTo>
                  <a:cubicBezTo>
                    <a:pt x="37318" y="12"/>
                    <a:pt x="32732" y="5"/>
                    <a:pt x="28148" y="2"/>
                  </a:cubicBezTo>
                  <a:cubicBezTo>
                    <a:pt x="27498" y="1"/>
                    <a:pt x="26849" y="0"/>
                    <a:pt x="261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81"/>
            <p:cNvSpPr/>
            <p:nvPr/>
          </p:nvSpPr>
          <p:spPr>
            <a:xfrm>
              <a:off x="1664450" y="1996325"/>
              <a:ext cx="1399350" cy="735525"/>
            </a:xfrm>
            <a:custGeom>
              <a:rect b="b" l="l" r="r" t="t"/>
              <a:pathLst>
                <a:path extrusionOk="0" h="29421" w="55974">
                  <a:moveTo>
                    <a:pt x="15765" y="1747"/>
                  </a:moveTo>
                  <a:cubicBezTo>
                    <a:pt x="18100" y="1747"/>
                    <a:pt x="20445" y="1985"/>
                    <a:pt x="22784" y="1989"/>
                  </a:cubicBezTo>
                  <a:cubicBezTo>
                    <a:pt x="22803" y="1989"/>
                    <a:pt x="22822" y="1989"/>
                    <a:pt x="22840" y="1989"/>
                  </a:cubicBezTo>
                  <a:cubicBezTo>
                    <a:pt x="23629" y="1989"/>
                    <a:pt x="24416" y="1970"/>
                    <a:pt x="25204" y="1970"/>
                  </a:cubicBezTo>
                  <a:cubicBezTo>
                    <a:pt x="25716" y="1970"/>
                    <a:pt x="26228" y="1978"/>
                    <a:pt x="26742" y="2004"/>
                  </a:cubicBezTo>
                  <a:cubicBezTo>
                    <a:pt x="27629" y="2048"/>
                    <a:pt x="28518" y="2062"/>
                    <a:pt x="29407" y="2062"/>
                  </a:cubicBezTo>
                  <a:cubicBezTo>
                    <a:pt x="30433" y="2062"/>
                    <a:pt x="31459" y="2044"/>
                    <a:pt x="32485" y="2031"/>
                  </a:cubicBezTo>
                  <a:cubicBezTo>
                    <a:pt x="34942" y="1998"/>
                    <a:pt x="37399" y="1922"/>
                    <a:pt x="39857" y="1922"/>
                  </a:cubicBezTo>
                  <a:cubicBezTo>
                    <a:pt x="41202" y="1922"/>
                    <a:pt x="42548" y="1945"/>
                    <a:pt x="43895" y="2010"/>
                  </a:cubicBezTo>
                  <a:cubicBezTo>
                    <a:pt x="45870" y="2106"/>
                    <a:pt x="47841" y="2183"/>
                    <a:pt x="49809" y="2408"/>
                  </a:cubicBezTo>
                  <a:cubicBezTo>
                    <a:pt x="51486" y="2600"/>
                    <a:pt x="53521" y="4588"/>
                    <a:pt x="53749" y="6568"/>
                  </a:cubicBezTo>
                  <a:cubicBezTo>
                    <a:pt x="54032" y="9039"/>
                    <a:pt x="54253" y="11531"/>
                    <a:pt x="54375" y="14000"/>
                  </a:cubicBezTo>
                  <a:cubicBezTo>
                    <a:pt x="54502" y="16570"/>
                    <a:pt x="54670" y="19211"/>
                    <a:pt x="53927" y="21791"/>
                  </a:cubicBezTo>
                  <a:cubicBezTo>
                    <a:pt x="53352" y="23795"/>
                    <a:pt x="50975" y="26417"/>
                    <a:pt x="48036" y="26890"/>
                  </a:cubicBezTo>
                  <a:cubicBezTo>
                    <a:pt x="46884" y="27075"/>
                    <a:pt x="45796" y="27593"/>
                    <a:pt x="44623" y="27593"/>
                  </a:cubicBezTo>
                  <a:cubicBezTo>
                    <a:pt x="44450" y="27593"/>
                    <a:pt x="44274" y="27582"/>
                    <a:pt x="44096" y="27556"/>
                  </a:cubicBezTo>
                  <a:cubicBezTo>
                    <a:pt x="42770" y="27556"/>
                    <a:pt x="41444" y="27583"/>
                    <a:pt x="40118" y="27583"/>
                  </a:cubicBezTo>
                  <a:cubicBezTo>
                    <a:pt x="39297" y="27583"/>
                    <a:pt x="38476" y="27573"/>
                    <a:pt x="37655" y="27540"/>
                  </a:cubicBezTo>
                  <a:cubicBezTo>
                    <a:pt x="34893" y="27430"/>
                    <a:pt x="32142" y="27229"/>
                    <a:pt x="29376" y="27229"/>
                  </a:cubicBezTo>
                  <a:cubicBezTo>
                    <a:pt x="28277" y="27229"/>
                    <a:pt x="27176" y="27261"/>
                    <a:pt x="26071" y="27342"/>
                  </a:cubicBezTo>
                  <a:cubicBezTo>
                    <a:pt x="25382" y="27393"/>
                    <a:pt x="24691" y="27413"/>
                    <a:pt x="23999" y="27413"/>
                  </a:cubicBezTo>
                  <a:cubicBezTo>
                    <a:pt x="21548" y="27413"/>
                    <a:pt x="19078" y="27163"/>
                    <a:pt x="16619" y="27149"/>
                  </a:cubicBezTo>
                  <a:cubicBezTo>
                    <a:pt x="16434" y="27148"/>
                    <a:pt x="16248" y="27148"/>
                    <a:pt x="16062" y="27148"/>
                  </a:cubicBezTo>
                  <a:cubicBezTo>
                    <a:pt x="13988" y="27148"/>
                    <a:pt x="11908" y="27212"/>
                    <a:pt x="9846" y="27417"/>
                  </a:cubicBezTo>
                  <a:cubicBezTo>
                    <a:pt x="9717" y="27430"/>
                    <a:pt x="9579" y="27436"/>
                    <a:pt x="9434" y="27436"/>
                  </a:cubicBezTo>
                  <a:cubicBezTo>
                    <a:pt x="7532" y="27436"/>
                    <a:pt x="4458" y="26354"/>
                    <a:pt x="3802" y="24861"/>
                  </a:cubicBezTo>
                  <a:cubicBezTo>
                    <a:pt x="3048" y="23137"/>
                    <a:pt x="2273" y="21376"/>
                    <a:pt x="2318" y="19350"/>
                  </a:cubicBezTo>
                  <a:cubicBezTo>
                    <a:pt x="2369" y="17047"/>
                    <a:pt x="1938" y="14729"/>
                    <a:pt x="2023" y="12429"/>
                  </a:cubicBezTo>
                  <a:cubicBezTo>
                    <a:pt x="2106" y="10153"/>
                    <a:pt x="2037" y="7733"/>
                    <a:pt x="3263" y="5719"/>
                  </a:cubicBezTo>
                  <a:cubicBezTo>
                    <a:pt x="3957" y="4582"/>
                    <a:pt x="5237" y="3813"/>
                    <a:pt x="6541" y="3304"/>
                  </a:cubicBezTo>
                  <a:cubicBezTo>
                    <a:pt x="9078" y="2315"/>
                    <a:pt x="11763" y="1899"/>
                    <a:pt x="14439" y="1776"/>
                  </a:cubicBezTo>
                  <a:cubicBezTo>
                    <a:pt x="14880" y="1756"/>
                    <a:pt x="15322" y="1747"/>
                    <a:pt x="15765" y="1747"/>
                  </a:cubicBezTo>
                  <a:close/>
                  <a:moveTo>
                    <a:pt x="13471" y="0"/>
                  </a:moveTo>
                  <a:cubicBezTo>
                    <a:pt x="13020" y="0"/>
                    <a:pt x="12568" y="24"/>
                    <a:pt x="12115" y="81"/>
                  </a:cubicBezTo>
                  <a:cubicBezTo>
                    <a:pt x="10610" y="270"/>
                    <a:pt x="9121" y="586"/>
                    <a:pt x="7627" y="845"/>
                  </a:cubicBezTo>
                  <a:cubicBezTo>
                    <a:pt x="7619" y="803"/>
                    <a:pt x="7612" y="761"/>
                    <a:pt x="7604" y="719"/>
                  </a:cubicBezTo>
                  <a:cubicBezTo>
                    <a:pt x="7336" y="783"/>
                    <a:pt x="7010" y="771"/>
                    <a:pt x="6809" y="924"/>
                  </a:cubicBezTo>
                  <a:cubicBezTo>
                    <a:pt x="5599" y="1839"/>
                    <a:pt x="4126" y="2225"/>
                    <a:pt x="2958" y="3384"/>
                  </a:cubicBezTo>
                  <a:cubicBezTo>
                    <a:pt x="2043" y="4290"/>
                    <a:pt x="1312" y="5183"/>
                    <a:pt x="938" y="6304"/>
                  </a:cubicBezTo>
                  <a:cubicBezTo>
                    <a:pt x="0" y="9111"/>
                    <a:pt x="276" y="12080"/>
                    <a:pt x="187" y="14964"/>
                  </a:cubicBezTo>
                  <a:cubicBezTo>
                    <a:pt x="75" y="18597"/>
                    <a:pt x="512" y="22214"/>
                    <a:pt x="2441" y="25505"/>
                  </a:cubicBezTo>
                  <a:cubicBezTo>
                    <a:pt x="3450" y="27227"/>
                    <a:pt x="7026" y="29420"/>
                    <a:pt x="9163" y="29420"/>
                  </a:cubicBezTo>
                  <a:cubicBezTo>
                    <a:pt x="9262" y="29420"/>
                    <a:pt x="9358" y="29415"/>
                    <a:pt x="9451" y="29406"/>
                  </a:cubicBezTo>
                  <a:cubicBezTo>
                    <a:pt x="11076" y="29235"/>
                    <a:pt x="12698" y="29021"/>
                    <a:pt x="14337" y="29021"/>
                  </a:cubicBezTo>
                  <a:cubicBezTo>
                    <a:pt x="14595" y="29021"/>
                    <a:pt x="14853" y="29026"/>
                    <a:pt x="15111" y="29037"/>
                  </a:cubicBezTo>
                  <a:cubicBezTo>
                    <a:pt x="15255" y="29044"/>
                    <a:pt x="15398" y="29047"/>
                    <a:pt x="15541" y="29047"/>
                  </a:cubicBezTo>
                  <a:cubicBezTo>
                    <a:pt x="16533" y="29047"/>
                    <a:pt x="17520" y="28913"/>
                    <a:pt x="18520" y="28913"/>
                  </a:cubicBezTo>
                  <a:cubicBezTo>
                    <a:pt x="18941" y="28913"/>
                    <a:pt x="19365" y="28937"/>
                    <a:pt x="19792" y="29004"/>
                  </a:cubicBezTo>
                  <a:cubicBezTo>
                    <a:pt x="19905" y="29022"/>
                    <a:pt x="20020" y="29030"/>
                    <a:pt x="20136" y="29030"/>
                  </a:cubicBezTo>
                  <a:cubicBezTo>
                    <a:pt x="20928" y="29030"/>
                    <a:pt x="21771" y="28663"/>
                    <a:pt x="22585" y="28662"/>
                  </a:cubicBezTo>
                  <a:cubicBezTo>
                    <a:pt x="22607" y="28662"/>
                    <a:pt x="22630" y="28661"/>
                    <a:pt x="22652" y="28661"/>
                  </a:cubicBezTo>
                  <a:cubicBezTo>
                    <a:pt x="24549" y="28661"/>
                    <a:pt x="26446" y="28830"/>
                    <a:pt x="28341" y="28830"/>
                  </a:cubicBezTo>
                  <a:cubicBezTo>
                    <a:pt x="28550" y="28830"/>
                    <a:pt x="28759" y="28828"/>
                    <a:pt x="28969" y="28823"/>
                  </a:cubicBezTo>
                  <a:cubicBezTo>
                    <a:pt x="29285" y="28816"/>
                    <a:pt x="29601" y="28813"/>
                    <a:pt x="29917" y="28813"/>
                  </a:cubicBezTo>
                  <a:cubicBezTo>
                    <a:pt x="32983" y="28813"/>
                    <a:pt x="36031" y="29112"/>
                    <a:pt x="39090" y="29238"/>
                  </a:cubicBezTo>
                  <a:cubicBezTo>
                    <a:pt x="40095" y="29280"/>
                    <a:pt x="41099" y="29315"/>
                    <a:pt x="42096" y="29315"/>
                  </a:cubicBezTo>
                  <a:cubicBezTo>
                    <a:pt x="45254" y="29315"/>
                    <a:pt x="48350" y="28958"/>
                    <a:pt x="51248" y="27302"/>
                  </a:cubicBezTo>
                  <a:cubicBezTo>
                    <a:pt x="53946" y="25758"/>
                    <a:pt x="55189" y="23194"/>
                    <a:pt x="55692" y="20345"/>
                  </a:cubicBezTo>
                  <a:cubicBezTo>
                    <a:pt x="55974" y="18750"/>
                    <a:pt x="55450" y="17028"/>
                    <a:pt x="55466" y="15364"/>
                  </a:cubicBezTo>
                  <a:cubicBezTo>
                    <a:pt x="55499" y="12155"/>
                    <a:pt x="55857" y="8974"/>
                    <a:pt x="55089" y="5758"/>
                  </a:cubicBezTo>
                  <a:cubicBezTo>
                    <a:pt x="54490" y="3245"/>
                    <a:pt x="53344" y="1806"/>
                    <a:pt x="51101" y="1303"/>
                  </a:cubicBezTo>
                  <a:cubicBezTo>
                    <a:pt x="49425" y="926"/>
                    <a:pt x="47771" y="662"/>
                    <a:pt x="46059" y="644"/>
                  </a:cubicBezTo>
                  <a:cubicBezTo>
                    <a:pt x="43700" y="618"/>
                    <a:pt x="41341" y="506"/>
                    <a:pt x="38982" y="506"/>
                  </a:cubicBezTo>
                  <a:cubicBezTo>
                    <a:pt x="38936" y="506"/>
                    <a:pt x="38890" y="506"/>
                    <a:pt x="38844" y="506"/>
                  </a:cubicBezTo>
                  <a:cubicBezTo>
                    <a:pt x="37078" y="509"/>
                    <a:pt x="35306" y="687"/>
                    <a:pt x="33544" y="687"/>
                  </a:cubicBezTo>
                  <a:cubicBezTo>
                    <a:pt x="33099" y="687"/>
                    <a:pt x="32655" y="675"/>
                    <a:pt x="32212" y="647"/>
                  </a:cubicBezTo>
                  <a:cubicBezTo>
                    <a:pt x="29294" y="461"/>
                    <a:pt x="26382" y="328"/>
                    <a:pt x="23463" y="328"/>
                  </a:cubicBezTo>
                  <a:cubicBezTo>
                    <a:pt x="22680" y="328"/>
                    <a:pt x="21897" y="337"/>
                    <a:pt x="21113" y="358"/>
                  </a:cubicBezTo>
                  <a:cubicBezTo>
                    <a:pt x="20326" y="379"/>
                    <a:pt x="19524" y="418"/>
                    <a:pt x="18731" y="418"/>
                  </a:cubicBezTo>
                  <a:cubicBezTo>
                    <a:pt x="18055" y="418"/>
                    <a:pt x="17385" y="390"/>
                    <a:pt x="16737" y="297"/>
                  </a:cubicBezTo>
                  <a:cubicBezTo>
                    <a:pt x="15638" y="139"/>
                    <a:pt x="14556" y="0"/>
                    <a:pt x="13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81"/>
            <p:cNvSpPr/>
            <p:nvPr/>
          </p:nvSpPr>
          <p:spPr>
            <a:xfrm>
              <a:off x="3076500" y="1993575"/>
              <a:ext cx="1422150" cy="724225"/>
            </a:xfrm>
            <a:custGeom>
              <a:rect b="b" l="l" r="r" t="t"/>
              <a:pathLst>
                <a:path extrusionOk="0" h="28969" w="56886">
                  <a:moveTo>
                    <a:pt x="41473" y="1404"/>
                  </a:moveTo>
                  <a:cubicBezTo>
                    <a:pt x="42193" y="1404"/>
                    <a:pt x="42911" y="1447"/>
                    <a:pt x="43624" y="1576"/>
                  </a:cubicBezTo>
                  <a:cubicBezTo>
                    <a:pt x="47104" y="2207"/>
                    <a:pt x="50912" y="1922"/>
                    <a:pt x="53379" y="5348"/>
                  </a:cubicBezTo>
                  <a:cubicBezTo>
                    <a:pt x="54530" y="6948"/>
                    <a:pt x="54733" y="8740"/>
                    <a:pt x="54760" y="10500"/>
                  </a:cubicBezTo>
                  <a:cubicBezTo>
                    <a:pt x="54808" y="13767"/>
                    <a:pt x="54453" y="17040"/>
                    <a:pt x="54432" y="20312"/>
                  </a:cubicBezTo>
                  <a:cubicBezTo>
                    <a:pt x="54422" y="21814"/>
                    <a:pt x="54489" y="23369"/>
                    <a:pt x="53716" y="24612"/>
                  </a:cubicBezTo>
                  <a:cubicBezTo>
                    <a:pt x="52974" y="25805"/>
                    <a:pt x="51942" y="26967"/>
                    <a:pt x="50277" y="27032"/>
                  </a:cubicBezTo>
                  <a:cubicBezTo>
                    <a:pt x="49558" y="27059"/>
                    <a:pt x="48876" y="27375"/>
                    <a:pt x="48135" y="27375"/>
                  </a:cubicBezTo>
                  <a:cubicBezTo>
                    <a:pt x="47971" y="27375"/>
                    <a:pt x="47804" y="27359"/>
                    <a:pt x="47634" y="27322"/>
                  </a:cubicBezTo>
                  <a:cubicBezTo>
                    <a:pt x="46763" y="27463"/>
                    <a:pt x="45888" y="27510"/>
                    <a:pt x="45009" y="27510"/>
                  </a:cubicBezTo>
                  <a:cubicBezTo>
                    <a:pt x="43356" y="27510"/>
                    <a:pt x="41691" y="27346"/>
                    <a:pt x="40025" y="27346"/>
                  </a:cubicBezTo>
                  <a:cubicBezTo>
                    <a:pt x="39933" y="27346"/>
                    <a:pt x="39842" y="27346"/>
                    <a:pt x="39751" y="27347"/>
                  </a:cubicBezTo>
                  <a:cubicBezTo>
                    <a:pt x="39589" y="27349"/>
                    <a:pt x="39427" y="27350"/>
                    <a:pt x="39264" y="27350"/>
                  </a:cubicBezTo>
                  <a:cubicBezTo>
                    <a:pt x="35838" y="27350"/>
                    <a:pt x="32410" y="26973"/>
                    <a:pt x="28978" y="26886"/>
                  </a:cubicBezTo>
                  <a:cubicBezTo>
                    <a:pt x="28860" y="26883"/>
                    <a:pt x="28742" y="26882"/>
                    <a:pt x="28623" y="26882"/>
                  </a:cubicBezTo>
                  <a:cubicBezTo>
                    <a:pt x="27068" y="26882"/>
                    <a:pt x="25504" y="27121"/>
                    <a:pt x="23953" y="27121"/>
                  </a:cubicBezTo>
                  <a:cubicBezTo>
                    <a:pt x="23670" y="27121"/>
                    <a:pt x="23387" y="27113"/>
                    <a:pt x="23105" y="27094"/>
                  </a:cubicBezTo>
                  <a:cubicBezTo>
                    <a:pt x="22131" y="27028"/>
                    <a:pt x="21158" y="27001"/>
                    <a:pt x="20187" y="27001"/>
                  </a:cubicBezTo>
                  <a:cubicBezTo>
                    <a:pt x="18801" y="27001"/>
                    <a:pt x="17418" y="27056"/>
                    <a:pt x="16039" y="27132"/>
                  </a:cubicBezTo>
                  <a:cubicBezTo>
                    <a:pt x="15124" y="27181"/>
                    <a:pt x="14136" y="27267"/>
                    <a:pt x="13164" y="27598"/>
                  </a:cubicBezTo>
                  <a:cubicBezTo>
                    <a:pt x="12771" y="27732"/>
                    <a:pt x="12343" y="27780"/>
                    <a:pt x="11900" y="27780"/>
                  </a:cubicBezTo>
                  <a:cubicBezTo>
                    <a:pt x="11169" y="27780"/>
                    <a:pt x="10398" y="27648"/>
                    <a:pt x="9679" y="27545"/>
                  </a:cubicBezTo>
                  <a:cubicBezTo>
                    <a:pt x="8453" y="27371"/>
                    <a:pt x="7204" y="27518"/>
                    <a:pt x="5986" y="27096"/>
                  </a:cubicBezTo>
                  <a:cubicBezTo>
                    <a:pt x="3906" y="26374"/>
                    <a:pt x="2337" y="24113"/>
                    <a:pt x="1972" y="22036"/>
                  </a:cubicBezTo>
                  <a:cubicBezTo>
                    <a:pt x="1536" y="19571"/>
                    <a:pt x="1377" y="17102"/>
                    <a:pt x="1397" y="14640"/>
                  </a:cubicBezTo>
                  <a:cubicBezTo>
                    <a:pt x="1418" y="12078"/>
                    <a:pt x="1206" y="9402"/>
                    <a:pt x="2065" y="6982"/>
                  </a:cubicBezTo>
                  <a:cubicBezTo>
                    <a:pt x="2677" y="5254"/>
                    <a:pt x="3977" y="3722"/>
                    <a:pt x="5905" y="3039"/>
                  </a:cubicBezTo>
                  <a:cubicBezTo>
                    <a:pt x="8622" y="2078"/>
                    <a:pt x="11428" y="1991"/>
                    <a:pt x="14238" y="1991"/>
                  </a:cubicBezTo>
                  <a:cubicBezTo>
                    <a:pt x="14860" y="1991"/>
                    <a:pt x="15482" y="1996"/>
                    <a:pt x="16103" y="1996"/>
                  </a:cubicBezTo>
                  <a:cubicBezTo>
                    <a:pt x="16301" y="1996"/>
                    <a:pt x="16500" y="1995"/>
                    <a:pt x="16698" y="1994"/>
                  </a:cubicBezTo>
                  <a:cubicBezTo>
                    <a:pt x="16834" y="1993"/>
                    <a:pt x="16971" y="1993"/>
                    <a:pt x="17107" y="1993"/>
                  </a:cubicBezTo>
                  <a:cubicBezTo>
                    <a:pt x="19568" y="1993"/>
                    <a:pt x="22033" y="2125"/>
                    <a:pt x="24493" y="2125"/>
                  </a:cubicBezTo>
                  <a:cubicBezTo>
                    <a:pt x="25229" y="2125"/>
                    <a:pt x="25964" y="2113"/>
                    <a:pt x="26699" y="2082"/>
                  </a:cubicBezTo>
                  <a:cubicBezTo>
                    <a:pt x="28351" y="2013"/>
                    <a:pt x="30042" y="1885"/>
                    <a:pt x="31686" y="1810"/>
                  </a:cubicBezTo>
                  <a:cubicBezTo>
                    <a:pt x="33951" y="1706"/>
                    <a:pt x="36232" y="1630"/>
                    <a:pt x="38504" y="1528"/>
                  </a:cubicBezTo>
                  <a:cubicBezTo>
                    <a:pt x="39493" y="1484"/>
                    <a:pt x="40485" y="1404"/>
                    <a:pt x="41473" y="1404"/>
                  </a:cubicBezTo>
                  <a:close/>
                  <a:moveTo>
                    <a:pt x="41073" y="0"/>
                  </a:moveTo>
                  <a:cubicBezTo>
                    <a:pt x="38755" y="0"/>
                    <a:pt x="36430" y="246"/>
                    <a:pt x="34107" y="347"/>
                  </a:cubicBezTo>
                  <a:cubicBezTo>
                    <a:pt x="31079" y="479"/>
                    <a:pt x="28051" y="652"/>
                    <a:pt x="25022" y="687"/>
                  </a:cubicBezTo>
                  <a:cubicBezTo>
                    <a:pt x="24874" y="688"/>
                    <a:pt x="24727" y="689"/>
                    <a:pt x="24579" y="689"/>
                  </a:cubicBezTo>
                  <a:cubicBezTo>
                    <a:pt x="22529" y="689"/>
                    <a:pt x="20476" y="531"/>
                    <a:pt x="18428" y="531"/>
                  </a:cubicBezTo>
                  <a:cubicBezTo>
                    <a:pt x="17987" y="531"/>
                    <a:pt x="17547" y="539"/>
                    <a:pt x="17107" y="556"/>
                  </a:cubicBezTo>
                  <a:cubicBezTo>
                    <a:pt x="14468" y="663"/>
                    <a:pt x="11826" y="694"/>
                    <a:pt x="9182" y="941"/>
                  </a:cubicBezTo>
                  <a:cubicBezTo>
                    <a:pt x="6738" y="1170"/>
                    <a:pt x="4588" y="1741"/>
                    <a:pt x="2830" y="3378"/>
                  </a:cubicBezTo>
                  <a:cubicBezTo>
                    <a:pt x="1224" y="4872"/>
                    <a:pt x="684" y="6859"/>
                    <a:pt x="456" y="9044"/>
                  </a:cubicBezTo>
                  <a:cubicBezTo>
                    <a:pt x="1" y="13426"/>
                    <a:pt x="29" y="17761"/>
                    <a:pt x="678" y="22123"/>
                  </a:cubicBezTo>
                  <a:cubicBezTo>
                    <a:pt x="1148" y="25282"/>
                    <a:pt x="2674" y="27440"/>
                    <a:pt x="5756" y="28366"/>
                  </a:cubicBezTo>
                  <a:cubicBezTo>
                    <a:pt x="7243" y="28813"/>
                    <a:pt x="8769" y="28968"/>
                    <a:pt x="10292" y="28968"/>
                  </a:cubicBezTo>
                  <a:cubicBezTo>
                    <a:pt x="11468" y="28968"/>
                    <a:pt x="12641" y="28875"/>
                    <a:pt x="13793" y="28752"/>
                  </a:cubicBezTo>
                  <a:cubicBezTo>
                    <a:pt x="17333" y="28372"/>
                    <a:pt x="20861" y="28423"/>
                    <a:pt x="24393" y="28367"/>
                  </a:cubicBezTo>
                  <a:cubicBezTo>
                    <a:pt x="24912" y="28359"/>
                    <a:pt x="25431" y="28355"/>
                    <a:pt x="25950" y="28355"/>
                  </a:cubicBezTo>
                  <a:cubicBezTo>
                    <a:pt x="29053" y="28355"/>
                    <a:pt x="32160" y="28487"/>
                    <a:pt x="35265" y="28542"/>
                  </a:cubicBezTo>
                  <a:cubicBezTo>
                    <a:pt x="38204" y="28595"/>
                    <a:pt x="41148" y="28566"/>
                    <a:pt x="44083" y="28710"/>
                  </a:cubicBezTo>
                  <a:cubicBezTo>
                    <a:pt x="44348" y="28723"/>
                    <a:pt x="44611" y="28729"/>
                    <a:pt x="44874" y="28729"/>
                  </a:cubicBezTo>
                  <a:cubicBezTo>
                    <a:pt x="46817" y="28729"/>
                    <a:pt x="48721" y="28403"/>
                    <a:pt x="50659" y="28194"/>
                  </a:cubicBezTo>
                  <a:cubicBezTo>
                    <a:pt x="50749" y="28243"/>
                    <a:pt x="50832" y="28263"/>
                    <a:pt x="50909" y="28263"/>
                  </a:cubicBezTo>
                  <a:cubicBezTo>
                    <a:pt x="51240" y="28263"/>
                    <a:pt x="51463" y="27885"/>
                    <a:pt x="51795" y="27822"/>
                  </a:cubicBezTo>
                  <a:cubicBezTo>
                    <a:pt x="53974" y="27404"/>
                    <a:pt x="55726" y="25191"/>
                    <a:pt x="55737" y="23080"/>
                  </a:cubicBezTo>
                  <a:cubicBezTo>
                    <a:pt x="55754" y="19841"/>
                    <a:pt x="55918" y="16605"/>
                    <a:pt x="55918" y="13367"/>
                  </a:cubicBezTo>
                  <a:cubicBezTo>
                    <a:pt x="55918" y="11182"/>
                    <a:pt x="56885" y="8962"/>
                    <a:pt x="55603" y="6805"/>
                  </a:cubicBezTo>
                  <a:cubicBezTo>
                    <a:pt x="54937" y="5682"/>
                    <a:pt x="55055" y="4218"/>
                    <a:pt x="53847" y="3261"/>
                  </a:cubicBezTo>
                  <a:cubicBezTo>
                    <a:pt x="52833" y="2458"/>
                    <a:pt x="51869" y="1489"/>
                    <a:pt x="50660" y="1161"/>
                  </a:cubicBezTo>
                  <a:cubicBezTo>
                    <a:pt x="47807" y="392"/>
                    <a:pt x="44845" y="94"/>
                    <a:pt x="41901" y="11"/>
                  </a:cubicBezTo>
                  <a:cubicBezTo>
                    <a:pt x="41626" y="4"/>
                    <a:pt x="41350" y="0"/>
                    <a:pt x="410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81"/>
            <p:cNvSpPr/>
            <p:nvPr/>
          </p:nvSpPr>
          <p:spPr>
            <a:xfrm>
              <a:off x="5957025" y="1975750"/>
              <a:ext cx="1428350" cy="710025"/>
            </a:xfrm>
            <a:custGeom>
              <a:rect b="b" l="l" r="r" t="t"/>
              <a:pathLst>
                <a:path extrusionOk="0" h="28401" w="57134">
                  <a:moveTo>
                    <a:pt x="27319" y="973"/>
                  </a:moveTo>
                  <a:cubicBezTo>
                    <a:pt x="28610" y="973"/>
                    <a:pt x="29913" y="1031"/>
                    <a:pt x="31208" y="1031"/>
                  </a:cubicBezTo>
                  <a:cubicBezTo>
                    <a:pt x="31324" y="1031"/>
                    <a:pt x="31440" y="1031"/>
                    <a:pt x="31557" y="1030"/>
                  </a:cubicBezTo>
                  <a:cubicBezTo>
                    <a:pt x="31757" y="1028"/>
                    <a:pt x="31957" y="1027"/>
                    <a:pt x="32157" y="1027"/>
                  </a:cubicBezTo>
                  <a:cubicBezTo>
                    <a:pt x="34616" y="1027"/>
                    <a:pt x="37075" y="1150"/>
                    <a:pt x="39533" y="1150"/>
                  </a:cubicBezTo>
                  <a:cubicBezTo>
                    <a:pt x="39766" y="1150"/>
                    <a:pt x="39999" y="1149"/>
                    <a:pt x="40231" y="1147"/>
                  </a:cubicBezTo>
                  <a:cubicBezTo>
                    <a:pt x="40386" y="1145"/>
                    <a:pt x="40541" y="1144"/>
                    <a:pt x="40696" y="1144"/>
                  </a:cubicBezTo>
                  <a:cubicBezTo>
                    <a:pt x="43825" y="1144"/>
                    <a:pt x="46933" y="1481"/>
                    <a:pt x="50029" y="1789"/>
                  </a:cubicBezTo>
                  <a:cubicBezTo>
                    <a:pt x="53496" y="2133"/>
                    <a:pt x="55184" y="4583"/>
                    <a:pt x="54992" y="8125"/>
                  </a:cubicBezTo>
                  <a:cubicBezTo>
                    <a:pt x="54937" y="9172"/>
                    <a:pt x="55318" y="10235"/>
                    <a:pt x="55348" y="11295"/>
                  </a:cubicBezTo>
                  <a:cubicBezTo>
                    <a:pt x="55408" y="13477"/>
                    <a:pt x="55121" y="15697"/>
                    <a:pt x="55429" y="17836"/>
                  </a:cubicBezTo>
                  <a:cubicBezTo>
                    <a:pt x="55783" y="20277"/>
                    <a:pt x="55482" y="22568"/>
                    <a:pt x="54658" y="24786"/>
                  </a:cubicBezTo>
                  <a:cubicBezTo>
                    <a:pt x="54231" y="25939"/>
                    <a:pt x="53006" y="26305"/>
                    <a:pt x="51795" y="26579"/>
                  </a:cubicBezTo>
                  <a:cubicBezTo>
                    <a:pt x="50975" y="26764"/>
                    <a:pt x="50155" y="26811"/>
                    <a:pt x="49336" y="26811"/>
                  </a:cubicBezTo>
                  <a:cubicBezTo>
                    <a:pt x="48504" y="26811"/>
                    <a:pt x="47673" y="26763"/>
                    <a:pt x="46842" y="26763"/>
                  </a:cubicBezTo>
                  <a:cubicBezTo>
                    <a:pt x="46656" y="26763"/>
                    <a:pt x="46469" y="26765"/>
                    <a:pt x="46283" y="26771"/>
                  </a:cubicBezTo>
                  <a:cubicBezTo>
                    <a:pt x="46024" y="26779"/>
                    <a:pt x="45765" y="26783"/>
                    <a:pt x="45506" y="26783"/>
                  </a:cubicBezTo>
                  <a:cubicBezTo>
                    <a:pt x="44350" y="26783"/>
                    <a:pt x="43192" y="26717"/>
                    <a:pt x="42036" y="26717"/>
                  </a:cubicBezTo>
                  <a:cubicBezTo>
                    <a:pt x="41725" y="26717"/>
                    <a:pt x="41413" y="26722"/>
                    <a:pt x="41101" y="26734"/>
                  </a:cubicBezTo>
                  <a:cubicBezTo>
                    <a:pt x="40957" y="26739"/>
                    <a:pt x="40813" y="26742"/>
                    <a:pt x="40669" y="26742"/>
                  </a:cubicBezTo>
                  <a:cubicBezTo>
                    <a:pt x="39464" y="26742"/>
                    <a:pt x="38267" y="26568"/>
                    <a:pt x="37059" y="26568"/>
                  </a:cubicBezTo>
                  <a:cubicBezTo>
                    <a:pt x="36582" y="26568"/>
                    <a:pt x="36104" y="26595"/>
                    <a:pt x="35622" y="26671"/>
                  </a:cubicBezTo>
                  <a:cubicBezTo>
                    <a:pt x="35249" y="26729"/>
                    <a:pt x="34876" y="26752"/>
                    <a:pt x="34503" y="26752"/>
                  </a:cubicBezTo>
                  <a:cubicBezTo>
                    <a:pt x="33263" y="26752"/>
                    <a:pt x="32018" y="26504"/>
                    <a:pt x="30766" y="26504"/>
                  </a:cubicBezTo>
                  <a:cubicBezTo>
                    <a:pt x="30477" y="26504"/>
                    <a:pt x="30187" y="26517"/>
                    <a:pt x="29897" y="26550"/>
                  </a:cubicBezTo>
                  <a:cubicBezTo>
                    <a:pt x="29006" y="26650"/>
                    <a:pt x="28109" y="26675"/>
                    <a:pt x="27210" y="26675"/>
                  </a:cubicBezTo>
                  <a:cubicBezTo>
                    <a:pt x="26349" y="26675"/>
                    <a:pt x="25486" y="26652"/>
                    <a:pt x="24626" y="26652"/>
                  </a:cubicBezTo>
                  <a:cubicBezTo>
                    <a:pt x="24360" y="26652"/>
                    <a:pt x="24093" y="26655"/>
                    <a:pt x="23827" y="26660"/>
                  </a:cubicBezTo>
                  <a:cubicBezTo>
                    <a:pt x="22930" y="26681"/>
                    <a:pt x="22009" y="26757"/>
                    <a:pt x="21089" y="26757"/>
                  </a:cubicBezTo>
                  <a:cubicBezTo>
                    <a:pt x="20585" y="26757"/>
                    <a:pt x="20081" y="26734"/>
                    <a:pt x="19581" y="26666"/>
                  </a:cubicBezTo>
                  <a:cubicBezTo>
                    <a:pt x="19369" y="26638"/>
                    <a:pt x="19158" y="26625"/>
                    <a:pt x="18949" y="26625"/>
                  </a:cubicBezTo>
                  <a:cubicBezTo>
                    <a:pt x="17518" y="26625"/>
                    <a:pt x="16157" y="27213"/>
                    <a:pt x="14724" y="27213"/>
                  </a:cubicBezTo>
                  <a:cubicBezTo>
                    <a:pt x="14679" y="27213"/>
                    <a:pt x="14634" y="27213"/>
                    <a:pt x="14589" y="27211"/>
                  </a:cubicBezTo>
                  <a:cubicBezTo>
                    <a:pt x="12043" y="27144"/>
                    <a:pt x="9496" y="27162"/>
                    <a:pt x="6952" y="27060"/>
                  </a:cubicBezTo>
                  <a:cubicBezTo>
                    <a:pt x="5805" y="27015"/>
                    <a:pt x="4665" y="26894"/>
                    <a:pt x="3508" y="26662"/>
                  </a:cubicBezTo>
                  <a:cubicBezTo>
                    <a:pt x="1365" y="26234"/>
                    <a:pt x="1089" y="24730"/>
                    <a:pt x="1211" y="23182"/>
                  </a:cubicBezTo>
                  <a:cubicBezTo>
                    <a:pt x="1568" y="18601"/>
                    <a:pt x="1242" y="14017"/>
                    <a:pt x="1450" y="9438"/>
                  </a:cubicBezTo>
                  <a:cubicBezTo>
                    <a:pt x="1501" y="8301"/>
                    <a:pt x="1299" y="7150"/>
                    <a:pt x="1374" y="6016"/>
                  </a:cubicBezTo>
                  <a:cubicBezTo>
                    <a:pt x="1578" y="2925"/>
                    <a:pt x="3881" y="2045"/>
                    <a:pt x="6869" y="2045"/>
                  </a:cubicBezTo>
                  <a:cubicBezTo>
                    <a:pt x="6905" y="2045"/>
                    <a:pt x="6940" y="2045"/>
                    <a:pt x="6976" y="2045"/>
                  </a:cubicBezTo>
                  <a:cubicBezTo>
                    <a:pt x="8692" y="1850"/>
                    <a:pt x="10739" y="1582"/>
                    <a:pt x="12793" y="1400"/>
                  </a:cubicBezTo>
                  <a:cubicBezTo>
                    <a:pt x="13270" y="1358"/>
                    <a:pt x="13750" y="1350"/>
                    <a:pt x="14230" y="1350"/>
                  </a:cubicBezTo>
                  <a:cubicBezTo>
                    <a:pt x="14503" y="1350"/>
                    <a:pt x="14775" y="1353"/>
                    <a:pt x="15048" y="1353"/>
                  </a:cubicBezTo>
                  <a:cubicBezTo>
                    <a:pt x="15414" y="1353"/>
                    <a:pt x="15780" y="1348"/>
                    <a:pt x="16145" y="1328"/>
                  </a:cubicBezTo>
                  <a:cubicBezTo>
                    <a:pt x="19086" y="1162"/>
                    <a:pt x="22027" y="1329"/>
                    <a:pt x="24980" y="1064"/>
                  </a:cubicBezTo>
                  <a:cubicBezTo>
                    <a:pt x="25752" y="995"/>
                    <a:pt x="26533" y="973"/>
                    <a:pt x="27319" y="973"/>
                  </a:cubicBezTo>
                  <a:close/>
                  <a:moveTo>
                    <a:pt x="36679" y="1"/>
                  </a:moveTo>
                  <a:cubicBezTo>
                    <a:pt x="35919" y="1"/>
                    <a:pt x="35159" y="20"/>
                    <a:pt x="34397" y="68"/>
                  </a:cubicBezTo>
                  <a:cubicBezTo>
                    <a:pt x="32353" y="200"/>
                    <a:pt x="30290" y="270"/>
                    <a:pt x="28255" y="270"/>
                  </a:cubicBezTo>
                  <a:cubicBezTo>
                    <a:pt x="28114" y="270"/>
                    <a:pt x="27972" y="270"/>
                    <a:pt x="27831" y="269"/>
                  </a:cubicBezTo>
                  <a:cubicBezTo>
                    <a:pt x="24957" y="255"/>
                    <a:pt x="22082" y="119"/>
                    <a:pt x="19205" y="119"/>
                  </a:cubicBezTo>
                  <a:cubicBezTo>
                    <a:pt x="18170" y="119"/>
                    <a:pt x="17134" y="137"/>
                    <a:pt x="16098" y="184"/>
                  </a:cubicBezTo>
                  <a:cubicBezTo>
                    <a:pt x="14053" y="277"/>
                    <a:pt x="12007" y="405"/>
                    <a:pt x="9960" y="453"/>
                  </a:cubicBezTo>
                  <a:cubicBezTo>
                    <a:pt x="8181" y="495"/>
                    <a:pt x="6410" y="446"/>
                    <a:pt x="4695" y="1082"/>
                  </a:cubicBezTo>
                  <a:cubicBezTo>
                    <a:pt x="3884" y="1385"/>
                    <a:pt x="2744" y="1268"/>
                    <a:pt x="2220" y="1800"/>
                  </a:cubicBezTo>
                  <a:cubicBezTo>
                    <a:pt x="764" y="3278"/>
                    <a:pt x="105" y="5172"/>
                    <a:pt x="155" y="7310"/>
                  </a:cubicBezTo>
                  <a:cubicBezTo>
                    <a:pt x="224" y="10326"/>
                    <a:pt x="105" y="13342"/>
                    <a:pt x="245" y="16362"/>
                  </a:cubicBezTo>
                  <a:cubicBezTo>
                    <a:pt x="350" y="18632"/>
                    <a:pt x="68" y="20916"/>
                    <a:pt x="29" y="23197"/>
                  </a:cubicBezTo>
                  <a:cubicBezTo>
                    <a:pt x="1" y="24866"/>
                    <a:pt x="365" y="26410"/>
                    <a:pt x="1793" y="27526"/>
                  </a:cubicBezTo>
                  <a:cubicBezTo>
                    <a:pt x="2448" y="28038"/>
                    <a:pt x="3162" y="28116"/>
                    <a:pt x="3887" y="28116"/>
                  </a:cubicBezTo>
                  <a:cubicBezTo>
                    <a:pt x="4204" y="28116"/>
                    <a:pt x="4524" y="28101"/>
                    <a:pt x="4841" y="28101"/>
                  </a:cubicBezTo>
                  <a:cubicBezTo>
                    <a:pt x="5052" y="28101"/>
                    <a:pt x="5262" y="28107"/>
                    <a:pt x="5469" y="28129"/>
                  </a:cubicBezTo>
                  <a:cubicBezTo>
                    <a:pt x="7006" y="28291"/>
                    <a:pt x="8547" y="28401"/>
                    <a:pt x="10089" y="28401"/>
                  </a:cubicBezTo>
                  <a:cubicBezTo>
                    <a:pt x="10624" y="28401"/>
                    <a:pt x="11159" y="28387"/>
                    <a:pt x="11694" y="28358"/>
                  </a:cubicBezTo>
                  <a:cubicBezTo>
                    <a:pt x="13967" y="28234"/>
                    <a:pt x="16236" y="27965"/>
                    <a:pt x="18509" y="27890"/>
                  </a:cubicBezTo>
                  <a:cubicBezTo>
                    <a:pt x="18955" y="27875"/>
                    <a:pt x="19401" y="27869"/>
                    <a:pt x="19847" y="27869"/>
                  </a:cubicBezTo>
                  <a:cubicBezTo>
                    <a:pt x="21481" y="27869"/>
                    <a:pt x="23118" y="27947"/>
                    <a:pt x="24752" y="27950"/>
                  </a:cubicBezTo>
                  <a:cubicBezTo>
                    <a:pt x="24782" y="27950"/>
                    <a:pt x="24813" y="27950"/>
                    <a:pt x="24843" y="27950"/>
                  </a:cubicBezTo>
                  <a:cubicBezTo>
                    <a:pt x="26585" y="27950"/>
                    <a:pt x="28333" y="27865"/>
                    <a:pt x="30074" y="27865"/>
                  </a:cubicBezTo>
                  <a:cubicBezTo>
                    <a:pt x="30931" y="27865"/>
                    <a:pt x="31786" y="27886"/>
                    <a:pt x="32638" y="27947"/>
                  </a:cubicBezTo>
                  <a:cubicBezTo>
                    <a:pt x="35838" y="28176"/>
                    <a:pt x="39041" y="28014"/>
                    <a:pt x="42244" y="28273"/>
                  </a:cubicBezTo>
                  <a:cubicBezTo>
                    <a:pt x="43449" y="28370"/>
                    <a:pt x="44659" y="28400"/>
                    <a:pt x="45899" y="28400"/>
                  </a:cubicBezTo>
                  <a:cubicBezTo>
                    <a:pt x="47844" y="28400"/>
                    <a:pt x="49861" y="28327"/>
                    <a:pt x="52042" y="28327"/>
                  </a:cubicBezTo>
                  <a:cubicBezTo>
                    <a:pt x="52074" y="28341"/>
                    <a:pt x="52106" y="28347"/>
                    <a:pt x="52139" y="28347"/>
                  </a:cubicBezTo>
                  <a:cubicBezTo>
                    <a:pt x="52489" y="28347"/>
                    <a:pt x="52865" y="27613"/>
                    <a:pt x="53469" y="27450"/>
                  </a:cubicBezTo>
                  <a:cubicBezTo>
                    <a:pt x="55085" y="27011"/>
                    <a:pt x="56455" y="25256"/>
                    <a:pt x="56555" y="23811"/>
                  </a:cubicBezTo>
                  <a:cubicBezTo>
                    <a:pt x="56721" y="21410"/>
                    <a:pt x="56835" y="19013"/>
                    <a:pt x="56796" y="16603"/>
                  </a:cubicBezTo>
                  <a:cubicBezTo>
                    <a:pt x="56769" y="14865"/>
                    <a:pt x="57133" y="13086"/>
                    <a:pt x="56862" y="11400"/>
                  </a:cubicBezTo>
                  <a:cubicBezTo>
                    <a:pt x="56605" y="9793"/>
                    <a:pt x="56503" y="8167"/>
                    <a:pt x="56319" y="6566"/>
                  </a:cubicBezTo>
                  <a:cubicBezTo>
                    <a:pt x="55994" y="3739"/>
                    <a:pt x="53652" y="918"/>
                    <a:pt x="50844" y="611"/>
                  </a:cubicBezTo>
                  <a:cubicBezTo>
                    <a:pt x="48614" y="368"/>
                    <a:pt x="46377" y="301"/>
                    <a:pt x="44131" y="256"/>
                  </a:cubicBezTo>
                  <a:cubicBezTo>
                    <a:pt x="41646" y="206"/>
                    <a:pt x="39166" y="1"/>
                    <a:pt x="36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81"/>
            <p:cNvSpPr/>
            <p:nvPr/>
          </p:nvSpPr>
          <p:spPr>
            <a:xfrm>
              <a:off x="4503900" y="1980550"/>
              <a:ext cx="1414000" cy="721625"/>
            </a:xfrm>
            <a:custGeom>
              <a:rect b="b" l="l" r="r" t="t"/>
              <a:pathLst>
                <a:path extrusionOk="0" h="28865" w="56560">
                  <a:moveTo>
                    <a:pt x="39387" y="1153"/>
                  </a:moveTo>
                  <a:cubicBezTo>
                    <a:pt x="40917" y="1153"/>
                    <a:pt x="42466" y="1304"/>
                    <a:pt x="44000" y="1356"/>
                  </a:cubicBezTo>
                  <a:cubicBezTo>
                    <a:pt x="45980" y="1423"/>
                    <a:pt x="47962" y="1625"/>
                    <a:pt x="49940" y="1625"/>
                  </a:cubicBezTo>
                  <a:cubicBezTo>
                    <a:pt x="50198" y="1625"/>
                    <a:pt x="50456" y="1621"/>
                    <a:pt x="50715" y="1614"/>
                  </a:cubicBezTo>
                  <a:cubicBezTo>
                    <a:pt x="50743" y="1613"/>
                    <a:pt x="50771" y="1612"/>
                    <a:pt x="50799" y="1612"/>
                  </a:cubicBezTo>
                  <a:cubicBezTo>
                    <a:pt x="52557" y="1612"/>
                    <a:pt x="54516" y="3223"/>
                    <a:pt x="54761" y="5380"/>
                  </a:cubicBezTo>
                  <a:cubicBezTo>
                    <a:pt x="55009" y="7578"/>
                    <a:pt x="54993" y="9805"/>
                    <a:pt x="55123" y="12009"/>
                  </a:cubicBezTo>
                  <a:cubicBezTo>
                    <a:pt x="55286" y="14751"/>
                    <a:pt x="55143" y="17496"/>
                    <a:pt x="55375" y="20231"/>
                  </a:cubicBezTo>
                  <a:cubicBezTo>
                    <a:pt x="55526" y="22015"/>
                    <a:pt x="55225" y="23795"/>
                    <a:pt x="53817" y="24959"/>
                  </a:cubicBezTo>
                  <a:cubicBezTo>
                    <a:pt x="52744" y="25846"/>
                    <a:pt x="51632" y="26915"/>
                    <a:pt x="50114" y="26915"/>
                  </a:cubicBezTo>
                  <a:cubicBezTo>
                    <a:pt x="49855" y="26915"/>
                    <a:pt x="49585" y="26884"/>
                    <a:pt x="49301" y="26816"/>
                  </a:cubicBezTo>
                  <a:cubicBezTo>
                    <a:pt x="47963" y="27082"/>
                    <a:pt x="46615" y="27132"/>
                    <a:pt x="45263" y="27132"/>
                  </a:cubicBezTo>
                  <a:cubicBezTo>
                    <a:pt x="44447" y="27132"/>
                    <a:pt x="43630" y="27114"/>
                    <a:pt x="42812" y="27114"/>
                  </a:cubicBezTo>
                  <a:cubicBezTo>
                    <a:pt x="42066" y="27114"/>
                    <a:pt x="41320" y="27129"/>
                    <a:pt x="40575" y="27187"/>
                  </a:cubicBezTo>
                  <a:cubicBezTo>
                    <a:pt x="40364" y="27204"/>
                    <a:pt x="40151" y="27211"/>
                    <a:pt x="39936" y="27211"/>
                  </a:cubicBezTo>
                  <a:cubicBezTo>
                    <a:pt x="38848" y="27211"/>
                    <a:pt x="37734" y="27029"/>
                    <a:pt x="36645" y="26988"/>
                  </a:cubicBezTo>
                  <a:cubicBezTo>
                    <a:pt x="34650" y="26912"/>
                    <a:pt x="32656" y="26719"/>
                    <a:pt x="30655" y="26719"/>
                  </a:cubicBezTo>
                  <a:cubicBezTo>
                    <a:pt x="30053" y="26719"/>
                    <a:pt x="29451" y="26737"/>
                    <a:pt x="28847" y="26780"/>
                  </a:cubicBezTo>
                  <a:cubicBezTo>
                    <a:pt x="26722" y="26933"/>
                    <a:pt x="24586" y="26901"/>
                    <a:pt x="22456" y="26991"/>
                  </a:cubicBezTo>
                  <a:cubicBezTo>
                    <a:pt x="19232" y="27126"/>
                    <a:pt x="16010" y="27358"/>
                    <a:pt x="12783" y="27427"/>
                  </a:cubicBezTo>
                  <a:cubicBezTo>
                    <a:pt x="12362" y="27436"/>
                    <a:pt x="11942" y="27440"/>
                    <a:pt x="11521" y="27440"/>
                  </a:cubicBezTo>
                  <a:cubicBezTo>
                    <a:pt x="9700" y="27440"/>
                    <a:pt x="7875" y="27360"/>
                    <a:pt x="6060" y="27231"/>
                  </a:cubicBezTo>
                  <a:cubicBezTo>
                    <a:pt x="4555" y="27123"/>
                    <a:pt x="2401" y="24468"/>
                    <a:pt x="2260" y="22958"/>
                  </a:cubicBezTo>
                  <a:cubicBezTo>
                    <a:pt x="2050" y="20696"/>
                    <a:pt x="1605" y="18448"/>
                    <a:pt x="1481" y="16182"/>
                  </a:cubicBezTo>
                  <a:cubicBezTo>
                    <a:pt x="1379" y="14318"/>
                    <a:pt x="1662" y="12434"/>
                    <a:pt x="1659" y="10559"/>
                  </a:cubicBezTo>
                  <a:cubicBezTo>
                    <a:pt x="1655" y="8524"/>
                    <a:pt x="2170" y="6636"/>
                    <a:pt x="2944" y="4787"/>
                  </a:cubicBezTo>
                  <a:cubicBezTo>
                    <a:pt x="3464" y="3542"/>
                    <a:pt x="4506" y="2771"/>
                    <a:pt x="5668" y="2455"/>
                  </a:cubicBezTo>
                  <a:cubicBezTo>
                    <a:pt x="9961" y="1292"/>
                    <a:pt x="14416" y="1648"/>
                    <a:pt x="18789" y="1522"/>
                  </a:cubicBezTo>
                  <a:cubicBezTo>
                    <a:pt x="19613" y="1498"/>
                    <a:pt x="20447" y="1480"/>
                    <a:pt x="21287" y="1480"/>
                  </a:cubicBezTo>
                  <a:cubicBezTo>
                    <a:pt x="22854" y="1480"/>
                    <a:pt x="24439" y="1542"/>
                    <a:pt x="26007" y="1742"/>
                  </a:cubicBezTo>
                  <a:cubicBezTo>
                    <a:pt x="26130" y="1758"/>
                    <a:pt x="26255" y="1765"/>
                    <a:pt x="26380" y="1765"/>
                  </a:cubicBezTo>
                  <a:cubicBezTo>
                    <a:pt x="27270" y="1765"/>
                    <a:pt x="28206" y="1418"/>
                    <a:pt x="29093" y="1418"/>
                  </a:cubicBezTo>
                  <a:cubicBezTo>
                    <a:pt x="29234" y="1418"/>
                    <a:pt x="29374" y="1427"/>
                    <a:pt x="29512" y="1447"/>
                  </a:cubicBezTo>
                  <a:cubicBezTo>
                    <a:pt x="30053" y="1526"/>
                    <a:pt x="30627" y="1577"/>
                    <a:pt x="31160" y="1577"/>
                  </a:cubicBezTo>
                  <a:cubicBezTo>
                    <a:pt x="31463" y="1577"/>
                    <a:pt x="31753" y="1561"/>
                    <a:pt x="32016" y="1524"/>
                  </a:cubicBezTo>
                  <a:cubicBezTo>
                    <a:pt x="33769" y="1277"/>
                    <a:pt x="35517" y="1500"/>
                    <a:pt x="37275" y="1275"/>
                  </a:cubicBezTo>
                  <a:cubicBezTo>
                    <a:pt x="37973" y="1185"/>
                    <a:pt x="38678" y="1153"/>
                    <a:pt x="39387" y="1153"/>
                  </a:cubicBezTo>
                  <a:close/>
                  <a:moveTo>
                    <a:pt x="37253" y="0"/>
                  </a:moveTo>
                  <a:cubicBezTo>
                    <a:pt x="34528" y="0"/>
                    <a:pt x="31802" y="94"/>
                    <a:pt x="29078" y="153"/>
                  </a:cubicBezTo>
                  <a:cubicBezTo>
                    <a:pt x="27792" y="182"/>
                    <a:pt x="26493" y="325"/>
                    <a:pt x="25211" y="325"/>
                  </a:cubicBezTo>
                  <a:cubicBezTo>
                    <a:pt x="24734" y="325"/>
                    <a:pt x="24259" y="306"/>
                    <a:pt x="23787" y="252"/>
                  </a:cubicBezTo>
                  <a:cubicBezTo>
                    <a:pt x="23083" y="172"/>
                    <a:pt x="22384" y="140"/>
                    <a:pt x="21687" y="140"/>
                  </a:cubicBezTo>
                  <a:cubicBezTo>
                    <a:pt x="19727" y="140"/>
                    <a:pt x="17788" y="391"/>
                    <a:pt x="15836" y="520"/>
                  </a:cubicBezTo>
                  <a:cubicBezTo>
                    <a:pt x="14537" y="607"/>
                    <a:pt x="13225" y="805"/>
                    <a:pt x="11934" y="805"/>
                  </a:cubicBezTo>
                  <a:cubicBezTo>
                    <a:pt x="11574" y="805"/>
                    <a:pt x="11216" y="790"/>
                    <a:pt x="10860" y="752"/>
                  </a:cubicBezTo>
                  <a:cubicBezTo>
                    <a:pt x="10307" y="692"/>
                    <a:pt x="9751" y="662"/>
                    <a:pt x="9197" y="662"/>
                  </a:cubicBezTo>
                  <a:cubicBezTo>
                    <a:pt x="8087" y="662"/>
                    <a:pt x="6979" y="782"/>
                    <a:pt x="5893" y="1022"/>
                  </a:cubicBezTo>
                  <a:cubicBezTo>
                    <a:pt x="4060" y="1422"/>
                    <a:pt x="2474" y="2349"/>
                    <a:pt x="1725" y="4080"/>
                  </a:cubicBezTo>
                  <a:cubicBezTo>
                    <a:pt x="905" y="5974"/>
                    <a:pt x="464" y="8023"/>
                    <a:pt x="292" y="10103"/>
                  </a:cubicBezTo>
                  <a:cubicBezTo>
                    <a:pt x="93" y="12508"/>
                    <a:pt x="127" y="14909"/>
                    <a:pt x="172" y="17322"/>
                  </a:cubicBezTo>
                  <a:cubicBezTo>
                    <a:pt x="217" y="19694"/>
                    <a:pt x="0" y="22072"/>
                    <a:pt x="971" y="24320"/>
                  </a:cubicBezTo>
                  <a:cubicBezTo>
                    <a:pt x="1646" y="25889"/>
                    <a:pt x="2613" y="27163"/>
                    <a:pt x="4192" y="28038"/>
                  </a:cubicBezTo>
                  <a:cubicBezTo>
                    <a:pt x="5340" y="28674"/>
                    <a:pt x="6521" y="28824"/>
                    <a:pt x="7710" y="28824"/>
                  </a:cubicBezTo>
                  <a:cubicBezTo>
                    <a:pt x="8773" y="28824"/>
                    <a:pt x="9844" y="28704"/>
                    <a:pt x="10906" y="28704"/>
                  </a:cubicBezTo>
                  <a:cubicBezTo>
                    <a:pt x="11289" y="28704"/>
                    <a:pt x="11670" y="28720"/>
                    <a:pt x="12050" y="28762"/>
                  </a:cubicBezTo>
                  <a:cubicBezTo>
                    <a:pt x="12687" y="28834"/>
                    <a:pt x="13333" y="28865"/>
                    <a:pt x="13981" y="28865"/>
                  </a:cubicBezTo>
                  <a:cubicBezTo>
                    <a:pt x="15309" y="28865"/>
                    <a:pt x="16649" y="28734"/>
                    <a:pt x="17955" y="28547"/>
                  </a:cubicBezTo>
                  <a:cubicBezTo>
                    <a:pt x="19498" y="28326"/>
                    <a:pt x="20987" y="28066"/>
                    <a:pt x="22567" y="28066"/>
                  </a:cubicBezTo>
                  <a:cubicBezTo>
                    <a:pt x="22692" y="28066"/>
                    <a:pt x="22817" y="28067"/>
                    <a:pt x="22943" y="28071"/>
                  </a:cubicBezTo>
                  <a:cubicBezTo>
                    <a:pt x="23202" y="28077"/>
                    <a:pt x="23461" y="28080"/>
                    <a:pt x="23722" y="28080"/>
                  </a:cubicBezTo>
                  <a:cubicBezTo>
                    <a:pt x="25081" y="28080"/>
                    <a:pt x="26461" y="28003"/>
                    <a:pt x="27829" y="28003"/>
                  </a:cubicBezTo>
                  <a:cubicBezTo>
                    <a:pt x="27881" y="28003"/>
                    <a:pt x="27933" y="28003"/>
                    <a:pt x="27985" y="28003"/>
                  </a:cubicBezTo>
                  <a:cubicBezTo>
                    <a:pt x="31125" y="28021"/>
                    <a:pt x="34264" y="28068"/>
                    <a:pt x="37402" y="28143"/>
                  </a:cubicBezTo>
                  <a:cubicBezTo>
                    <a:pt x="39714" y="28198"/>
                    <a:pt x="42029" y="28264"/>
                    <a:pt x="44337" y="28420"/>
                  </a:cubicBezTo>
                  <a:cubicBezTo>
                    <a:pt x="44646" y="28440"/>
                    <a:pt x="44954" y="28450"/>
                    <a:pt x="45260" y="28450"/>
                  </a:cubicBezTo>
                  <a:cubicBezTo>
                    <a:pt x="47394" y="28450"/>
                    <a:pt x="49484" y="27997"/>
                    <a:pt x="51601" y="27831"/>
                  </a:cubicBezTo>
                  <a:cubicBezTo>
                    <a:pt x="53843" y="27654"/>
                    <a:pt x="55575" y="26036"/>
                    <a:pt x="56137" y="23876"/>
                  </a:cubicBezTo>
                  <a:cubicBezTo>
                    <a:pt x="56460" y="22633"/>
                    <a:pt x="56284" y="21401"/>
                    <a:pt x="56377" y="20170"/>
                  </a:cubicBezTo>
                  <a:cubicBezTo>
                    <a:pt x="56528" y="18156"/>
                    <a:pt x="56559" y="16125"/>
                    <a:pt x="56510" y="14105"/>
                  </a:cubicBezTo>
                  <a:cubicBezTo>
                    <a:pt x="56441" y="11365"/>
                    <a:pt x="56248" y="8629"/>
                    <a:pt x="56109" y="5892"/>
                  </a:cubicBezTo>
                  <a:cubicBezTo>
                    <a:pt x="56251" y="4364"/>
                    <a:pt x="54153" y="1163"/>
                    <a:pt x="52780" y="913"/>
                  </a:cubicBezTo>
                  <a:cubicBezTo>
                    <a:pt x="50921" y="574"/>
                    <a:pt x="49036" y="300"/>
                    <a:pt x="47152" y="206"/>
                  </a:cubicBezTo>
                  <a:cubicBezTo>
                    <a:pt x="43960" y="47"/>
                    <a:pt x="40758" y="8"/>
                    <a:pt x="37560" y="1"/>
                  </a:cubicBezTo>
                  <a:cubicBezTo>
                    <a:pt x="37457" y="0"/>
                    <a:pt x="37355" y="0"/>
                    <a:pt x="37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1"/>
            <p:cNvSpPr/>
            <p:nvPr/>
          </p:nvSpPr>
          <p:spPr>
            <a:xfrm>
              <a:off x="5984250" y="2000050"/>
              <a:ext cx="1367350" cy="656050"/>
            </a:xfrm>
            <a:custGeom>
              <a:rect b="b" l="l" r="r" t="t"/>
              <a:pathLst>
                <a:path extrusionOk="0" h="26242" w="54694">
                  <a:moveTo>
                    <a:pt x="26230" y="1"/>
                  </a:moveTo>
                  <a:cubicBezTo>
                    <a:pt x="25444" y="1"/>
                    <a:pt x="24663" y="23"/>
                    <a:pt x="23891" y="92"/>
                  </a:cubicBezTo>
                  <a:cubicBezTo>
                    <a:pt x="20938" y="357"/>
                    <a:pt x="17997" y="190"/>
                    <a:pt x="15056" y="356"/>
                  </a:cubicBezTo>
                  <a:cubicBezTo>
                    <a:pt x="14691" y="376"/>
                    <a:pt x="14325" y="381"/>
                    <a:pt x="13959" y="381"/>
                  </a:cubicBezTo>
                  <a:cubicBezTo>
                    <a:pt x="13686" y="381"/>
                    <a:pt x="13414" y="378"/>
                    <a:pt x="13141" y="378"/>
                  </a:cubicBezTo>
                  <a:cubicBezTo>
                    <a:pt x="12661" y="378"/>
                    <a:pt x="12181" y="386"/>
                    <a:pt x="11704" y="428"/>
                  </a:cubicBezTo>
                  <a:cubicBezTo>
                    <a:pt x="9650" y="610"/>
                    <a:pt x="7603" y="878"/>
                    <a:pt x="5887" y="1073"/>
                  </a:cubicBezTo>
                  <a:cubicBezTo>
                    <a:pt x="5851" y="1073"/>
                    <a:pt x="5816" y="1073"/>
                    <a:pt x="5780" y="1073"/>
                  </a:cubicBezTo>
                  <a:cubicBezTo>
                    <a:pt x="2792" y="1073"/>
                    <a:pt x="489" y="1953"/>
                    <a:pt x="285" y="5044"/>
                  </a:cubicBezTo>
                  <a:cubicBezTo>
                    <a:pt x="210" y="6178"/>
                    <a:pt x="412" y="7329"/>
                    <a:pt x="361" y="8466"/>
                  </a:cubicBezTo>
                  <a:cubicBezTo>
                    <a:pt x="153" y="13045"/>
                    <a:pt x="479" y="17629"/>
                    <a:pt x="122" y="22210"/>
                  </a:cubicBezTo>
                  <a:cubicBezTo>
                    <a:pt x="0" y="23758"/>
                    <a:pt x="276" y="25262"/>
                    <a:pt x="2419" y="25690"/>
                  </a:cubicBezTo>
                  <a:cubicBezTo>
                    <a:pt x="3576" y="25922"/>
                    <a:pt x="4716" y="26043"/>
                    <a:pt x="5863" y="26088"/>
                  </a:cubicBezTo>
                  <a:cubicBezTo>
                    <a:pt x="8407" y="26190"/>
                    <a:pt x="10954" y="26172"/>
                    <a:pt x="13500" y="26239"/>
                  </a:cubicBezTo>
                  <a:cubicBezTo>
                    <a:pt x="13545" y="26241"/>
                    <a:pt x="13590" y="26241"/>
                    <a:pt x="13635" y="26241"/>
                  </a:cubicBezTo>
                  <a:cubicBezTo>
                    <a:pt x="15068" y="26241"/>
                    <a:pt x="16429" y="25653"/>
                    <a:pt x="17860" y="25653"/>
                  </a:cubicBezTo>
                  <a:cubicBezTo>
                    <a:pt x="18069" y="25653"/>
                    <a:pt x="18280" y="25666"/>
                    <a:pt x="18492" y="25694"/>
                  </a:cubicBezTo>
                  <a:cubicBezTo>
                    <a:pt x="18992" y="25762"/>
                    <a:pt x="19496" y="25785"/>
                    <a:pt x="20000" y="25785"/>
                  </a:cubicBezTo>
                  <a:cubicBezTo>
                    <a:pt x="20920" y="25785"/>
                    <a:pt x="21841" y="25709"/>
                    <a:pt x="22738" y="25688"/>
                  </a:cubicBezTo>
                  <a:cubicBezTo>
                    <a:pt x="23004" y="25683"/>
                    <a:pt x="23271" y="25680"/>
                    <a:pt x="23537" y="25680"/>
                  </a:cubicBezTo>
                  <a:cubicBezTo>
                    <a:pt x="24397" y="25680"/>
                    <a:pt x="25260" y="25703"/>
                    <a:pt x="26121" y="25703"/>
                  </a:cubicBezTo>
                  <a:cubicBezTo>
                    <a:pt x="27020" y="25703"/>
                    <a:pt x="27917" y="25678"/>
                    <a:pt x="28808" y="25578"/>
                  </a:cubicBezTo>
                  <a:cubicBezTo>
                    <a:pt x="29098" y="25545"/>
                    <a:pt x="29388" y="25532"/>
                    <a:pt x="29677" y="25532"/>
                  </a:cubicBezTo>
                  <a:cubicBezTo>
                    <a:pt x="30929" y="25532"/>
                    <a:pt x="32174" y="25780"/>
                    <a:pt x="33414" y="25780"/>
                  </a:cubicBezTo>
                  <a:cubicBezTo>
                    <a:pt x="33787" y="25780"/>
                    <a:pt x="34160" y="25757"/>
                    <a:pt x="34533" y="25699"/>
                  </a:cubicBezTo>
                  <a:cubicBezTo>
                    <a:pt x="35015" y="25623"/>
                    <a:pt x="35493" y="25596"/>
                    <a:pt x="35970" y="25596"/>
                  </a:cubicBezTo>
                  <a:cubicBezTo>
                    <a:pt x="37178" y="25596"/>
                    <a:pt x="38375" y="25770"/>
                    <a:pt x="39580" y="25770"/>
                  </a:cubicBezTo>
                  <a:cubicBezTo>
                    <a:pt x="39724" y="25770"/>
                    <a:pt x="39868" y="25767"/>
                    <a:pt x="40012" y="25762"/>
                  </a:cubicBezTo>
                  <a:cubicBezTo>
                    <a:pt x="40324" y="25750"/>
                    <a:pt x="40636" y="25745"/>
                    <a:pt x="40947" y="25745"/>
                  </a:cubicBezTo>
                  <a:cubicBezTo>
                    <a:pt x="42103" y="25745"/>
                    <a:pt x="43261" y="25811"/>
                    <a:pt x="44417" y="25811"/>
                  </a:cubicBezTo>
                  <a:cubicBezTo>
                    <a:pt x="44676" y="25811"/>
                    <a:pt x="44935" y="25807"/>
                    <a:pt x="45194" y="25799"/>
                  </a:cubicBezTo>
                  <a:cubicBezTo>
                    <a:pt x="45380" y="25793"/>
                    <a:pt x="45567" y="25791"/>
                    <a:pt x="45753" y="25791"/>
                  </a:cubicBezTo>
                  <a:cubicBezTo>
                    <a:pt x="46584" y="25791"/>
                    <a:pt x="47415" y="25839"/>
                    <a:pt x="48247" y="25839"/>
                  </a:cubicBezTo>
                  <a:cubicBezTo>
                    <a:pt x="49066" y="25839"/>
                    <a:pt x="49886" y="25792"/>
                    <a:pt x="50706" y="25607"/>
                  </a:cubicBezTo>
                  <a:cubicBezTo>
                    <a:pt x="51917" y="25333"/>
                    <a:pt x="53142" y="24967"/>
                    <a:pt x="53569" y="23814"/>
                  </a:cubicBezTo>
                  <a:cubicBezTo>
                    <a:pt x="54393" y="21596"/>
                    <a:pt x="54694" y="19305"/>
                    <a:pt x="54340" y="16864"/>
                  </a:cubicBezTo>
                  <a:cubicBezTo>
                    <a:pt x="54032" y="14725"/>
                    <a:pt x="54319" y="12505"/>
                    <a:pt x="54259" y="10323"/>
                  </a:cubicBezTo>
                  <a:cubicBezTo>
                    <a:pt x="54229" y="9263"/>
                    <a:pt x="53848" y="8200"/>
                    <a:pt x="53903" y="7153"/>
                  </a:cubicBezTo>
                  <a:cubicBezTo>
                    <a:pt x="54095" y="3611"/>
                    <a:pt x="52407" y="1161"/>
                    <a:pt x="48940" y="817"/>
                  </a:cubicBezTo>
                  <a:cubicBezTo>
                    <a:pt x="45844" y="509"/>
                    <a:pt x="42736" y="172"/>
                    <a:pt x="39607" y="172"/>
                  </a:cubicBezTo>
                  <a:cubicBezTo>
                    <a:pt x="39452" y="172"/>
                    <a:pt x="39297" y="173"/>
                    <a:pt x="39142" y="175"/>
                  </a:cubicBezTo>
                  <a:cubicBezTo>
                    <a:pt x="38910" y="177"/>
                    <a:pt x="38677" y="178"/>
                    <a:pt x="38444" y="178"/>
                  </a:cubicBezTo>
                  <a:cubicBezTo>
                    <a:pt x="35986" y="178"/>
                    <a:pt x="33527" y="55"/>
                    <a:pt x="31068" y="55"/>
                  </a:cubicBezTo>
                  <a:cubicBezTo>
                    <a:pt x="30868" y="55"/>
                    <a:pt x="30668" y="56"/>
                    <a:pt x="30468" y="58"/>
                  </a:cubicBezTo>
                  <a:cubicBezTo>
                    <a:pt x="30351" y="59"/>
                    <a:pt x="30235" y="59"/>
                    <a:pt x="30119" y="59"/>
                  </a:cubicBezTo>
                  <a:cubicBezTo>
                    <a:pt x="28824" y="59"/>
                    <a:pt x="27521" y="1"/>
                    <a:pt x="26230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Ulariu</a:t>
              </a:r>
              <a:endParaRPr sz="1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Corina-Elena</a:t>
              </a:r>
              <a:endParaRPr sz="15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3" name="Google Shape;1313;p81"/>
            <p:cNvSpPr/>
            <p:nvPr/>
          </p:nvSpPr>
          <p:spPr>
            <a:xfrm>
              <a:off x="4538375" y="2009375"/>
              <a:ext cx="1353700" cy="657200"/>
            </a:xfrm>
            <a:custGeom>
              <a:rect b="b" l="l" r="r" t="t"/>
              <a:pathLst>
                <a:path extrusionOk="0" h="26288" w="54148">
                  <a:moveTo>
                    <a:pt x="38008" y="0"/>
                  </a:moveTo>
                  <a:cubicBezTo>
                    <a:pt x="37299" y="0"/>
                    <a:pt x="36594" y="32"/>
                    <a:pt x="35896" y="122"/>
                  </a:cubicBezTo>
                  <a:cubicBezTo>
                    <a:pt x="34138" y="347"/>
                    <a:pt x="32390" y="124"/>
                    <a:pt x="30637" y="371"/>
                  </a:cubicBezTo>
                  <a:cubicBezTo>
                    <a:pt x="30374" y="408"/>
                    <a:pt x="30084" y="424"/>
                    <a:pt x="29781" y="424"/>
                  </a:cubicBezTo>
                  <a:cubicBezTo>
                    <a:pt x="29248" y="424"/>
                    <a:pt x="28674" y="373"/>
                    <a:pt x="28133" y="294"/>
                  </a:cubicBezTo>
                  <a:cubicBezTo>
                    <a:pt x="27995" y="274"/>
                    <a:pt x="27855" y="265"/>
                    <a:pt x="27714" y="265"/>
                  </a:cubicBezTo>
                  <a:cubicBezTo>
                    <a:pt x="26827" y="265"/>
                    <a:pt x="25891" y="612"/>
                    <a:pt x="25001" y="612"/>
                  </a:cubicBezTo>
                  <a:cubicBezTo>
                    <a:pt x="24876" y="612"/>
                    <a:pt x="24751" y="605"/>
                    <a:pt x="24628" y="589"/>
                  </a:cubicBezTo>
                  <a:cubicBezTo>
                    <a:pt x="23060" y="389"/>
                    <a:pt x="21475" y="327"/>
                    <a:pt x="19908" y="327"/>
                  </a:cubicBezTo>
                  <a:cubicBezTo>
                    <a:pt x="19068" y="327"/>
                    <a:pt x="18234" y="345"/>
                    <a:pt x="17410" y="369"/>
                  </a:cubicBezTo>
                  <a:cubicBezTo>
                    <a:pt x="13037" y="495"/>
                    <a:pt x="8582" y="139"/>
                    <a:pt x="4289" y="1302"/>
                  </a:cubicBezTo>
                  <a:cubicBezTo>
                    <a:pt x="3127" y="1618"/>
                    <a:pt x="2085" y="2389"/>
                    <a:pt x="1565" y="3634"/>
                  </a:cubicBezTo>
                  <a:cubicBezTo>
                    <a:pt x="791" y="5483"/>
                    <a:pt x="276" y="7371"/>
                    <a:pt x="280" y="9406"/>
                  </a:cubicBezTo>
                  <a:cubicBezTo>
                    <a:pt x="283" y="11281"/>
                    <a:pt x="0" y="13165"/>
                    <a:pt x="102" y="15029"/>
                  </a:cubicBezTo>
                  <a:cubicBezTo>
                    <a:pt x="226" y="17295"/>
                    <a:pt x="671" y="19543"/>
                    <a:pt x="881" y="21805"/>
                  </a:cubicBezTo>
                  <a:cubicBezTo>
                    <a:pt x="1022" y="23315"/>
                    <a:pt x="3176" y="25970"/>
                    <a:pt x="4681" y="26078"/>
                  </a:cubicBezTo>
                  <a:cubicBezTo>
                    <a:pt x="6496" y="26207"/>
                    <a:pt x="8321" y="26287"/>
                    <a:pt x="10142" y="26287"/>
                  </a:cubicBezTo>
                  <a:cubicBezTo>
                    <a:pt x="10563" y="26287"/>
                    <a:pt x="10983" y="26283"/>
                    <a:pt x="11404" y="26274"/>
                  </a:cubicBezTo>
                  <a:cubicBezTo>
                    <a:pt x="14631" y="26205"/>
                    <a:pt x="17853" y="25973"/>
                    <a:pt x="21077" y="25838"/>
                  </a:cubicBezTo>
                  <a:cubicBezTo>
                    <a:pt x="23207" y="25748"/>
                    <a:pt x="25343" y="25780"/>
                    <a:pt x="27468" y="25627"/>
                  </a:cubicBezTo>
                  <a:cubicBezTo>
                    <a:pt x="28072" y="25584"/>
                    <a:pt x="28674" y="25566"/>
                    <a:pt x="29276" y="25566"/>
                  </a:cubicBezTo>
                  <a:cubicBezTo>
                    <a:pt x="31277" y="25566"/>
                    <a:pt x="33271" y="25759"/>
                    <a:pt x="35266" y="25835"/>
                  </a:cubicBezTo>
                  <a:cubicBezTo>
                    <a:pt x="36355" y="25876"/>
                    <a:pt x="37469" y="26058"/>
                    <a:pt x="38557" y="26058"/>
                  </a:cubicBezTo>
                  <a:cubicBezTo>
                    <a:pt x="38772" y="26058"/>
                    <a:pt x="38985" y="26051"/>
                    <a:pt x="39196" y="26034"/>
                  </a:cubicBezTo>
                  <a:cubicBezTo>
                    <a:pt x="39941" y="25976"/>
                    <a:pt x="40687" y="25961"/>
                    <a:pt x="41433" y="25961"/>
                  </a:cubicBezTo>
                  <a:cubicBezTo>
                    <a:pt x="42251" y="25961"/>
                    <a:pt x="43068" y="25979"/>
                    <a:pt x="43884" y="25979"/>
                  </a:cubicBezTo>
                  <a:cubicBezTo>
                    <a:pt x="45236" y="25979"/>
                    <a:pt x="46584" y="25929"/>
                    <a:pt x="47922" y="25663"/>
                  </a:cubicBezTo>
                  <a:cubicBezTo>
                    <a:pt x="48206" y="25731"/>
                    <a:pt x="48476" y="25762"/>
                    <a:pt x="48735" y="25762"/>
                  </a:cubicBezTo>
                  <a:cubicBezTo>
                    <a:pt x="50253" y="25762"/>
                    <a:pt x="51365" y="24693"/>
                    <a:pt x="52438" y="23806"/>
                  </a:cubicBezTo>
                  <a:cubicBezTo>
                    <a:pt x="53846" y="22642"/>
                    <a:pt x="54147" y="20862"/>
                    <a:pt x="53996" y="19078"/>
                  </a:cubicBezTo>
                  <a:cubicBezTo>
                    <a:pt x="53764" y="16343"/>
                    <a:pt x="53907" y="13598"/>
                    <a:pt x="53744" y="10856"/>
                  </a:cubicBezTo>
                  <a:cubicBezTo>
                    <a:pt x="53614" y="8652"/>
                    <a:pt x="53630" y="6425"/>
                    <a:pt x="53382" y="4227"/>
                  </a:cubicBezTo>
                  <a:cubicBezTo>
                    <a:pt x="53137" y="2070"/>
                    <a:pt x="51178" y="459"/>
                    <a:pt x="49420" y="459"/>
                  </a:cubicBezTo>
                  <a:cubicBezTo>
                    <a:pt x="49392" y="459"/>
                    <a:pt x="49364" y="460"/>
                    <a:pt x="49336" y="461"/>
                  </a:cubicBezTo>
                  <a:cubicBezTo>
                    <a:pt x="49077" y="468"/>
                    <a:pt x="48819" y="472"/>
                    <a:pt x="48561" y="472"/>
                  </a:cubicBezTo>
                  <a:cubicBezTo>
                    <a:pt x="46583" y="472"/>
                    <a:pt x="44601" y="270"/>
                    <a:pt x="42621" y="203"/>
                  </a:cubicBezTo>
                  <a:cubicBezTo>
                    <a:pt x="41087" y="151"/>
                    <a:pt x="39538" y="0"/>
                    <a:pt x="3800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Florescu Georgiana-Iuliana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4" name="Google Shape;1314;p81"/>
            <p:cNvSpPr/>
            <p:nvPr/>
          </p:nvSpPr>
          <p:spPr>
            <a:xfrm>
              <a:off x="3106650" y="2028675"/>
              <a:ext cx="1340075" cy="659425"/>
            </a:xfrm>
            <a:custGeom>
              <a:rect b="b" l="l" r="r" t="t"/>
              <a:pathLst>
                <a:path extrusionOk="0" h="26377" w="53603">
                  <a:moveTo>
                    <a:pt x="40267" y="0"/>
                  </a:moveTo>
                  <a:cubicBezTo>
                    <a:pt x="39279" y="0"/>
                    <a:pt x="38287" y="80"/>
                    <a:pt x="37298" y="124"/>
                  </a:cubicBezTo>
                  <a:cubicBezTo>
                    <a:pt x="35026" y="226"/>
                    <a:pt x="32745" y="302"/>
                    <a:pt x="30480" y="406"/>
                  </a:cubicBezTo>
                  <a:cubicBezTo>
                    <a:pt x="28836" y="481"/>
                    <a:pt x="27145" y="609"/>
                    <a:pt x="25493" y="678"/>
                  </a:cubicBezTo>
                  <a:cubicBezTo>
                    <a:pt x="24758" y="709"/>
                    <a:pt x="24023" y="721"/>
                    <a:pt x="23287" y="721"/>
                  </a:cubicBezTo>
                  <a:cubicBezTo>
                    <a:pt x="20827" y="721"/>
                    <a:pt x="18362" y="589"/>
                    <a:pt x="15901" y="589"/>
                  </a:cubicBezTo>
                  <a:cubicBezTo>
                    <a:pt x="15765" y="589"/>
                    <a:pt x="15628" y="589"/>
                    <a:pt x="15492" y="590"/>
                  </a:cubicBezTo>
                  <a:cubicBezTo>
                    <a:pt x="15294" y="591"/>
                    <a:pt x="15095" y="592"/>
                    <a:pt x="14897" y="592"/>
                  </a:cubicBezTo>
                  <a:cubicBezTo>
                    <a:pt x="14276" y="592"/>
                    <a:pt x="13654" y="587"/>
                    <a:pt x="13032" y="587"/>
                  </a:cubicBezTo>
                  <a:cubicBezTo>
                    <a:pt x="10222" y="587"/>
                    <a:pt x="7416" y="674"/>
                    <a:pt x="4699" y="1635"/>
                  </a:cubicBezTo>
                  <a:cubicBezTo>
                    <a:pt x="2771" y="2318"/>
                    <a:pt x="1471" y="3850"/>
                    <a:pt x="859" y="5578"/>
                  </a:cubicBezTo>
                  <a:cubicBezTo>
                    <a:pt x="0" y="7998"/>
                    <a:pt x="212" y="10674"/>
                    <a:pt x="191" y="13236"/>
                  </a:cubicBezTo>
                  <a:cubicBezTo>
                    <a:pt x="171" y="15698"/>
                    <a:pt x="330" y="18167"/>
                    <a:pt x="766" y="20632"/>
                  </a:cubicBezTo>
                  <a:cubicBezTo>
                    <a:pt x="1131" y="22709"/>
                    <a:pt x="2700" y="24970"/>
                    <a:pt x="4780" y="25692"/>
                  </a:cubicBezTo>
                  <a:cubicBezTo>
                    <a:pt x="5998" y="26114"/>
                    <a:pt x="7247" y="25967"/>
                    <a:pt x="8473" y="26141"/>
                  </a:cubicBezTo>
                  <a:cubicBezTo>
                    <a:pt x="9192" y="26244"/>
                    <a:pt x="9963" y="26376"/>
                    <a:pt x="10694" y="26376"/>
                  </a:cubicBezTo>
                  <a:cubicBezTo>
                    <a:pt x="11137" y="26376"/>
                    <a:pt x="11565" y="26328"/>
                    <a:pt x="11958" y="26194"/>
                  </a:cubicBezTo>
                  <a:cubicBezTo>
                    <a:pt x="12930" y="25863"/>
                    <a:pt x="13918" y="25777"/>
                    <a:pt x="14833" y="25728"/>
                  </a:cubicBezTo>
                  <a:cubicBezTo>
                    <a:pt x="16212" y="25652"/>
                    <a:pt x="17595" y="25597"/>
                    <a:pt x="18981" y="25597"/>
                  </a:cubicBezTo>
                  <a:cubicBezTo>
                    <a:pt x="19952" y="25597"/>
                    <a:pt x="20925" y="25624"/>
                    <a:pt x="21899" y="25690"/>
                  </a:cubicBezTo>
                  <a:cubicBezTo>
                    <a:pt x="22181" y="25709"/>
                    <a:pt x="22464" y="25717"/>
                    <a:pt x="22747" y="25717"/>
                  </a:cubicBezTo>
                  <a:cubicBezTo>
                    <a:pt x="24298" y="25717"/>
                    <a:pt x="25862" y="25478"/>
                    <a:pt x="27417" y="25478"/>
                  </a:cubicBezTo>
                  <a:cubicBezTo>
                    <a:pt x="27536" y="25478"/>
                    <a:pt x="27654" y="25479"/>
                    <a:pt x="27772" y="25482"/>
                  </a:cubicBezTo>
                  <a:cubicBezTo>
                    <a:pt x="31204" y="25569"/>
                    <a:pt x="34632" y="25946"/>
                    <a:pt x="38058" y="25946"/>
                  </a:cubicBezTo>
                  <a:cubicBezTo>
                    <a:pt x="38221" y="25946"/>
                    <a:pt x="38383" y="25945"/>
                    <a:pt x="38545" y="25943"/>
                  </a:cubicBezTo>
                  <a:cubicBezTo>
                    <a:pt x="38636" y="25942"/>
                    <a:pt x="38727" y="25942"/>
                    <a:pt x="38819" y="25942"/>
                  </a:cubicBezTo>
                  <a:cubicBezTo>
                    <a:pt x="40485" y="25942"/>
                    <a:pt x="42150" y="26106"/>
                    <a:pt x="43803" y="26106"/>
                  </a:cubicBezTo>
                  <a:cubicBezTo>
                    <a:pt x="44682" y="26106"/>
                    <a:pt x="45557" y="26059"/>
                    <a:pt x="46428" y="25918"/>
                  </a:cubicBezTo>
                  <a:cubicBezTo>
                    <a:pt x="46598" y="25955"/>
                    <a:pt x="46765" y="25971"/>
                    <a:pt x="46929" y="25971"/>
                  </a:cubicBezTo>
                  <a:cubicBezTo>
                    <a:pt x="47670" y="25971"/>
                    <a:pt x="48352" y="25655"/>
                    <a:pt x="49071" y="25628"/>
                  </a:cubicBezTo>
                  <a:cubicBezTo>
                    <a:pt x="50736" y="25563"/>
                    <a:pt x="51768" y="24401"/>
                    <a:pt x="52510" y="23208"/>
                  </a:cubicBezTo>
                  <a:cubicBezTo>
                    <a:pt x="53283" y="21965"/>
                    <a:pt x="53216" y="20410"/>
                    <a:pt x="53226" y="18908"/>
                  </a:cubicBezTo>
                  <a:cubicBezTo>
                    <a:pt x="53247" y="15636"/>
                    <a:pt x="53602" y="12363"/>
                    <a:pt x="53554" y="9096"/>
                  </a:cubicBezTo>
                  <a:cubicBezTo>
                    <a:pt x="53527" y="7336"/>
                    <a:pt x="53324" y="5544"/>
                    <a:pt x="52173" y="3944"/>
                  </a:cubicBezTo>
                  <a:cubicBezTo>
                    <a:pt x="49706" y="518"/>
                    <a:pt x="45898" y="803"/>
                    <a:pt x="42418" y="172"/>
                  </a:cubicBezTo>
                  <a:cubicBezTo>
                    <a:pt x="41705" y="43"/>
                    <a:pt x="40987" y="0"/>
                    <a:pt x="40267" y="0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Florea Daria-Mihaela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5" name="Google Shape;1315;p81"/>
            <p:cNvSpPr/>
            <p:nvPr/>
          </p:nvSpPr>
          <p:spPr>
            <a:xfrm>
              <a:off x="1712875" y="2040000"/>
              <a:ext cx="1318325" cy="646175"/>
            </a:xfrm>
            <a:custGeom>
              <a:rect b="b" l="l" r="r" t="t"/>
              <a:pathLst>
                <a:path extrusionOk="0" h="25847" w="52733">
                  <a:moveTo>
                    <a:pt x="13828" y="0"/>
                  </a:moveTo>
                  <a:cubicBezTo>
                    <a:pt x="13385" y="0"/>
                    <a:pt x="12943" y="9"/>
                    <a:pt x="12502" y="29"/>
                  </a:cubicBezTo>
                  <a:cubicBezTo>
                    <a:pt x="9826" y="152"/>
                    <a:pt x="7141" y="568"/>
                    <a:pt x="4604" y="1557"/>
                  </a:cubicBezTo>
                  <a:cubicBezTo>
                    <a:pt x="3300" y="2066"/>
                    <a:pt x="2020" y="2835"/>
                    <a:pt x="1326" y="3972"/>
                  </a:cubicBezTo>
                  <a:cubicBezTo>
                    <a:pt x="100" y="5986"/>
                    <a:pt x="169" y="8406"/>
                    <a:pt x="86" y="10682"/>
                  </a:cubicBezTo>
                  <a:cubicBezTo>
                    <a:pt x="1" y="12982"/>
                    <a:pt x="432" y="15300"/>
                    <a:pt x="381" y="17603"/>
                  </a:cubicBezTo>
                  <a:cubicBezTo>
                    <a:pt x="336" y="19629"/>
                    <a:pt x="1111" y="21390"/>
                    <a:pt x="1865" y="23114"/>
                  </a:cubicBezTo>
                  <a:cubicBezTo>
                    <a:pt x="2521" y="24607"/>
                    <a:pt x="5595" y="25689"/>
                    <a:pt x="7497" y="25689"/>
                  </a:cubicBezTo>
                  <a:cubicBezTo>
                    <a:pt x="7642" y="25689"/>
                    <a:pt x="7780" y="25683"/>
                    <a:pt x="7909" y="25670"/>
                  </a:cubicBezTo>
                  <a:cubicBezTo>
                    <a:pt x="9971" y="25465"/>
                    <a:pt x="12051" y="25401"/>
                    <a:pt x="14125" y="25401"/>
                  </a:cubicBezTo>
                  <a:cubicBezTo>
                    <a:pt x="14311" y="25401"/>
                    <a:pt x="14497" y="25401"/>
                    <a:pt x="14682" y="25402"/>
                  </a:cubicBezTo>
                  <a:cubicBezTo>
                    <a:pt x="17141" y="25416"/>
                    <a:pt x="19611" y="25666"/>
                    <a:pt x="22062" y="25666"/>
                  </a:cubicBezTo>
                  <a:cubicBezTo>
                    <a:pt x="22754" y="25666"/>
                    <a:pt x="23445" y="25646"/>
                    <a:pt x="24134" y="25595"/>
                  </a:cubicBezTo>
                  <a:cubicBezTo>
                    <a:pt x="25239" y="25514"/>
                    <a:pt x="26340" y="25482"/>
                    <a:pt x="27439" y="25482"/>
                  </a:cubicBezTo>
                  <a:cubicBezTo>
                    <a:pt x="30205" y="25482"/>
                    <a:pt x="32956" y="25683"/>
                    <a:pt x="35718" y="25793"/>
                  </a:cubicBezTo>
                  <a:cubicBezTo>
                    <a:pt x="36539" y="25826"/>
                    <a:pt x="37360" y="25836"/>
                    <a:pt x="38181" y="25836"/>
                  </a:cubicBezTo>
                  <a:cubicBezTo>
                    <a:pt x="39507" y="25836"/>
                    <a:pt x="40833" y="25809"/>
                    <a:pt x="42159" y="25809"/>
                  </a:cubicBezTo>
                  <a:cubicBezTo>
                    <a:pt x="42337" y="25835"/>
                    <a:pt x="42513" y="25846"/>
                    <a:pt x="42686" y="25846"/>
                  </a:cubicBezTo>
                  <a:cubicBezTo>
                    <a:pt x="43859" y="25846"/>
                    <a:pt x="44947" y="25328"/>
                    <a:pt x="46099" y="25143"/>
                  </a:cubicBezTo>
                  <a:cubicBezTo>
                    <a:pt x="49038" y="24670"/>
                    <a:pt x="51415" y="22048"/>
                    <a:pt x="51990" y="20044"/>
                  </a:cubicBezTo>
                  <a:cubicBezTo>
                    <a:pt x="52733" y="17464"/>
                    <a:pt x="52565" y="14823"/>
                    <a:pt x="52438" y="12253"/>
                  </a:cubicBezTo>
                  <a:cubicBezTo>
                    <a:pt x="52316" y="9784"/>
                    <a:pt x="52095" y="7292"/>
                    <a:pt x="51812" y="4821"/>
                  </a:cubicBezTo>
                  <a:cubicBezTo>
                    <a:pt x="51584" y="2841"/>
                    <a:pt x="49549" y="853"/>
                    <a:pt x="47872" y="661"/>
                  </a:cubicBezTo>
                  <a:cubicBezTo>
                    <a:pt x="45904" y="436"/>
                    <a:pt x="43933" y="359"/>
                    <a:pt x="41958" y="263"/>
                  </a:cubicBezTo>
                  <a:cubicBezTo>
                    <a:pt x="40611" y="198"/>
                    <a:pt x="39265" y="175"/>
                    <a:pt x="37920" y="175"/>
                  </a:cubicBezTo>
                  <a:cubicBezTo>
                    <a:pt x="35462" y="175"/>
                    <a:pt x="33005" y="251"/>
                    <a:pt x="30548" y="284"/>
                  </a:cubicBezTo>
                  <a:cubicBezTo>
                    <a:pt x="29522" y="297"/>
                    <a:pt x="28496" y="315"/>
                    <a:pt x="27470" y="315"/>
                  </a:cubicBezTo>
                  <a:cubicBezTo>
                    <a:pt x="26581" y="315"/>
                    <a:pt x="25692" y="301"/>
                    <a:pt x="24805" y="257"/>
                  </a:cubicBezTo>
                  <a:cubicBezTo>
                    <a:pt x="24291" y="231"/>
                    <a:pt x="23779" y="223"/>
                    <a:pt x="23267" y="223"/>
                  </a:cubicBezTo>
                  <a:cubicBezTo>
                    <a:pt x="22479" y="223"/>
                    <a:pt x="21692" y="242"/>
                    <a:pt x="20903" y="242"/>
                  </a:cubicBezTo>
                  <a:cubicBezTo>
                    <a:pt x="20885" y="242"/>
                    <a:pt x="20866" y="242"/>
                    <a:pt x="20847" y="242"/>
                  </a:cubicBezTo>
                  <a:cubicBezTo>
                    <a:pt x="18508" y="238"/>
                    <a:pt x="16163" y="0"/>
                    <a:pt x="13828" y="0"/>
                  </a:cubicBezTo>
                  <a:close/>
                </a:path>
              </a:pathLst>
            </a:custGeom>
            <a:solidFill>
              <a:srgbClr val="A6DF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o" sz="1500">
                  <a:solidFill>
                    <a:schemeClr val="dk1"/>
                  </a:solidFill>
                  <a:latin typeface="Lobster"/>
                  <a:ea typeface="Lobster"/>
                  <a:cs typeface="Lobster"/>
                  <a:sym typeface="Lobster"/>
                </a:rPr>
                <a:t>Duță Cosmin-Mihail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1316" name="Google Shape;1316;p81"/>
            <p:cNvSpPr/>
            <p:nvPr/>
          </p:nvSpPr>
          <p:spPr>
            <a:xfrm>
              <a:off x="279400" y="2026150"/>
              <a:ext cx="1317900" cy="636725"/>
            </a:xfrm>
            <a:custGeom>
              <a:rect b="b" l="l" r="r" t="t"/>
              <a:pathLst>
                <a:path extrusionOk="0" h="25469" w="52716">
                  <a:moveTo>
                    <a:pt x="25618" y="1"/>
                  </a:moveTo>
                  <a:cubicBezTo>
                    <a:pt x="24547" y="1"/>
                    <a:pt x="23476" y="16"/>
                    <a:pt x="22404" y="56"/>
                  </a:cubicBezTo>
                  <a:cubicBezTo>
                    <a:pt x="19289" y="171"/>
                    <a:pt x="16170" y="134"/>
                    <a:pt x="13060" y="417"/>
                  </a:cubicBezTo>
                  <a:cubicBezTo>
                    <a:pt x="12288" y="487"/>
                    <a:pt x="11485" y="616"/>
                    <a:pt x="10714" y="616"/>
                  </a:cubicBezTo>
                  <a:cubicBezTo>
                    <a:pt x="10313" y="616"/>
                    <a:pt x="9920" y="581"/>
                    <a:pt x="9546" y="484"/>
                  </a:cubicBezTo>
                  <a:cubicBezTo>
                    <a:pt x="9346" y="433"/>
                    <a:pt x="9139" y="412"/>
                    <a:pt x="8939" y="412"/>
                  </a:cubicBezTo>
                  <a:cubicBezTo>
                    <a:pt x="8403" y="412"/>
                    <a:pt x="7916" y="563"/>
                    <a:pt x="7764" y="682"/>
                  </a:cubicBezTo>
                  <a:cubicBezTo>
                    <a:pt x="6805" y="1414"/>
                    <a:pt x="5615" y="1193"/>
                    <a:pt x="4601" y="1727"/>
                  </a:cubicBezTo>
                  <a:cubicBezTo>
                    <a:pt x="3571" y="2269"/>
                    <a:pt x="2522" y="2668"/>
                    <a:pt x="1795" y="3629"/>
                  </a:cubicBezTo>
                  <a:cubicBezTo>
                    <a:pt x="815" y="4920"/>
                    <a:pt x="815" y="6515"/>
                    <a:pt x="546" y="7984"/>
                  </a:cubicBezTo>
                  <a:cubicBezTo>
                    <a:pt x="1" y="10959"/>
                    <a:pt x="404" y="13960"/>
                    <a:pt x="643" y="16953"/>
                  </a:cubicBezTo>
                  <a:cubicBezTo>
                    <a:pt x="854" y="19590"/>
                    <a:pt x="788" y="22220"/>
                    <a:pt x="3354" y="24018"/>
                  </a:cubicBezTo>
                  <a:cubicBezTo>
                    <a:pt x="4542" y="24851"/>
                    <a:pt x="5829" y="25061"/>
                    <a:pt x="7111" y="25174"/>
                  </a:cubicBezTo>
                  <a:cubicBezTo>
                    <a:pt x="7821" y="25238"/>
                    <a:pt x="8507" y="25468"/>
                    <a:pt x="9255" y="25468"/>
                  </a:cubicBezTo>
                  <a:cubicBezTo>
                    <a:pt x="9410" y="25468"/>
                    <a:pt x="9568" y="25458"/>
                    <a:pt x="9730" y="25435"/>
                  </a:cubicBezTo>
                  <a:cubicBezTo>
                    <a:pt x="10128" y="25377"/>
                    <a:pt x="10530" y="25358"/>
                    <a:pt x="10936" y="25358"/>
                  </a:cubicBezTo>
                  <a:cubicBezTo>
                    <a:pt x="11770" y="25358"/>
                    <a:pt x="12616" y="25440"/>
                    <a:pt x="13453" y="25440"/>
                  </a:cubicBezTo>
                  <a:cubicBezTo>
                    <a:pt x="13566" y="25440"/>
                    <a:pt x="13679" y="25438"/>
                    <a:pt x="13791" y="25435"/>
                  </a:cubicBezTo>
                  <a:cubicBezTo>
                    <a:pt x="15162" y="25393"/>
                    <a:pt x="16546" y="25153"/>
                    <a:pt x="17905" y="25153"/>
                  </a:cubicBezTo>
                  <a:cubicBezTo>
                    <a:pt x="18244" y="25153"/>
                    <a:pt x="18581" y="25168"/>
                    <a:pt x="18917" y="25204"/>
                  </a:cubicBezTo>
                  <a:cubicBezTo>
                    <a:pt x="19423" y="25260"/>
                    <a:pt x="19922" y="25284"/>
                    <a:pt x="20417" y="25284"/>
                  </a:cubicBezTo>
                  <a:cubicBezTo>
                    <a:pt x="21168" y="25284"/>
                    <a:pt x="21908" y="25229"/>
                    <a:pt x="22642" y="25146"/>
                  </a:cubicBezTo>
                  <a:cubicBezTo>
                    <a:pt x="24209" y="24969"/>
                    <a:pt x="25757" y="24758"/>
                    <a:pt x="27344" y="24727"/>
                  </a:cubicBezTo>
                  <a:cubicBezTo>
                    <a:pt x="27408" y="24725"/>
                    <a:pt x="27472" y="24725"/>
                    <a:pt x="27536" y="24725"/>
                  </a:cubicBezTo>
                  <a:cubicBezTo>
                    <a:pt x="28407" y="24725"/>
                    <a:pt x="29287" y="24832"/>
                    <a:pt x="30136" y="24832"/>
                  </a:cubicBezTo>
                  <a:cubicBezTo>
                    <a:pt x="30433" y="24832"/>
                    <a:pt x="30726" y="24819"/>
                    <a:pt x="31013" y="24784"/>
                  </a:cubicBezTo>
                  <a:cubicBezTo>
                    <a:pt x="31658" y="24704"/>
                    <a:pt x="32294" y="24668"/>
                    <a:pt x="32924" y="24668"/>
                  </a:cubicBezTo>
                  <a:cubicBezTo>
                    <a:pt x="34073" y="24668"/>
                    <a:pt x="35205" y="24789"/>
                    <a:pt x="36340" y="24993"/>
                  </a:cubicBezTo>
                  <a:cubicBezTo>
                    <a:pt x="36830" y="25081"/>
                    <a:pt x="37326" y="25105"/>
                    <a:pt x="37820" y="25105"/>
                  </a:cubicBezTo>
                  <a:cubicBezTo>
                    <a:pt x="38406" y="25105"/>
                    <a:pt x="38990" y="25072"/>
                    <a:pt x="39563" y="25072"/>
                  </a:cubicBezTo>
                  <a:cubicBezTo>
                    <a:pt x="39647" y="25072"/>
                    <a:pt x="39730" y="25072"/>
                    <a:pt x="39814" y="25074"/>
                  </a:cubicBezTo>
                  <a:cubicBezTo>
                    <a:pt x="39847" y="25075"/>
                    <a:pt x="39881" y="25075"/>
                    <a:pt x="39915" y="25075"/>
                  </a:cubicBezTo>
                  <a:cubicBezTo>
                    <a:pt x="41166" y="25075"/>
                    <a:pt x="42475" y="24640"/>
                    <a:pt x="43811" y="24640"/>
                  </a:cubicBezTo>
                  <a:cubicBezTo>
                    <a:pt x="43849" y="24640"/>
                    <a:pt x="43888" y="24641"/>
                    <a:pt x="43926" y="24641"/>
                  </a:cubicBezTo>
                  <a:cubicBezTo>
                    <a:pt x="44667" y="24656"/>
                    <a:pt x="45445" y="24723"/>
                    <a:pt x="46201" y="24723"/>
                  </a:cubicBezTo>
                  <a:cubicBezTo>
                    <a:pt x="46958" y="24723"/>
                    <a:pt x="47693" y="24656"/>
                    <a:pt x="48349" y="24402"/>
                  </a:cubicBezTo>
                  <a:cubicBezTo>
                    <a:pt x="50667" y="23506"/>
                    <a:pt x="51666" y="21335"/>
                    <a:pt x="51970" y="18960"/>
                  </a:cubicBezTo>
                  <a:cubicBezTo>
                    <a:pt x="52304" y="16336"/>
                    <a:pt x="52550" y="13707"/>
                    <a:pt x="52323" y="11038"/>
                  </a:cubicBezTo>
                  <a:cubicBezTo>
                    <a:pt x="52156" y="9045"/>
                    <a:pt x="52291" y="7027"/>
                    <a:pt x="52291" y="5234"/>
                  </a:cubicBezTo>
                  <a:cubicBezTo>
                    <a:pt x="52716" y="3635"/>
                    <a:pt x="51792" y="2645"/>
                    <a:pt x="50961" y="1949"/>
                  </a:cubicBezTo>
                  <a:cubicBezTo>
                    <a:pt x="49630" y="835"/>
                    <a:pt x="47910" y="264"/>
                    <a:pt x="46127" y="233"/>
                  </a:cubicBezTo>
                  <a:cubicBezTo>
                    <a:pt x="44623" y="206"/>
                    <a:pt x="43118" y="201"/>
                    <a:pt x="41613" y="201"/>
                  </a:cubicBezTo>
                  <a:cubicBezTo>
                    <a:pt x="40569" y="201"/>
                    <a:pt x="39525" y="204"/>
                    <a:pt x="38481" y="204"/>
                  </a:cubicBezTo>
                  <a:cubicBezTo>
                    <a:pt x="37859" y="204"/>
                    <a:pt x="37237" y="203"/>
                    <a:pt x="36615" y="200"/>
                  </a:cubicBezTo>
                  <a:cubicBezTo>
                    <a:pt x="32949" y="184"/>
                    <a:pt x="29286" y="1"/>
                    <a:pt x="25618" y="1"/>
                  </a:cubicBezTo>
                  <a:close/>
                </a:path>
              </a:pathLst>
            </a:custGeom>
            <a:solidFill>
              <a:srgbClr val="FED5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500">
                  <a:latin typeface="Lobster"/>
                  <a:ea typeface="Lobster"/>
                  <a:cs typeface="Lobster"/>
                  <a:sym typeface="Lobster"/>
                </a:rPr>
                <a:t>Dicu Emanuel-Adrian</a:t>
              </a:r>
              <a:endParaRPr sz="1500">
                <a:latin typeface="Lobster"/>
                <a:ea typeface="Lobster"/>
                <a:cs typeface="Lobster"/>
                <a:sym typeface="Lobster"/>
              </a:endParaRPr>
            </a:p>
          </p:txBody>
        </p:sp>
      </p:grpSp>
      <p:sp>
        <p:nvSpPr>
          <p:cNvPr id="1317" name="Google Shape;1317;p81"/>
          <p:cNvSpPr txBox="1"/>
          <p:nvPr>
            <p:ph idx="4294967295" type="subTitle"/>
          </p:nvPr>
        </p:nvSpPr>
        <p:spPr>
          <a:xfrm>
            <a:off x="7362725" y="2246325"/>
            <a:ext cx="14010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elaborarea schemei bloc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completarea conținutului memoriei de microprogram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proiectarea cablajului</a:t>
            </a:r>
            <a:endParaRPr sz="900"/>
          </a:p>
          <a:p>
            <a:pPr indent="-1524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ro" sz="900"/>
              <a:t>scrierea documentației de proiect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82"/>
          <p:cNvSpPr txBox="1"/>
          <p:nvPr>
            <p:ph type="ctrTitle"/>
          </p:nvPr>
        </p:nvSpPr>
        <p:spPr>
          <a:xfrm>
            <a:off x="722350" y="529950"/>
            <a:ext cx="5553900" cy="10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4200">
                <a:latin typeface="Lobster"/>
                <a:ea typeface="Lobster"/>
                <a:cs typeface="Lobster"/>
                <a:sym typeface="Lobster"/>
              </a:rPr>
              <a:t>Mulțumim pentru atenție</a:t>
            </a:r>
            <a:r>
              <a:rPr b="1" lang="ro" sz="4200">
                <a:latin typeface="Lobster"/>
                <a:ea typeface="Lobster"/>
                <a:cs typeface="Lobster"/>
                <a:sym typeface="Lobster"/>
              </a:rPr>
              <a:t>!</a:t>
            </a:r>
            <a:endParaRPr b="1" sz="42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23" name="Google Shape;1323;p82"/>
          <p:cNvSpPr/>
          <p:nvPr/>
        </p:nvSpPr>
        <p:spPr>
          <a:xfrm>
            <a:off x="3737471" y="3592044"/>
            <a:ext cx="8933" cy="3970"/>
          </a:xfrm>
          <a:custGeom>
            <a:rect b="b" l="l" r="r" t="t"/>
            <a:pathLst>
              <a:path extrusionOk="0" h="164" w="369">
                <a:moveTo>
                  <a:pt x="1" y="0"/>
                </a:moveTo>
                <a:cubicBezTo>
                  <a:pt x="164" y="0"/>
                  <a:pt x="164" y="0"/>
                  <a:pt x="369" y="164"/>
                </a:cubicBezTo>
                <a:lnTo>
                  <a:pt x="369" y="0"/>
                </a:lnTo>
                <a:close/>
              </a:path>
            </a:pathLst>
          </a:custGeom>
          <a:solidFill>
            <a:srgbClr val="BBD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2"/>
          <p:cNvSpPr/>
          <p:nvPr/>
        </p:nvSpPr>
        <p:spPr>
          <a:xfrm>
            <a:off x="4071957" y="3717705"/>
            <a:ext cx="3970" cy="7941"/>
          </a:xfrm>
          <a:custGeom>
            <a:rect b="b" l="l" r="r" t="t"/>
            <a:pathLst>
              <a:path extrusionOk="0" h="328" w="164">
                <a:moveTo>
                  <a:pt x="164" y="1"/>
                </a:moveTo>
                <a:cubicBezTo>
                  <a:pt x="164" y="164"/>
                  <a:pt x="164" y="328"/>
                  <a:pt x="0" y="328"/>
                </a:cubicBezTo>
                <a:lnTo>
                  <a:pt x="0" y="328"/>
                </a:lnTo>
                <a:cubicBezTo>
                  <a:pt x="164" y="328"/>
                  <a:pt x="164" y="164"/>
                  <a:pt x="164" y="1"/>
                </a:cubicBezTo>
                <a:close/>
              </a:path>
            </a:pathLst>
          </a:custGeom>
          <a:solidFill>
            <a:srgbClr val="609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2"/>
          <p:cNvSpPr/>
          <p:nvPr/>
        </p:nvSpPr>
        <p:spPr>
          <a:xfrm>
            <a:off x="8374101" y="2829563"/>
            <a:ext cx="16688" cy="109793"/>
          </a:xfrm>
          <a:custGeom>
            <a:rect b="b" l="l" r="r" t="t"/>
            <a:pathLst>
              <a:path extrusionOk="0" h="4579" w="696">
                <a:moveTo>
                  <a:pt x="0" y="0"/>
                </a:moveTo>
                <a:lnTo>
                  <a:pt x="0" y="4088"/>
                </a:lnTo>
                <a:lnTo>
                  <a:pt x="695" y="4578"/>
                </a:lnTo>
                <a:lnTo>
                  <a:pt x="695" y="695"/>
                </a:lnTo>
                <a:lnTo>
                  <a:pt x="0" y="0"/>
                </a:lnTo>
                <a:close/>
              </a:path>
            </a:pathLst>
          </a:custGeom>
          <a:solidFill>
            <a:srgbClr val="0652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2"/>
          <p:cNvSpPr/>
          <p:nvPr/>
        </p:nvSpPr>
        <p:spPr>
          <a:xfrm>
            <a:off x="8190811" y="3404875"/>
            <a:ext cx="3956" cy="86271"/>
          </a:xfrm>
          <a:custGeom>
            <a:rect b="b" l="l" r="r" t="t"/>
            <a:pathLst>
              <a:path extrusionOk="0" h="3598" w="165">
                <a:moveTo>
                  <a:pt x="164" y="0"/>
                </a:moveTo>
                <a:lnTo>
                  <a:pt x="1" y="3597"/>
                </a:lnTo>
                <a:lnTo>
                  <a:pt x="1" y="3597"/>
                </a:ln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</a:path>
            </a:pathLst>
          </a:custGeom>
          <a:solidFill>
            <a:srgbClr val="F7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2"/>
          <p:cNvSpPr/>
          <p:nvPr/>
        </p:nvSpPr>
        <p:spPr>
          <a:xfrm>
            <a:off x="8292743" y="2997148"/>
            <a:ext cx="24" cy="24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DCD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82"/>
          <p:cNvSpPr/>
          <p:nvPr/>
        </p:nvSpPr>
        <p:spPr>
          <a:xfrm>
            <a:off x="8153573" y="2993239"/>
            <a:ext cx="143122" cy="109793"/>
          </a:xfrm>
          <a:custGeom>
            <a:rect b="b" l="l" r="r" t="t"/>
            <a:pathLst>
              <a:path extrusionOk="0" h="4579" w="5969">
                <a:moveTo>
                  <a:pt x="4783" y="0"/>
                </a:moveTo>
                <a:cubicBezTo>
                  <a:pt x="3066" y="1186"/>
                  <a:pt x="1554" y="2535"/>
                  <a:pt x="1" y="3720"/>
                </a:cubicBezTo>
                <a:cubicBezTo>
                  <a:pt x="328" y="4088"/>
                  <a:pt x="859" y="4251"/>
                  <a:pt x="1186" y="4578"/>
                </a:cubicBezTo>
                <a:cubicBezTo>
                  <a:pt x="2739" y="3393"/>
                  <a:pt x="4415" y="2044"/>
                  <a:pt x="5968" y="818"/>
                </a:cubicBezTo>
                <a:cubicBezTo>
                  <a:pt x="5968" y="491"/>
                  <a:pt x="5968" y="327"/>
                  <a:pt x="5805" y="164"/>
                </a:cubicBezTo>
                <a:cubicBezTo>
                  <a:pt x="5641" y="0"/>
                  <a:pt x="5437" y="0"/>
                  <a:pt x="5273" y="0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2"/>
          <p:cNvSpPr/>
          <p:nvPr/>
        </p:nvSpPr>
        <p:spPr>
          <a:xfrm>
            <a:off x="7884056" y="3291194"/>
            <a:ext cx="12756" cy="45102"/>
          </a:xfrm>
          <a:custGeom>
            <a:rect b="b" l="l" r="r" t="t"/>
            <a:pathLst>
              <a:path extrusionOk="0" h="1881" w="532">
                <a:moveTo>
                  <a:pt x="327" y="164"/>
                </a:moveTo>
                <a:cubicBezTo>
                  <a:pt x="532" y="491"/>
                  <a:pt x="164" y="1185"/>
                  <a:pt x="0" y="1880"/>
                </a:cubicBezTo>
                <a:lnTo>
                  <a:pt x="0" y="1880"/>
                </a:lnTo>
                <a:cubicBezTo>
                  <a:pt x="164" y="1185"/>
                  <a:pt x="532" y="491"/>
                  <a:pt x="327" y="164"/>
                </a:cubicBezTo>
                <a:close/>
                <a:moveTo>
                  <a:pt x="327" y="0"/>
                </a:moveTo>
                <a:lnTo>
                  <a:pt x="327" y="164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2"/>
          <p:cNvSpPr/>
          <p:nvPr/>
        </p:nvSpPr>
        <p:spPr>
          <a:xfrm>
            <a:off x="7884056" y="3274529"/>
            <a:ext cx="41169" cy="61766"/>
          </a:xfrm>
          <a:custGeom>
            <a:rect b="b" l="l" r="r" t="t"/>
            <a:pathLst>
              <a:path extrusionOk="0" h="2576" w="1717">
                <a:moveTo>
                  <a:pt x="1186" y="0"/>
                </a:moveTo>
                <a:cubicBezTo>
                  <a:pt x="859" y="164"/>
                  <a:pt x="532" y="327"/>
                  <a:pt x="327" y="695"/>
                </a:cubicBezTo>
                <a:lnTo>
                  <a:pt x="327" y="859"/>
                </a:lnTo>
                <a:cubicBezTo>
                  <a:pt x="532" y="1186"/>
                  <a:pt x="164" y="1880"/>
                  <a:pt x="0" y="2575"/>
                </a:cubicBezTo>
                <a:cubicBezTo>
                  <a:pt x="532" y="2044"/>
                  <a:pt x="1022" y="1717"/>
                  <a:pt x="1717" y="1186"/>
                </a:cubicBezTo>
                <a:cubicBezTo>
                  <a:pt x="1349" y="859"/>
                  <a:pt x="1186" y="327"/>
                  <a:pt x="1186" y="0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82"/>
          <p:cNvSpPr/>
          <p:nvPr/>
        </p:nvSpPr>
        <p:spPr>
          <a:xfrm>
            <a:off x="8259413" y="3148091"/>
            <a:ext cx="24529" cy="16688"/>
          </a:xfrm>
          <a:custGeom>
            <a:rect b="b" l="l" r="r" t="t"/>
            <a:pathLst>
              <a:path extrusionOk="0" h="696" w="1023">
                <a:moveTo>
                  <a:pt x="1" y="0"/>
                </a:moveTo>
                <a:lnTo>
                  <a:pt x="1" y="0"/>
                </a:lnTo>
                <a:cubicBezTo>
                  <a:pt x="205" y="327"/>
                  <a:pt x="532" y="491"/>
                  <a:pt x="1023" y="695"/>
                </a:cubicBezTo>
                <a:lnTo>
                  <a:pt x="1023" y="491"/>
                </a:lnTo>
                <a:cubicBezTo>
                  <a:pt x="532" y="491"/>
                  <a:pt x="369" y="32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82"/>
          <p:cNvSpPr/>
          <p:nvPr/>
        </p:nvSpPr>
        <p:spPr>
          <a:xfrm>
            <a:off x="7945800" y="3397035"/>
            <a:ext cx="32370" cy="12756"/>
          </a:xfrm>
          <a:custGeom>
            <a:rect b="b" l="l" r="r" t="t"/>
            <a:pathLst>
              <a:path extrusionOk="0" h="532" w="1350">
                <a:moveTo>
                  <a:pt x="1349" y="0"/>
                </a:moveTo>
                <a:cubicBezTo>
                  <a:pt x="1022" y="0"/>
                  <a:pt x="491" y="164"/>
                  <a:pt x="0" y="532"/>
                </a:cubicBezTo>
                <a:lnTo>
                  <a:pt x="0" y="532"/>
                </a:lnTo>
                <a:cubicBezTo>
                  <a:pt x="491" y="164"/>
                  <a:pt x="1022" y="0"/>
                  <a:pt x="13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82"/>
          <p:cNvSpPr/>
          <p:nvPr/>
        </p:nvSpPr>
        <p:spPr>
          <a:xfrm>
            <a:off x="7978147" y="339703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2"/>
          <p:cNvSpPr/>
          <p:nvPr/>
        </p:nvSpPr>
        <p:spPr>
          <a:xfrm>
            <a:off x="7978147" y="3393102"/>
            <a:ext cx="20597" cy="3956"/>
          </a:xfrm>
          <a:custGeom>
            <a:rect b="b" l="l" r="r" t="t"/>
            <a:pathLst>
              <a:path extrusionOk="0" h="165" w="859">
                <a:moveTo>
                  <a:pt x="858" y="164"/>
                </a:moveTo>
                <a:lnTo>
                  <a:pt x="858" y="164"/>
                </a:lnTo>
                <a:lnTo>
                  <a:pt x="858" y="164"/>
                </a:lnTo>
                <a:lnTo>
                  <a:pt x="858" y="164"/>
                </a:lnTo>
                <a:close/>
                <a:moveTo>
                  <a:pt x="491" y="1"/>
                </a:moveTo>
                <a:cubicBezTo>
                  <a:pt x="327" y="1"/>
                  <a:pt x="164" y="164"/>
                  <a:pt x="0" y="164"/>
                </a:cubicBezTo>
                <a:lnTo>
                  <a:pt x="0" y="164"/>
                </a:lnTo>
                <a:cubicBezTo>
                  <a:pt x="164" y="164"/>
                  <a:pt x="327" y="1"/>
                  <a:pt x="491" y="1"/>
                </a:cubicBezTo>
                <a:cubicBezTo>
                  <a:pt x="491" y="1"/>
                  <a:pt x="695" y="164"/>
                  <a:pt x="858" y="164"/>
                </a:cubicBezTo>
                <a:cubicBezTo>
                  <a:pt x="695" y="164"/>
                  <a:pt x="491" y="1"/>
                  <a:pt x="491" y="1"/>
                </a:cubicBez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2"/>
          <p:cNvSpPr/>
          <p:nvPr/>
        </p:nvSpPr>
        <p:spPr>
          <a:xfrm>
            <a:off x="7945800" y="3372529"/>
            <a:ext cx="68624" cy="37261"/>
          </a:xfrm>
          <a:custGeom>
            <a:rect b="b" l="l" r="r" t="t"/>
            <a:pathLst>
              <a:path extrusionOk="0" h="1554" w="2862">
                <a:moveTo>
                  <a:pt x="1676" y="1"/>
                </a:moveTo>
                <a:cubicBezTo>
                  <a:pt x="1186" y="532"/>
                  <a:pt x="491" y="1022"/>
                  <a:pt x="0" y="1554"/>
                </a:cubicBezTo>
                <a:cubicBezTo>
                  <a:pt x="491" y="1186"/>
                  <a:pt x="1022" y="1022"/>
                  <a:pt x="1349" y="1022"/>
                </a:cubicBezTo>
                <a:cubicBezTo>
                  <a:pt x="1513" y="1022"/>
                  <a:pt x="1676" y="859"/>
                  <a:pt x="1840" y="859"/>
                </a:cubicBezTo>
                <a:cubicBezTo>
                  <a:pt x="1840" y="859"/>
                  <a:pt x="2044" y="1022"/>
                  <a:pt x="2207" y="1022"/>
                </a:cubicBezTo>
                <a:cubicBezTo>
                  <a:pt x="2534" y="859"/>
                  <a:pt x="2698" y="695"/>
                  <a:pt x="2861" y="532"/>
                </a:cubicBezTo>
                <a:cubicBezTo>
                  <a:pt x="2371" y="328"/>
                  <a:pt x="2044" y="164"/>
                  <a:pt x="1676" y="1"/>
                </a:cubicBezTo>
                <a:close/>
              </a:path>
            </a:pathLst>
          </a:custGeom>
          <a:solidFill>
            <a:srgbClr val="B8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82"/>
          <p:cNvSpPr/>
          <p:nvPr/>
        </p:nvSpPr>
        <p:spPr>
          <a:xfrm>
            <a:off x="8072238" y="3523472"/>
            <a:ext cx="7865" cy="3932"/>
          </a:xfrm>
          <a:custGeom>
            <a:rect b="b" l="l" r="r" t="t"/>
            <a:pathLst>
              <a:path extrusionOk="0" h="164" w="328"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0" y="164"/>
                </a:moveTo>
                <a:lnTo>
                  <a:pt x="0" y="164"/>
                </a:lnTo>
                <a:lnTo>
                  <a:pt x="0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164"/>
                </a:moveTo>
                <a:lnTo>
                  <a:pt x="164" y="164"/>
                </a:lnTo>
                <a:lnTo>
                  <a:pt x="164" y="164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164" y="0"/>
                </a:moveTo>
                <a:lnTo>
                  <a:pt x="164" y="0"/>
                </a:lnTo>
                <a:lnTo>
                  <a:pt x="164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lnTo>
                  <a:pt x="327" y="0"/>
                </a:lnTo>
                <a:close/>
                <a:moveTo>
                  <a:pt x="327" y="0"/>
                </a:moveTo>
                <a:lnTo>
                  <a:pt x="327" y="0"/>
                </a:ln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2"/>
          <p:cNvSpPr/>
          <p:nvPr/>
        </p:nvSpPr>
        <p:spPr>
          <a:xfrm>
            <a:off x="8194743" y="340487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3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2"/>
          <p:cNvSpPr/>
          <p:nvPr/>
        </p:nvSpPr>
        <p:spPr>
          <a:xfrm>
            <a:off x="8194743" y="3404875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AE4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9" name="Google Shape;1339;p82"/>
          <p:cNvGrpSpPr/>
          <p:nvPr/>
        </p:nvGrpSpPr>
        <p:grpSpPr>
          <a:xfrm>
            <a:off x="3524120" y="4307399"/>
            <a:ext cx="6289057" cy="539064"/>
            <a:chOff x="3457434" y="4469778"/>
            <a:chExt cx="6350017" cy="544289"/>
          </a:xfrm>
        </p:grpSpPr>
        <p:sp>
          <p:nvSpPr>
            <p:cNvPr id="1340" name="Google Shape;1340;p82"/>
            <p:cNvSpPr/>
            <p:nvPr/>
          </p:nvSpPr>
          <p:spPr>
            <a:xfrm>
              <a:off x="3457434" y="4667694"/>
              <a:ext cx="1467538" cy="346372"/>
            </a:xfrm>
            <a:custGeom>
              <a:rect b="b" l="l" r="r" t="t"/>
              <a:pathLst>
                <a:path extrusionOk="0" h="14307" w="60617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82"/>
            <p:cNvSpPr/>
            <p:nvPr/>
          </p:nvSpPr>
          <p:spPr>
            <a:xfrm>
              <a:off x="3531662" y="4713209"/>
              <a:ext cx="1393310" cy="255319"/>
            </a:xfrm>
            <a:custGeom>
              <a:rect b="b" l="l" r="r" t="t"/>
              <a:pathLst>
                <a:path extrusionOk="0" h="10546" w="57551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82"/>
            <p:cNvSpPr/>
            <p:nvPr/>
          </p:nvSpPr>
          <p:spPr>
            <a:xfrm>
              <a:off x="3531662" y="475080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82"/>
            <p:cNvSpPr/>
            <p:nvPr/>
          </p:nvSpPr>
          <p:spPr>
            <a:xfrm>
              <a:off x="3598337" y="4741898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82"/>
            <p:cNvSpPr/>
            <p:nvPr/>
          </p:nvSpPr>
          <p:spPr>
            <a:xfrm>
              <a:off x="3531662" y="4812156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82"/>
            <p:cNvSpPr/>
            <p:nvPr/>
          </p:nvSpPr>
          <p:spPr>
            <a:xfrm>
              <a:off x="3531662" y="4804239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82"/>
            <p:cNvSpPr/>
            <p:nvPr/>
          </p:nvSpPr>
          <p:spPr>
            <a:xfrm>
              <a:off x="3531662" y="4869557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82"/>
            <p:cNvSpPr/>
            <p:nvPr/>
          </p:nvSpPr>
          <p:spPr>
            <a:xfrm>
              <a:off x="3531662" y="486164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82"/>
            <p:cNvSpPr/>
            <p:nvPr/>
          </p:nvSpPr>
          <p:spPr>
            <a:xfrm>
              <a:off x="3531662" y="4931898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82"/>
            <p:cNvSpPr/>
            <p:nvPr/>
          </p:nvSpPr>
          <p:spPr>
            <a:xfrm>
              <a:off x="3607862" y="4923982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82"/>
            <p:cNvSpPr/>
            <p:nvPr/>
          </p:nvSpPr>
          <p:spPr>
            <a:xfrm>
              <a:off x="3457434" y="4469778"/>
              <a:ext cx="1467538" cy="197941"/>
            </a:xfrm>
            <a:custGeom>
              <a:rect b="b" l="l" r="r" t="t"/>
              <a:pathLst>
                <a:path extrusionOk="0" h="8176" w="60617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82"/>
            <p:cNvSpPr/>
            <p:nvPr/>
          </p:nvSpPr>
          <p:spPr>
            <a:xfrm>
              <a:off x="3531662" y="4494520"/>
              <a:ext cx="1393310" cy="144485"/>
            </a:xfrm>
            <a:custGeom>
              <a:rect b="b" l="l" r="r" t="t"/>
              <a:pathLst>
                <a:path extrusionOk="0" h="5968" w="57551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82"/>
            <p:cNvSpPr/>
            <p:nvPr/>
          </p:nvSpPr>
          <p:spPr>
            <a:xfrm>
              <a:off x="3531662" y="4536065"/>
              <a:ext cx="477978" cy="102941"/>
            </a:xfrm>
            <a:custGeom>
              <a:rect b="b" l="l" r="r" t="t"/>
              <a:pathLst>
                <a:path extrusionOk="0" h="4252" w="19743">
                  <a:moveTo>
                    <a:pt x="859" y="1"/>
                  </a:moveTo>
                  <a:cubicBezTo>
                    <a:pt x="327" y="328"/>
                    <a:pt x="0" y="859"/>
                    <a:pt x="0" y="1350"/>
                  </a:cubicBezTo>
                  <a:cubicBezTo>
                    <a:pt x="0" y="3066"/>
                    <a:pt x="3393" y="4252"/>
                    <a:pt x="7480" y="4252"/>
                  </a:cubicBezTo>
                  <a:lnTo>
                    <a:pt x="19742" y="4252"/>
                  </a:lnTo>
                  <a:cubicBezTo>
                    <a:pt x="12753" y="3761"/>
                    <a:pt x="4946" y="2739"/>
                    <a:pt x="859" y="1"/>
                  </a:cubicBezTo>
                  <a:close/>
                </a:path>
              </a:pathLst>
            </a:custGeom>
            <a:solidFill>
              <a:srgbClr val="D3D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82"/>
            <p:cNvSpPr/>
            <p:nvPr/>
          </p:nvSpPr>
          <p:spPr>
            <a:xfrm>
              <a:off x="3531662" y="4515293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82"/>
            <p:cNvSpPr/>
            <p:nvPr/>
          </p:nvSpPr>
          <p:spPr>
            <a:xfrm>
              <a:off x="3607862" y="4507376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82"/>
            <p:cNvSpPr/>
            <p:nvPr/>
          </p:nvSpPr>
          <p:spPr>
            <a:xfrm>
              <a:off x="3531662" y="4552891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82"/>
            <p:cNvSpPr/>
            <p:nvPr/>
          </p:nvSpPr>
          <p:spPr>
            <a:xfrm>
              <a:off x="3541187" y="4543981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82"/>
            <p:cNvSpPr/>
            <p:nvPr/>
          </p:nvSpPr>
          <p:spPr>
            <a:xfrm>
              <a:off x="3531662" y="4585550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82"/>
            <p:cNvSpPr/>
            <p:nvPr/>
          </p:nvSpPr>
          <p:spPr>
            <a:xfrm>
              <a:off x="3531662" y="4618209"/>
              <a:ext cx="1422023" cy="24"/>
            </a:xfrm>
            <a:custGeom>
              <a:rect b="b" l="l" r="r" t="t"/>
              <a:pathLst>
                <a:path extrusionOk="0" h="1" w="58737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rgbClr val="AFD2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82"/>
            <p:cNvSpPr/>
            <p:nvPr/>
          </p:nvSpPr>
          <p:spPr>
            <a:xfrm>
              <a:off x="3607862" y="4610293"/>
              <a:ext cx="1422023" cy="16850"/>
            </a:xfrm>
            <a:custGeom>
              <a:rect b="b" l="l" r="r" t="t"/>
              <a:pathLst>
                <a:path extrusionOk="0" h="696" w="58737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82"/>
            <p:cNvSpPr/>
            <p:nvPr/>
          </p:nvSpPr>
          <p:spPr>
            <a:xfrm>
              <a:off x="3541187" y="4577633"/>
              <a:ext cx="1422023" cy="15858"/>
            </a:xfrm>
            <a:custGeom>
              <a:rect b="b" l="l" r="r" t="t"/>
              <a:pathLst>
                <a:path extrusionOk="0" h="655" w="58737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82"/>
            <p:cNvSpPr/>
            <p:nvPr/>
          </p:nvSpPr>
          <p:spPr>
            <a:xfrm>
              <a:off x="3494040" y="4494520"/>
              <a:ext cx="6313411" cy="12880"/>
            </a:xfrm>
            <a:custGeom>
              <a:rect b="b" l="l" r="r" t="t"/>
              <a:pathLst>
                <a:path extrusionOk="0" h="532" w="260777">
                  <a:moveTo>
                    <a:pt x="1" y="0"/>
                  </a:moveTo>
                  <a:lnTo>
                    <a:pt x="1" y="532"/>
                  </a:lnTo>
                  <a:cubicBezTo>
                    <a:pt x="369" y="368"/>
                    <a:pt x="696" y="164"/>
                    <a:pt x="1227" y="0"/>
                  </a:cubicBezTo>
                  <a:close/>
                  <a:moveTo>
                    <a:pt x="217491" y="0"/>
                  </a:moveTo>
                  <a:lnTo>
                    <a:pt x="218350" y="532"/>
                  </a:lnTo>
                  <a:lnTo>
                    <a:pt x="224317" y="532"/>
                  </a:lnTo>
                  <a:lnTo>
                    <a:pt x="224154" y="0"/>
                  </a:lnTo>
                  <a:close/>
                  <a:moveTo>
                    <a:pt x="255463" y="0"/>
                  </a:moveTo>
                  <a:lnTo>
                    <a:pt x="255463" y="532"/>
                  </a:lnTo>
                  <a:lnTo>
                    <a:pt x="260777" y="532"/>
                  </a:lnTo>
                  <a:lnTo>
                    <a:pt x="260777" y="0"/>
                  </a:lnTo>
                  <a:close/>
                </a:path>
              </a:pathLst>
            </a:custGeom>
            <a:solidFill>
              <a:srgbClr val="000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2" name="Google Shape;1362;p82"/>
          <p:cNvSpPr/>
          <p:nvPr/>
        </p:nvSpPr>
        <p:spPr>
          <a:xfrm>
            <a:off x="4124124" y="1940852"/>
            <a:ext cx="5113942" cy="3032359"/>
          </a:xfrm>
          <a:custGeom>
            <a:rect b="b" l="l" r="r" t="t"/>
            <a:pathLst>
              <a:path extrusionOk="0" h="134190" w="225135">
                <a:moveTo>
                  <a:pt x="41896" y="1"/>
                </a:moveTo>
                <a:cubicBezTo>
                  <a:pt x="37114" y="1"/>
                  <a:pt x="33190" y="3924"/>
                  <a:pt x="33190" y="8707"/>
                </a:cubicBezTo>
                <a:lnTo>
                  <a:pt x="33190" y="102349"/>
                </a:lnTo>
                <a:lnTo>
                  <a:pt x="1676" y="125197"/>
                </a:lnTo>
                <a:lnTo>
                  <a:pt x="2044" y="125197"/>
                </a:lnTo>
                <a:cubicBezTo>
                  <a:pt x="859" y="126015"/>
                  <a:pt x="0" y="127568"/>
                  <a:pt x="0" y="129081"/>
                </a:cubicBezTo>
                <a:cubicBezTo>
                  <a:pt x="0" y="131819"/>
                  <a:pt x="2371" y="134190"/>
                  <a:pt x="5109" y="134190"/>
                </a:cubicBezTo>
                <a:lnTo>
                  <a:pt x="220188" y="134190"/>
                </a:lnTo>
                <a:cubicBezTo>
                  <a:pt x="222927" y="134190"/>
                  <a:pt x="225134" y="131819"/>
                  <a:pt x="225134" y="129081"/>
                </a:cubicBezTo>
                <a:cubicBezTo>
                  <a:pt x="225134" y="127732"/>
                  <a:pt x="224644" y="126383"/>
                  <a:pt x="223622" y="125524"/>
                </a:cubicBezTo>
                <a:lnTo>
                  <a:pt x="223785" y="125524"/>
                </a:lnTo>
                <a:lnTo>
                  <a:pt x="192762" y="102349"/>
                </a:lnTo>
                <a:lnTo>
                  <a:pt x="192762" y="8707"/>
                </a:lnTo>
                <a:cubicBezTo>
                  <a:pt x="192762" y="3924"/>
                  <a:pt x="188879" y="1"/>
                  <a:pt x="1840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3" name="Google Shape;1363;p82"/>
          <p:cNvGrpSpPr/>
          <p:nvPr/>
        </p:nvGrpSpPr>
        <p:grpSpPr>
          <a:xfrm>
            <a:off x="8710866" y="1686515"/>
            <a:ext cx="1176128" cy="2845470"/>
            <a:chOff x="7907551" y="-114309"/>
            <a:chExt cx="1908059" cy="4616272"/>
          </a:xfrm>
        </p:grpSpPr>
        <p:sp>
          <p:nvSpPr>
            <p:cNvPr id="1364" name="Google Shape;1364;p82"/>
            <p:cNvSpPr/>
            <p:nvPr/>
          </p:nvSpPr>
          <p:spPr>
            <a:xfrm>
              <a:off x="8606186" y="3608365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82"/>
            <p:cNvSpPr/>
            <p:nvPr/>
          </p:nvSpPr>
          <p:spPr>
            <a:xfrm>
              <a:off x="8566430" y="3568608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82"/>
            <p:cNvSpPr/>
            <p:nvPr/>
          </p:nvSpPr>
          <p:spPr>
            <a:xfrm>
              <a:off x="8798589" y="3873900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82"/>
            <p:cNvSpPr/>
            <p:nvPr/>
          </p:nvSpPr>
          <p:spPr>
            <a:xfrm>
              <a:off x="8758832" y="3834144"/>
              <a:ext cx="79551" cy="562883"/>
            </a:xfrm>
            <a:custGeom>
              <a:rect b="b" l="l" r="r" t="t"/>
              <a:pathLst>
                <a:path extrusionOk="0" h="14470" w="2045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82"/>
            <p:cNvSpPr/>
            <p:nvPr/>
          </p:nvSpPr>
          <p:spPr>
            <a:xfrm>
              <a:off x="7907551" y="-114309"/>
              <a:ext cx="1238654" cy="3139619"/>
            </a:xfrm>
            <a:custGeom>
              <a:rect b="b" l="l" r="r" t="t"/>
              <a:pathLst>
                <a:path extrusionOk="0" h="80710" w="31842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82"/>
            <p:cNvSpPr/>
            <p:nvPr/>
          </p:nvSpPr>
          <p:spPr>
            <a:xfrm>
              <a:off x="8119015" y="89647"/>
              <a:ext cx="596298" cy="2776176"/>
            </a:xfrm>
            <a:custGeom>
              <a:rect b="b" l="l" r="r" t="t"/>
              <a:pathLst>
                <a:path extrusionOk="0" h="71367" w="15329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82"/>
            <p:cNvSpPr/>
            <p:nvPr/>
          </p:nvSpPr>
          <p:spPr>
            <a:xfrm>
              <a:off x="8424307" y="938692"/>
              <a:ext cx="111332" cy="318046"/>
            </a:xfrm>
            <a:custGeom>
              <a:rect b="b" l="l" r="r" t="t"/>
              <a:pathLst>
                <a:path extrusionOk="0" h="8176" w="2862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82"/>
            <p:cNvSpPr/>
            <p:nvPr/>
          </p:nvSpPr>
          <p:spPr>
            <a:xfrm>
              <a:off x="8788417" y="298310"/>
              <a:ext cx="1027193" cy="2682583"/>
            </a:xfrm>
            <a:custGeom>
              <a:rect b="b" l="l" r="r" t="t"/>
              <a:pathLst>
                <a:path extrusionOk="0" h="68961" w="26406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82"/>
            <p:cNvSpPr/>
            <p:nvPr/>
          </p:nvSpPr>
          <p:spPr>
            <a:xfrm>
              <a:off x="9179562" y="495109"/>
              <a:ext cx="410278" cy="2370722"/>
            </a:xfrm>
            <a:custGeom>
              <a:rect b="b" l="l" r="r" t="t"/>
              <a:pathLst>
                <a:path extrusionOk="0" h="60944" w="10547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82"/>
            <p:cNvSpPr/>
            <p:nvPr/>
          </p:nvSpPr>
          <p:spPr>
            <a:xfrm>
              <a:off x="9476919" y="1275805"/>
              <a:ext cx="179718" cy="225815"/>
            </a:xfrm>
            <a:custGeom>
              <a:rect b="b" l="l" r="r" t="t"/>
              <a:pathLst>
                <a:path extrusionOk="0" h="5805" w="462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952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82"/>
            <p:cNvSpPr/>
            <p:nvPr/>
          </p:nvSpPr>
          <p:spPr>
            <a:xfrm>
              <a:off x="8106294" y="2865830"/>
              <a:ext cx="1510565" cy="1636134"/>
            </a:xfrm>
            <a:custGeom>
              <a:rect b="b" l="l" r="r" t="t"/>
              <a:pathLst>
                <a:path extrusionOk="0" h="42060" w="38832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82"/>
            <p:cNvSpPr/>
            <p:nvPr/>
          </p:nvSpPr>
          <p:spPr>
            <a:xfrm>
              <a:off x="8522881" y="3144086"/>
              <a:ext cx="39" cy="483371"/>
            </a:xfrm>
            <a:custGeom>
              <a:rect b="b" l="l" r="r" t="t"/>
              <a:pathLst>
                <a:path extrusionOk="0" h="12426" w="1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82"/>
            <p:cNvSpPr/>
            <p:nvPr/>
          </p:nvSpPr>
          <p:spPr>
            <a:xfrm>
              <a:off x="8483163" y="3104329"/>
              <a:ext cx="79512" cy="562883"/>
            </a:xfrm>
            <a:custGeom>
              <a:rect b="b" l="l" r="r" t="t"/>
              <a:pathLst>
                <a:path extrusionOk="0" h="14470" w="2044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82"/>
            <p:cNvSpPr/>
            <p:nvPr/>
          </p:nvSpPr>
          <p:spPr>
            <a:xfrm>
              <a:off x="9139845" y="3031196"/>
              <a:ext cx="79512" cy="564478"/>
            </a:xfrm>
            <a:custGeom>
              <a:rect b="b" l="l" r="r" t="t"/>
              <a:pathLst>
                <a:path extrusionOk="0" h="14511" w="2044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82"/>
            <p:cNvSpPr/>
            <p:nvPr/>
          </p:nvSpPr>
          <p:spPr>
            <a:xfrm>
              <a:off x="8993540" y="3323729"/>
              <a:ext cx="79551" cy="562922"/>
            </a:xfrm>
            <a:custGeom>
              <a:rect b="b" l="l" r="r" t="t"/>
              <a:pathLst>
                <a:path extrusionOk="0" h="14471" w="2045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82"/>
            <p:cNvSpPr/>
            <p:nvPr/>
          </p:nvSpPr>
          <p:spPr>
            <a:xfrm>
              <a:off x="9165286" y="3733975"/>
              <a:ext cx="79512" cy="569263"/>
            </a:xfrm>
            <a:custGeom>
              <a:rect b="b" l="l" r="r" t="t"/>
              <a:pathLst>
                <a:path extrusionOk="0" h="14634" w="2044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0" name="Google Shape;1380;p82"/>
          <p:cNvSpPr/>
          <p:nvPr/>
        </p:nvSpPr>
        <p:spPr>
          <a:xfrm>
            <a:off x="4108715" y="1945809"/>
            <a:ext cx="5145401" cy="3032255"/>
          </a:xfrm>
          <a:custGeom>
            <a:rect b="b" l="l" r="r" t="t"/>
            <a:pathLst>
              <a:path extrusionOk="0" h="134722" w="225626">
                <a:moveTo>
                  <a:pt x="184261" y="491"/>
                </a:moveTo>
                <a:cubicBezTo>
                  <a:pt x="186468" y="491"/>
                  <a:pt x="188675" y="1513"/>
                  <a:pt x="190228" y="3066"/>
                </a:cubicBezTo>
                <a:cubicBezTo>
                  <a:pt x="191577" y="4578"/>
                  <a:pt x="192599" y="6622"/>
                  <a:pt x="192599" y="9034"/>
                </a:cubicBezTo>
                <a:lnTo>
                  <a:pt x="192599" y="102839"/>
                </a:lnTo>
                <a:lnTo>
                  <a:pt x="223381" y="125714"/>
                </a:lnTo>
                <a:lnTo>
                  <a:pt x="223581" y="126015"/>
                </a:lnTo>
                <a:cubicBezTo>
                  <a:pt x="224440" y="126873"/>
                  <a:pt x="225135" y="128059"/>
                  <a:pt x="225135" y="129408"/>
                </a:cubicBezTo>
                <a:cubicBezTo>
                  <a:pt x="225135" y="130797"/>
                  <a:pt x="224603" y="131983"/>
                  <a:pt x="223581" y="132841"/>
                </a:cubicBezTo>
                <a:cubicBezTo>
                  <a:pt x="222764" y="133699"/>
                  <a:pt x="221538" y="134190"/>
                  <a:pt x="220352" y="134190"/>
                </a:cubicBezTo>
                <a:lnTo>
                  <a:pt x="5273" y="134190"/>
                </a:lnTo>
                <a:cubicBezTo>
                  <a:pt x="3884" y="134190"/>
                  <a:pt x="2698" y="133699"/>
                  <a:pt x="1840" y="132841"/>
                </a:cubicBezTo>
                <a:cubicBezTo>
                  <a:pt x="1023" y="131983"/>
                  <a:pt x="491" y="130797"/>
                  <a:pt x="491" y="129408"/>
                </a:cubicBezTo>
                <a:cubicBezTo>
                  <a:pt x="491" y="127895"/>
                  <a:pt x="1186" y="126546"/>
                  <a:pt x="2371" y="125688"/>
                </a:cubicBezTo>
                <a:lnTo>
                  <a:pt x="2862" y="125157"/>
                </a:lnTo>
                <a:lnTo>
                  <a:pt x="2698" y="125157"/>
                </a:lnTo>
                <a:lnTo>
                  <a:pt x="33722" y="102839"/>
                </a:lnTo>
                <a:lnTo>
                  <a:pt x="33722" y="9034"/>
                </a:lnTo>
                <a:cubicBezTo>
                  <a:pt x="33722" y="6622"/>
                  <a:pt x="34539" y="4578"/>
                  <a:pt x="36092" y="3066"/>
                </a:cubicBezTo>
                <a:cubicBezTo>
                  <a:pt x="37605" y="1513"/>
                  <a:pt x="39853" y="491"/>
                  <a:pt x="42060" y="491"/>
                </a:cubicBezTo>
                <a:close/>
                <a:moveTo>
                  <a:pt x="42060" y="1"/>
                </a:moveTo>
                <a:cubicBezTo>
                  <a:pt x="37114" y="1"/>
                  <a:pt x="33190" y="4088"/>
                  <a:pt x="33190" y="9034"/>
                </a:cubicBezTo>
                <a:lnTo>
                  <a:pt x="33190" y="102676"/>
                </a:lnTo>
                <a:lnTo>
                  <a:pt x="1023" y="125688"/>
                </a:lnTo>
                <a:lnTo>
                  <a:pt x="1589" y="125688"/>
                </a:lnTo>
                <a:cubicBezTo>
                  <a:pt x="620" y="126584"/>
                  <a:pt x="1" y="127949"/>
                  <a:pt x="1" y="129408"/>
                </a:cubicBezTo>
                <a:cubicBezTo>
                  <a:pt x="1" y="132310"/>
                  <a:pt x="2371" y="134721"/>
                  <a:pt x="5273" y="134721"/>
                </a:cubicBezTo>
                <a:lnTo>
                  <a:pt x="220352" y="134721"/>
                </a:lnTo>
                <a:cubicBezTo>
                  <a:pt x="223254" y="134721"/>
                  <a:pt x="225625" y="132310"/>
                  <a:pt x="225625" y="129408"/>
                </a:cubicBezTo>
                <a:cubicBezTo>
                  <a:pt x="225625" y="128054"/>
                  <a:pt x="225101" y="126962"/>
                  <a:pt x="224258" y="126015"/>
                </a:cubicBezTo>
                <a:lnTo>
                  <a:pt x="224603" y="126015"/>
                </a:lnTo>
                <a:lnTo>
                  <a:pt x="223949" y="125530"/>
                </a:lnTo>
                <a:lnTo>
                  <a:pt x="223949" y="125530"/>
                </a:lnTo>
                <a:lnTo>
                  <a:pt x="223949" y="125524"/>
                </a:lnTo>
                <a:lnTo>
                  <a:pt x="223942" y="125524"/>
                </a:lnTo>
                <a:lnTo>
                  <a:pt x="193130" y="102676"/>
                </a:lnTo>
                <a:lnTo>
                  <a:pt x="193130" y="9034"/>
                </a:lnTo>
                <a:cubicBezTo>
                  <a:pt x="193130" y="4088"/>
                  <a:pt x="189043" y="1"/>
                  <a:pt x="184261" y="1"/>
                </a:cubicBezTo>
                <a:close/>
              </a:path>
            </a:pathLst>
          </a:custGeom>
          <a:solidFill>
            <a:srgbClr val="006FE6"/>
          </a:solidFill>
          <a:ln cap="flat" cmpd="sng" w="19050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2"/>
          <p:cNvSpPr/>
          <p:nvPr/>
        </p:nvSpPr>
        <p:spPr>
          <a:xfrm>
            <a:off x="4195225" y="4784947"/>
            <a:ext cx="5013370" cy="10623"/>
          </a:xfrm>
          <a:custGeom>
            <a:rect b="b" l="l" r="r" t="t"/>
            <a:pathLst>
              <a:path extrusionOk="0" h="696" w="219044">
                <a:moveTo>
                  <a:pt x="0" y="1"/>
                </a:moveTo>
                <a:lnTo>
                  <a:pt x="0" y="695"/>
                </a:lnTo>
                <a:lnTo>
                  <a:pt x="219044" y="695"/>
                </a:lnTo>
                <a:lnTo>
                  <a:pt x="219044" y="1"/>
                </a:lnTo>
                <a:close/>
              </a:path>
            </a:pathLst>
          </a:custGeom>
          <a:solidFill>
            <a:srgbClr val="00004D"/>
          </a:solidFill>
          <a:ln cap="flat" cmpd="sng" w="9525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2"/>
          <p:cNvSpPr/>
          <p:nvPr/>
        </p:nvSpPr>
        <p:spPr>
          <a:xfrm>
            <a:off x="4496502" y="4310732"/>
            <a:ext cx="4422237" cy="367551"/>
          </a:xfrm>
          <a:custGeom>
            <a:rect b="b" l="l" r="r" t="t"/>
            <a:pathLst>
              <a:path extrusionOk="0" h="15329" w="192313">
                <a:moveTo>
                  <a:pt x="20806" y="164"/>
                </a:moveTo>
                <a:lnTo>
                  <a:pt x="44043" y="327"/>
                </a:lnTo>
                <a:lnTo>
                  <a:pt x="43777" y="327"/>
                </a:lnTo>
                <a:lnTo>
                  <a:pt x="42428" y="1840"/>
                </a:lnTo>
                <a:lnTo>
                  <a:pt x="30329" y="1676"/>
                </a:lnTo>
                <a:lnTo>
                  <a:pt x="32046" y="327"/>
                </a:lnTo>
                <a:lnTo>
                  <a:pt x="31188" y="327"/>
                </a:lnTo>
                <a:lnTo>
                  <a:pt x="29471" y="1676"/>
                </a:lnTo>
                <a:lnTo>
                  <a:pt x="18925" y="1676"/>
                </a:lnTo>
                <a:lnTo>
                  <a:pt x="20806" y="164"/>
                </a:lnTo>
                <a:close/>
                <a:moveTo>
                  <a:pt x="44632" y="332"/>
                </a:moveTo>
                <a:lnTo>
                  <a:pt x="67279" y="491"/>
                </a:lnTo>
                <a:lnTo>
                  <a:pt x="66625" y="2044"/>
                </a:lnTo>
                <a:lnTo>
                  <a:pt x="55876" y="2044"/>
                </a:lnTo>
                <a:lnTo>
                  <a:pt x="56897" y="491"/>
                </a:lnTo>
                <a:lnTo>
                  <a:pt x="56039" y="491"/>
                </a:lnTo>
                <a:lnTo>
                  <a:pt x="55017" y="1840"/>
                </a:lnTo>
                <a:lnTo>
                  <a:pt x="43286" y="1840"/>
                </a:lnTo>
                <a:lnTo>
                  <a:pt x="44632" y="332"/>
                </a:lnTo>
                <a:close/>
                <a:moveTo>
                  <a:pt x="68138" y="491"/>
                </a:moveTo>
                <a:lnTo>
                  <a:pt x="80073" y="654"/>
                </a:lnTo>
                <a:lnTo>
                  <a:pt x="79542" y="2208"/>
                </a:lnTo>
                <a:lnTo>
                  <a:pt x="67443" y="2044"/>
                </a:lnTo>
                <a:lnTo>
                  <a:pt x="68138" y="491"/>
                </a:lnTo>
                <a:close/>
                <a:moveTo>
                  <a:pt x="80727" y="654"/>
                </a:moveTo>
                <a:lnTo>
                  <a:pt x="92335" y="818"/>
                </a:lnTo>
                <a:lnTo>
                  <a:pt x="92335" y="2208"/>
                </a:lnTo>
                <a:lnTo>
                  <a:pt x="80400" y="2208"/>
                </a:lnTo>
                <a:lnTo>
                  <a:pt x="80727" y="654"/>
                </a:lnTo>
                <a:close/>
                <a:moveTo>
                  <a:pt x="104597" y="818"/>
                </a:moveTo>
                <a:lnTo>
                  <a:pt x="104761" y="2371"/>
                </a:lnTo>
                <a:lnTo>
                  <a:pt x="93194" y="2208"/>
                </a:lnTo>
                <a:lnTo>
                  <a:pt x="93194" y="818"/>
                </a:lnTo>
                <a:close/>
                <a:moveTo>
                  <a:pt x="105456" y="818"/>
                </a:moveTo>
                <a:lnTo>
                  <a:pt x="116492" y="1022"/>
                </a:lnTo>
                <a:lnTo>
                  <a:pt x="116860" y="2371"/>
                </a:lnTo>
                <a:lnTo>
                  <a:pt x="105619" y="2371"/>
                </a:lnTo>
                <a:lnTo>
                  <a:pt x="105456" y="818"/>
                </a:lnTo>
                <a:close/>
                <a:moveTo>
                  <a:pt x="128100" y="1022"/>
                </a:moveTo>
                <a:lnTo>
                  <a:pt x="128754" y="2535"/>
                </a:lnTo>
                <a:lnTo>
                  <a:pt x="117718" y="2371"/>
                </a:lnTo>
                <a:lnTo>
                  <a:pt x="117187" y="1022"/>
                </a:lnTo>
                <a:close/>
                <a:moveTo>
                  <a:pt x="128958" y="1022"/>
                </a:moveTo>
                <a:lnTo>
                  <a:pt x="139504" y="1186"/>
                </a:lnTo>
                <a:lnTo>
                  <a:pt x="140526" y="2535"/>
                </a:lnTo>
                <a:lnTo>
                  <a:pt x="129612" y="2535"/>
                </a:lnTo>
                <a:lnTo>
                  <a:pt x="128958" y="1022"/>
                </a:lnTo>
                <a:close/>
                <a:moveTo>
                  <a:pt x="150744" y="1186"/>
                </a:moveTo>
                <a:lnTo>
                  <a:pt x="151929" y="2698"/>
                </a:lnTo>
                <a:lnTo>
                  <a:pt x="141220" y="2535"/>
                </a:lnTo>
                <a:lnTo>
                  <a:pt x="140362" y="1186"/>
                </a:lnTo>
                <a:close/>
                <a:moveTo>
                  <a:pt x="151439" y="1186"/>
                </a:moveTo>
                <a:lnTo>
                  <a:pt x="162843" y="1349"/>
                </a:lnTo>
                <a:lnTo>
                  <a:pt x="164355" y="2698"/>
                </a:lnTo>
                <a:lnTo>
                  <a:pt x="152624" y="2698"/>
                </a:lnTo>
                <a:lnTo>
                  <a:pt x="151439" y="1186"/>
                </a:lnTo>
                <a:close/>
                <a:moveTo>
                  <a:pt x="163701" y="1349"/>
                </a:moveTo>
                <a:lnTo>
                  <a:pt x="174574" y="1513"/>
                </a:lnTo>
                <a:lnTo>
                  <a:pt x="176290" y="2862"/>
                </a:lnTo>
                <a:lnTo>
                  <a:pt x="165050" y="2698"/>
                </a:lnTo>
                <a:lnTo>
                  <a:pt x="163701" y="1349"/>
                </a:lnTo>
                <a:close/>
                <a:moveTo>
                  <a:pt x="18598" y="1840"/>
                </a:moveTo>
                <a:lnTo>
                  <a:pt x="29307" y="2044"/>
                </a:lnTo>
                <a:lnTo>
                  <a:pt x="27427" y="3556"/>
                </a:lnTo>
                <a:lnTo>
                  <a:pt x="16350" y="3556"/>
                </a:lnTo>
                <a:lnTo>
                  <a:pt x="18598" y="1840"/>
                </a:lnTo>
                <a:close/>
                <a:moveTo>
                  <a:pt x="42265" y="2044"/>
                </a:moveTo>
                <a:lnTo>
                  <a:pt x="40711" y="3720"/>
                </a:lnTo>
                <a:lnTo>
                  <a:pt x="28286" y="3556"/>
                </a:lnTo>
                <a:lnTo>
                  <a:pt x="30166" y="2044"/>
                </a:lnTo>
                <a:close/>
                <a:moveTo>
                  <a:pt x="43123" y="2044"/>
                </a:moveTo>
                <a:lnTo>
                  <a:pt x="54854" y="2208"/>
                </a:lnTo>
                <a:lnTo>
                  <a:pt x="53832" y="3720"/>
                </a:lnTo>
                <a:lnTo>
                  <a:pt x="41733" y="3720"/>
                </a:lnTo>
                <a:lnTo>
                  <a:pt x="43123" y="2044"/>
                </a:lnTo>
                <a:close/>
                <a:moveTo>
                  <a:pt x="66421" y="2208"/>
                </a:moveTo>
                <a:lnTo>
                  <a:pt x="65604" y="3883"/>
                </a:lnTo>
                <a:lnTo>
                  <a:pt x="54690" y="3720"/>
                </a:lnTo>
                <a:lnTo>
                  <a:pt x="55876" y="2208"/>
                </a:lnTo>
                <a:close/>
                <a:moveTo>
                  <a:pt x="67279" y="2208"/>
                </a:moveTo>
                <a:lnTo>
                  <a:pt x="79542" y="2371"/>
                </a:lnTo>
                <a:lnTo>
                  <a:pt x="79051" y="3883"/>
                </a:lnTo>
                <a:lnTo>
                  <a:pt x="66625" y="3883"/>
                </a:lnTo>
                <a:lnTo>
                  <a:pt x="67279" y="2208"/>
                </a:lnTo>
                <a:close/>
                <a:moveTo>
                  <a:pt x="92335" y="2371"/>
                </a:moveTo>
                <a:lnTo>
                  <a:pt x="92172" y="4088"/>
                </a:lnTo>
                <a:lnTo>
                  <a:pt x="79909" y="3883"/>
                </a:lnTo>
                <a:lnTo>
                  <a:pt x="80400" y="2371"/>
                </a:lnTo>
                <a:close/>
                <a:moveTo>
                  <a:pt x="93194" y="2371"/>
                </a:moveTo>
                <a:lnTo>
                  <a:pt x="104761" y="2535"/>
                </a:lnTo>
                <a:lnTo>
                  <a:pt x="104924" y="4088"/>
                </a:lnTo>
                <a:lnTo>
                  <a:pt x="92989" y="4088"/>
                </a:lnTo>
                <a:lnTo>
                  <a:pt x="93194" y="2371"/>
                </a:lnTo>
                <a:close/>
                <a:moveTo>
                  <a:pt x="117023" y="2535"/>
                </a:moveTo>
                <a:lnTo>
                  <a:pt x="117514" y="4088"/>
                </a:lnTo>
                <a:lnTo>
                  <a:pt x="105783" y="4088"/>
                </a:lnTo>
                <a:lnTo>
                  <a:pt x="105619" y="2535"/>
                </a:lnTo>
                <a:close/>
                <a:moveTo>
                  <a:pt x="117718" y="2535"/>
                </a:moveTo>
                <a:lnTo>
                  <a:pt x="128958" y="2698"/>
                </a:lnTo>
                <a:lnTo>
                  <a:pt x="129776" y="4251"/>
                </a:lnTo>
                <a:lnTo>
                  <a:pt x="118372" y="4088"/>
                </a:lnTo>
                <a:lnTo>
                  <a:pt x="117718" y="2535"/>
                </a:lnTo>
                <a:close/>
                <a:moveTo>
                  <a:pt x="140689" y="2698"/>
                </a:moveTo>
                <a:lnTo>
                  <a:pt x="141711" y="4251"/>
                </a:lnTo>
                <a:lnTo>
                  <a:pt x="130471" y="4251"/>
                </a:lnTo>
                <a:lnTo>
                  <a:pt x="129776" y="2698"/>
                </a:lnTo>
                <a:close/>
                <a:moveTo>
                  <a:pt x="141384" y="2698"/>
                </a:moveTo>
                <a:lnTo>
                  <a:pt x="152093" y="2862"/>
                </a:lnTo>
                <a:lnTo>
                  <a:pt x="153483" y="4415"/>
                </a:lnTo>
                <a:lnTo>
                  <a:pt x="153483" y="4415"/>
                </a:lnTo>
                <a:lnTo>
                  <a:pt x="142569" y="4251"/>
                </a:lnTo>
                <a:lnTo>
                  <a:pt x="141384" y="2698"/>
                </a:lnTo>
                <a:close/>
                <a:moveTo>
                  <a:pt x="164519" y="2862"/>
                </a:moveTo>
                <a:lnTo>
                  <a:pt x="166235" y="4415"/>
                </a:lnTo>
                <a:lnTo>
                  <a:pt x="154137" y="4415"/>
                </a:lnTo>
                <a:lnTo>
                  <a:pt x="152788" y="2862"/>
                </a:lnTo>
                <a:close/>
                <a:moveTo>
                  <a:pt x="165377" y="2862"/>
                </a:moveTo>
                <a:lnTo>
                  <a:pt x="176617" y="3066"/>
                </a:lnTo>
                <a:lnTo>
                  <a:pt x="178498" y="4415"/>
                </a:lnTo>
                <a:lnTo>
                  <a:pt x="166930" y="4415"/>
                </a:lnTo>
                <a:lnTo>
                  <a:pt x="165377" y="2862"/>
                </a:lnTo>
                <a:close/>
                <a:moveTo>
                  <a:pt x="16187" y="3720"/>
                </a:moveTo>
                <a:lnTo>
                  <a:pt x="27100" y="3883"/>
                </a:lnTo>
                <a:lnTo>
                  <a:pt x="25220" y="5600"/>
                </a:lnTo>
                <a:lnTo>
                  <a:pt x="13816" y="5600"/>
                </a:lnTo>
                <a:lnTo>
                  <a:pt x="16187" y="3720"/>
                </a:lnTo>
                <a:close/>
                <a:moveTo>
                  <a:pt x="40548" y="3883"/>
                </a:moveTo>
                <a:lnTo>
                  <a:pt x="39035" y="5600"/>
                </a:lnTo>
                <a:lnTo>
                  <a:pt x="26242" y="5600"/>
                </a:lnTo>
                <a:lnTo>
                  <a:pt x="28122" y="3883"/>
                </a:lnTo>
                <a:close/>
                <a:moveTo>
                  <a:pt x="53668" y="3883"/>
                </a:moveTo>
                <a:lnTo>
                  <a:pt x="52483" y="5764"/>
                </a:lnTo>
                <a:lnTo>
                  <a:pt x="40057" y="5600"/>
                </a:lnTo>
                <a:lnTo>
                  <a:pt x="41570" y="3883"/>
                </a:lnTo>
                <a:close/>
                <a:moveTo>
                  <a:pt x="54527" y="3883"/>
                </a:moveTo>
                <a:lnTo>
                  <a:pt x="65604" y="4088"/>
                </a:lnTo>
                <a:lnTo>
                  <a:pt x="64745" y="5764"/>
                </a:lnTo>
                <a:lnTo>
                  <a:pt x="53341" y="5764"/>
                </a:lnTo>
                <a:lnTo>
                  <a:pt x="54527" y="3883"/>
                </a:lnTo>
                <a:close/>
                <a:moveTo>
                  <a:pt x="79051" y="4088"/>
                </a:moveTo>
                <a:lnTo>
                  <a:pt x="78520" y="5764"/>
                </a:lnTo>
                <a:lnTo>
                  <a:pt x="65604" y="5764"/>
                </a:lnTo>
                <a:lnTo>
                  <a:pt x="66421" y="4088"/>
                </a:lnTo>
                <a:close/>
                <a:moveTo>
                  <a:pt x="79909" y="4088"/>
                </a:moveTo>
                <a:lnTo>
                  <a:pt x="92172" y="4251"/>
                </a:lnTo>
                <a:lnTo>
                  <a:pt x="91967" y="5927"/>
                </a:lnTo>
                <a:lnTo>
                  <a:pt x="79378" y="5764"/>
                </a:lnTo>
                <a:lnTo>
                  <a:pt x="79909" y="4088"/>
                </a:lnTo>
                <a:close/>
                <a:moveTo>
                  <a:pt x="104924" y="4251"/>
                </a:moveTo>
                <a:lnTo>
                  <a:pt x="105088" y="5927"/>
                </a:lnTo>
                <a:lnTo>
                  <a:pt x="92826" y="5927"/>
                </a:lnTo>
                <a:lnTo>
                  <a:pt x="92989" y="4251"/>
                </a:lnTo>
                <a:close/>
                <a:moveTo>
                  <a:pt x="105783" y="4251"/>
                </a:moveTo>
                <a:lnTo>
                  <a:pt x="117514" y="4415"/>
                </a:lnTo>
                <a:lnTo>
                  <a:pt x="118045" y="5927"/>
                </a:lnTo>
                <a:lnTo>
                  <a:pt x="106110" y="5927"/>
                </a:lnTo>
                <a:lnTo>
                  <a:pt x="105783" y="4251"/>
                </a:lnTo>
                <a:close/>
                <a:moveTo>
                  <a:pt x="129776" y="4415"/>
                </a:moveTo>
                <a:lnTo>
                  <a:pt x="130634" y="5927"/>
                </a:lnTo>
                <a:lnTo>
                  <a:pt x="118903" y="5927"/>
                </a:lnTo>
                <a:lnTo>
                  <a:pt x="118372" y="4415"/>
                </a:lnTo>
                <a:close/>
                <a:moveTo>
                  <a:pt x="141874" y="4415"/>
                </a:moveTo>
                <a:lnTo>
                  <a:pt x="142896" y="6131"/>
                </a:lnTo>
                <a:lnTo>
                  <a:pt x="131492" y="6131"/>
                </a:lnTo>
                <a:lnTo>
                  <a:pt x="130634" y="4415"/>
                </a:lnTo>
                <a:close/>
                <a:moveTo>
                  <a:pt x="142569" y="4415"/>
                </a:moveTo>
                <a:lnTo>
                  <a:pt x="153646" y="4578"/>
                </a:lnTo>
                <a:lnTo>
                  <a:pt x="154995" y="6131"/>
                </a:lnTo>
                <a:lnTo>
                  <a:pt x="143755" y="6131"/>
                </a:lnTo>
                <a:lnTo>
                  <a:pt x="142569" y="4415"/>
                </a:lnTo>
                <a:close/>
                <a:moveTo>
                  <a:pt x="166399" y="4578"/>
                </a:moveTo>
                <a:lnTo>
                  <a:pt x="168116" y="6131"/>
                </a:lnTo>
                <a:lnTo>
                  <a:pt x="155853" y="6131"/>
                </a:lnTo>
                <a:lnTo>
                  <a:pt x="154300" y="4578"/>
                </a:lnTo>
                <a:close/>
                <a:moveTo>
                  <a:pt x="167094" y="4578"/>
                </a:moveTo>
                <a:lnTo>
                  <a:pt x="178661" y="4742"/>
                </a:lnTo>
                <a:lnTo>
                  <a:pt x="180705" y="6295"/>
                </a:lnTo>
                <a:lnTo>
                  <a:pt x="168974" y="6131"/>
                </a:lnTo>
                <a:lnTo>
                  <a:pt x="167094" y="4578"/>
                </a:lnTo>
                <a:close/>
                <a:moveTo>
                  <a:pt x="24893" y="5764"/>
                </a:moveTo>
                <a:lnTo>
                  <a:pt x="22849" y="7644"/>
                </a:lnTo>
                <a:lnTo>
                  <a:pt x="11078" y="7644"/>
                </a:lnTo>
                <a:lnTo>
                  <a:pt x="13653" y="5764"/>
                </a:lnTo>
                <a:close/>
                <a:moveTo>
                  <a:pt x="25915" y="5764"/>
                </a:moveTo>
                <a:lnTo>
                  <a:pt x="38831" y="5927"/>
                </a:lnTo>
                <a:lnTo>
                  <a:pt x="37155" y="7807"/>
                </a:lnTo>
                <a:lnTo>
                  <a:pt x="23871" y="7644"/>
                </a:lnTo>
                <a:lnTo>
                  <a:pt x="25915" y="5764"/>
                </a:lnTo>
                <a:close/>
                <a:moveTo>
                  <a:pt x="52320" y="5927"/>
                </a:moveTo>
                <a:lnTo>
                  <a:pt x="51093" y="7807"/>
                </a:lnTo>
                <a:lnTo>
                  <a:pt x="38177" y="7807"/>
                </a:lnTo>
                <a:lnTo>
                  <a:pt x="39689" y="5927"/>
                </a:lnTo>
                <a:close/>
                <a:moveTo>
                  <a:pt x="64582" y="5927"/>
                </a:moveTo>
                <a:lnTo>
                  <a:pt x="63723" y="7807"/>
                </a:lnTo>
                <a:lnTo>
                  <a:pt x="51952" y="7807"/>
                </a:lnTo>
                <a:lnTo>
                  <a:pt x="53341" y="5927"/>
                </a:lnTo>
                <a:close/>
                <a:moveTo>
                  <a:pt x="65604" y="5927"/>
                </a:moveTo>
                <a:lnTo>
                  <a:pt x="78356" y="6131"/>
                </a:lnTo>
                <a:lnTo>
                  <a:pt x="77866" y="7807"/>
                </a:lnTo>
                <a:lnTo>
                  <a:pt x="64582" y="7807"/>
                </a:lnTo>
                <a:lnTo>
                  <a:pt x="65604" y="5927"/>
                </a:lnTo>
                <a:close/>
                <a:moveTo>
                  <a:pt x="91967" y="6131"/>
                </a:moveTo>
                <a:lnTo>
                  <a:pt x="91804" y="7807"/>
                </a:lnTo>
                <a:lnTo>
                  <a:pt x="78888" y="7807"/>
                </a:lnTo>
                <a:lnTo>
                  <a:pt x="79378" y="6131"/>
                </a:lnTo>
                <a:close/>
                <a:moveTo>
                  <a:pt x="105251" y="6131"/>
                </a:moveTo>
                <a:lnTo>
                  <a:pt x="105456" y="7971"/>
                </a:lnTo>
                <a:lnTo>
                  <a:pt x="105456" y="7971"/>
                </a:lnTo>
                <a:lnTo>
                  <a:pt x="92826" y="7807"/>
                </a:lnTo>
                <a:lnTo>
                  <a:pt x="92826" y="6131"/>
                </a:lnTo>
                <a:close/>
                <a:moveTo>
                  <a:pt x="118208" y="6131"/>
                </a:moveTo>
                <a:lnTo>
                  <a:pt x="118740" y="7971"/>
                </a:lnTo>
                <a:lnTo>
                  <a:pt x="106273" y="7971"/>
                </a:lnTo>
                <a:lnTo>
                  <a:pt x="106110" y="6131"/>
                </a:lnTo>
                <a:close/>
                <a:moveTo>
                  <a:pt x="119067" y="6131"/>
                </a:moveTo>
                <a:lnTo>
                  <a:pt x="130798" y="6295"/>
                </a:lnTo>
                <a:lnTo>
                  <a:pt x="131656" y="7971"/>
                </a:lnTo>
                <a:lnTo>
                  <a:pt x="119557" y="7971"/>
                </a:lnTo>
                <a:lnTo>
                  <a:pt x="119067" y="6131"/>
                </a:lnTo>
                <a:close/>
                <a:moveTo>
                  <a:pt x="143060" y="6295"/>
                </a:moveTo>
                <a:lnTo>
                  <a:pt x="144286" y="7971"/>
                </a:lnTo>
                <a:lnTo>
                  <a:pt x="132514" y="7971"/>
                </a:lnTo>
                <a:lnTo>
                  <a:pt x="131656" y="6295"/>
                </a:lnTo>
                <a:close/>
                <a:moveTo>
                  <a:pt x="155158" y="6295"/>
                </a:moveTo>
                <a:lnTo>
                  <a:pt x="156712" y="7971"/>
                </a:lnTo>
                <a:lnTo>
                  <a:pt x="145103" y="7971"/>
                </a:lnTo>
                <a:lnTo>
                  <a:pt x="143918" y="6295"/>
                </a:lnTo>
                <a:close/>
                <a:moveTo>
                  <a:pt x="156017" y="6295"/>
                </a:moveTo>
                <a:lnTo>
                  <a:pt x="168279" y="6458"/>
                </a:lnTo>
                <a:lnTo>
                  <a:pt x="170159" y="7971"/>
                </a:lnTo>
                <a:lnTo>
                  <a:pt x="157570" y="7971"/>
                </a:lnTo>
                <a:lnTo>
                  <a:pt x="156017" y="6295"/>
                </a:lnTo>
                <a:close/>
                <a:moveTo>
                  <a:pt x="180868" y="6458"/>
                </a:moveTo>
                <a:lnTo>
                  <a:pt x="183116" y="8175"/>
                </a:lnTo>
                <a:lnTo>
                  <a:pt x="171018" y="7971"/>
                </a:lnTo>
                <a:lnTo>
                  <a:pt x="169137" y="6458"/>
                </a:lnTo>
                <a:close/>
                <a:moveTo>
                  <a:pt x="22686" y="7971"/>
                </a:moveTo>
                <a:lnTo>
                  <a:pt x="20274" y="10014"/>
                </a:lnTo>
                <a:lnTo>
                  <a:pt x="8176" y="10014"/>
                </a:lnTo>
                <a:lnTo>
                  <a:pt x="10751" y="7971"/>
                </a:lnTo>
                <a:close/>
                <a:moveTo>
                  <a:pt x="36992" y="7971"/>
                </a:moveTo>
                <a:lnTo>
                  <a:pt x="35112" y="10014"/>
                </a:lnTo>
                <a:lnTo>
                  <a:pt x="21460" y="10014"/>
                </a:lnTo>
                <a:lnTo>
                  <a:pt x="23708" y="7971"/>
                </a:lnTo>
                <a:close/>
                <a:moveTo>
                  <a:pt x="50930" y="7971"/>
                </a:moveTo>
                <a:lnTo>
                  <a:pt x="49581" y="10014"/>
                </a:lnTo>
                <a:lnTo>
                  <a:pt x="36133" y="10014"/>
                </a:lnTo>
                <a:lnTo>
                  <a:pt x="37809" y="7971"/>
                </a:lnTo>
                <a:close/>
                <a:moveTo>
                  <a:pt x="63560" y="7971"/>
                </a:moveTo>
                <a:lnTo>
                  <a:pt x="62538" y="10014"/>
                </a:lnTo>
                <a:lnTo>
                  <a:pt x="50603" y="10014"/>
                </a:lnTo>
                <a:lnTo>
                  <a:pt x="51788" y="7971"/>
                </a:lnTo>
                <a:close/>
                <a:moveTo>
                  <a:pt x="64582" y="7971"/>
                </a:moveTo>
                <a:lnTo>
                  <a:pt x="77866" y="8175"/>
                </a:lnTo>
                <a:lnTo>
                  <a:pt x="77334" y="10014"/>
                </a:lnTo>
                <a:lnTo>
                  <a:pt x="63560" y="10014"/>
                </a:lnTo>
                <a:lnTo>
                  <a:pt x="64582" y="7971"/>
                </a:lnTo>
                <a:close/>
                <a:moveTo>
                  <a:pt x="91804" y="8175"/>
                </a:moveTo>
                <a:lnTo>
                  <a:pt x="91640" y="10014"/>
                </a:lnTo>
                <a:lnTo>
                  <a:pt x="78356" y="10014"/>
                </a:lnTo>
                <a:lnTo>
                  <a:pt x="78888" y="8175"/>
                </a:lnTo>
                <a:close/>
                <a:moveTo>
                  <a:pt x="105456" y="8175"/>
                </a:moveTo>
                <a:lnTo>
                  <a:pt x="105619" y="10014"/>
                </a:lnTo>
                <a:lnTo>
                  <a:pt x="92662" y="10014"/>
                </a:lnTo>
                <a:lnTo>
                  <a:pt x="92662" y="8175"/>
                </a:lnTo>
                <a:close/>
                <a:moveTo>
                  <a:pt x="118740" y="8175"/>
                </a:moveTo>
                <a:lnTo>
                  <a:pt x="119394" y="10014"/>
                </a:lnTo>
                <a:lnTo>
                  <a:pt x="106641" y="10014"/>
                </a:lnTo>
                <a:lnTo>
                  <a:pt x="106273" y="8175"/>
                </a:lnTo>
                <a:close/>
                <a:moveTo>
                  <a:pt x="131819" y="8175"/>
                </a:moveTo>
                <a:lnTo>
                  <a:pt x="132678" y="10014"/>
                </a:lnTo>
                <a:lnTo>
                  <a:pt x="120252" y="10014"/>
                </a:lnTo>
                <a:lnTo>
                  <a:pt x="119557" y="8175"/>
                </a:lnTo>
                <a:close/>
                <a:moveTo>
                  <a:pt x="144449" y="8175"/>
                </a:moveTo>
                <a:lnTo>
                  <a:pt x="145798" y="10014"/>
                </a:lnTo>
                <a:lnTo>
                  <a:pt x="133536" y="10014"/>
                </a:lnTo>
                <a:lnTo>
                  <a:pt x="132678" y="8175"/>
                </a:lnTo>
                <a:close/>
                <a:moveTo>
                  <a:pt x="156875" y="8175"/>
                </a:moveTo>
                <a:lnTo>
                  <a:pt x="158388" y="10014"/>
                </a:lnTo>
                <a:lnTo>
                  <a:pt x="146657" y="10014"/>
                </a:lnTo>
                <a:lnTo>
                  <a:pt x="145308" y="8175"/>
                </a:lnTo>
                <a:close/>
                <a:moveTo>
                  <a:pt x="157734" y="8175"/>
                </a:moveTo>
                <a:lnTo>
                  <a:pt x="170323" y="8339"/>
                </a:lnTo>
                <a:lnTo>
                  <a:pt x="172366" y="10014"/>
                </a:lnTo>
                <a:lnTo>
                  <a:pt x="159246" y="10014"/>
                </a:lnTo>
                <a:lnTo>
                  <a:pt x="157734" y="8175"/>
                </a:lnTo>
                <a:close/>
                <a:moveTo>
                  <a:pt x="183280" y="8339"/>
                </a:moveTo>
                <a:lnTo>
                  <a:pt x="185487" y="10014"/>
                </a:lnTo>
                <a:lnTo>
                  <a:pt x="173061" y="10014"/>
                </a:lnTo>
                <a:lnTo>
                  <a:pt x="171181" y="8339"/>
                </a:lnTo>
                <a:close/>
                <a:moveTo>
                  <a:pt x="172530" y="10219"/>
                </a:moveTo>
                <a:lnTo>
                  <a:pt x="174574" y="12058"/>
                </a:lnTo>
                <a:lnTo>
                  <a:pt x="161126" y="12058"/>
                </a:lnTo>
                <a:lnTo>
                  <a:pt x="159409" y="10219"/>
                </a:lnTo>
                <a:close/>
                <a:moveTo>
                  <a:pt x="185814" y="10219"/>
                </a:moveTo>
                <a:lnTo>
                  <a:pt x="188226" y="12058"/>
                </a:lnTo>
                <a:lnTo>
                  <a:pt x="175432" y="12058"/>
                </a:lnTo>
                <a:lnTo>
                  <a:pt x="173388" y="10219"/>
                </a:lnTo>
                <a:close/>
                <a:moveTo>
                  <a:pt x="77171" y="10219"/>
                </a:moveTo>
                <a:lnTo>
                  <a:pt x="76640" y="12263"/>
                </a:lnTo>
                <a:lnTo>
                  <a:pt x="62538" y="12263"/>
                </a:lnTo>
                <a:lnTo>
                  <a:pt x="63355" y="10219"/>
                </a:lnTo>
                <a:close/>
                <a:moveTo>
                  <a:pt x="91640" y="10219"/>
                </a:moveTo>
                <a:lnTo>
                  <a:pt x="91477" y="12263"/>
                </a:lnTo>
                <a:lnTo>
                  <a:pt x="77661" y="12263"/>
                </a:lnTo>
                <a:lnTo>
                  <a:pt x="78193" y="10219"/>
                </a:lnTo>
                <a:close/>
                <a:moveTo>
                  <a:pt x="105783" y="10219"/>
                </a:moveTo>
                <a:lnTo>
                  <a:pt x="105946" y="12263"/>
                </a:lnTo>
                <a:lnTo>
                  <a:pt x="92499" y="12263"/>
                </a:lnTo>
                <a:lnTo>
                  <a:pt x="92662" y="10219"/>
                </a:lnTo>
                <a:close/>
                <a:moveTo>
                  <a:pt x="119394" y="10219"/>
                </a:moveTo>
                <a:lnTo>
                  <a:pt x="120089" y="12263"/>
                </a:lnTo>
                <a:lnTo>
                  <a:pt x="106968" y="12263"/>
                </a:lnTo>
                <a:lnTo>
                  <a:pt x="106641" y="10219"/>
                </a:lnTo>
                <a:close/>
                <a:moveTo>
                  <a:pt x="132841" y="10219"/>
                </a:moveTo>
                <a:lnTo>
                  <a:pt x="133863" y="12263"/>
                </a:lnTo>
                <a:lnTo>
                  <a:pt x="120947" y="12263"/>
                </a:lnTo>
                <a:lnTo>
                  <a:pt x="120252" y="10219"/>
                </a:lnTo>
                <a:close/>
                <a:moveTo>
                  <a:pt x="145962" y="10219"/>
                </a:moveTo>
                <a:lnTo>
                  <a:pt x="147147" y="12263"/>
                </a:lnTo>
                <a:lnTo>
                  <a:pt x="134721" y="12263"/>
                </a:lnTo>
                <a:lnTo>
                  <a:pt x="133700" y="10219"/>
                </a:lnTo>
                <a:close/>
                <a:moveTo>
                  <a:pt x="158755" y="10219"/>
                </a:moveTo>
                <a:lnTo>
                  <a:pt x="160268" y="12058"/>
                </a:lnTo>
                <a:lnTo>
                  <a:pt x="148169" y="12263"/>
                </a:lnTo>
                <a:lnTo>
                  <a:pt x="146820" y="10219"/>
                </a:lnTo>
                <a:close/>
                <a:moveTo>
                  <a:pt x="20111" y="10219"/>
                </a:moveTo>
                <a:lnTo>
                  <a:pt x="17740" y="12426"/>
                </a:lnTo>
                <a:lnTo>
                  <a:pt x="5110" y="12426"/>
                </a:lnTo>
                <a:lnTo>
                  <a:pt x="7849" y="10219"/>
                </a:lnTo>
                <a:close/>
                <a:moveTo>
                  <a:pt x="34948" y="10219"/>
                </a:moveTo>
                <a:lnTo>
                  <a:pt x="33068" y="12426"/>
                </a:lnTo>
                <a:lnTo>
                  <a:pt x="18762" y="12426"/>
                </a:lnTo>
                <a:lnTo>
                  <a:pt x="21133" y="10219"/>
                </a:lnTo>
                <a:close/>
                <a:moveTo>
                  <a:pt x="49417" y="10219"/>
                </a:moveTo>
                <a:lnTo>
                  <a:pt x="47864" y="12426"/>
                </a:lnTo>
                <a:lnTo>
                  <a:pt x="34090" y="12426"/>
                </a:lnTo>
                <a:lnTo>
                  <a:pt x="35970" y="10219"/>
                </a:lnTo>
                <a:close/>
                <a:moveTo>
                  <a:pt x="62538" y="10219"/>
                </a:moveTo>
                <a:lnTo>
                  <a:pt x="61516" y="12263"/>
                </a:lnTo>
                <a:lnTo>
                  <a:pt x="48886" y="12426"/>
                </a:lnTo>
                <a:lnTo>
                  <a:pt x="50439" y="10219"/>
                </a:lnTo>
                <a:close/>
                <a:moveTo>
                  <a:pt x="174737" y="12426"/>
                </a:moveTo>
                <a:lnTo>
                  <a:pt x="177149" y="14470"/>
                </a:lnTo>
                <a:lnTo>
                  <a:pt x="163333" y="14470"/>
                </a:lnTo>
                <a:lnTo>
                  <a:pt x="161453" y="12426"/>
                </a:lnTo>
                <a:close/>
                <a:moveTo>
                  <a:pt x="188553" y="12426"/>
                </a:moveTo>
                <a:lnTo>
                  <a:pt x="191087" y="14470"/>
                </a:lnTo>
                <a:lnTo>
                  <a:pt x="178007" y="14470"/>
                </a:lnTo>
                <a:lnTo>
                  <a:pt x="175595" y="12426"/>
                </a:lnTo>
                <a:close/>
                <a:moveTo>
                  <a:pt x="32700" y="12590"/>
                </a:moveTo>
                <a:lnTo>
                  <a:pt x="30656" y="14960"/>
                </a:lnTo>
                <a:lnTo>
                  <a:pt x="15860" y="14960"/>
                </a:lnTo>
                <a:lnTo>
                  <a:pt x="18394" y="12590"/>
                </a:lnTo>
                <a:close/>
                <a:moveTo>
                  <a:pt x="47701" y="12590"/>
                </a:moveTo>
                <a:lnTo>
                  <a:pt x="46188" y="14960"/>
                </a:lnTo>
                <a:lnTo>
                  <a:pt x="31678" y="14960"/>
                </a:lnTo>
                <a:lnTo>
                  <a:pt x="33722" y="12590"/>
                </a:lnTo>
                <a:close/>
                <a:moveTo>
                  <a:pt x="160636" y="12426"/>
                </a:moveTo>
                <a:lnTo>
                  <a:pt x="162311" y="14470"/>
                </a:lnTo>
                <a:lnTo>
                  <a:pt x="47210" y="14960"/>
                </a:lnTo>
                <a:lnTo>
                  <a:pt x="48723" y="12590"/>
                </a:lnTo>
                <a:lnTo>
                  <a:pt x="106968" y="12590"/>
                </a:lnTo>
                <a:lnTo>
                  <a:pt x="106968" y="12426"/>
                </a:lnTo>
                <a:lnTo>
                  <a:pt x="120089" y="12426"/>
                </a:lnTo>
                <a:lnTo>
                  <a:pt x="120089" y="12590"/>
                </a:lnTo>
                <a:lnTo>
                  <a:pt x="121110" y="12590"/>
                </a:lnTo>
                <a:lnTo>
                  <a:pt x="121110" y="12426"/>
                </a:lnTo>
                <a:lnTo>
                  <a:pt x="133863" y="12426"/>
                </a:lnTo>
                <a:lnTo>
                  <a:pt x="134067" y="12590"/>
                </a:lnTo>
                <a:lnTo>
                  <a:pt x="134885" y="12590"/>
                </a:lnTo>
                <a:lnTo>
                  <a:pt x="134885" y="12426"/>
                </a:lnTo>
                <a:lnTo>
                  <a:pt x="147352" y="12426"/>
                </a:lnTo>
                <a:lnTo>
                  <a:pt x="147515" y="12590"/>
                </a:lnTo>
                <a:lnTo>
                  <a:pt x="148373" y="12590"/>
                </a:lnTo>
                <a:lnTo>
                  <a:pt x="148373" y="12426"/>
                </a:lnTo>
                <a:close/>
                <a:moveTo>
                  <a:pt x="17372" y="12590"/>
                </a:moveTo>
                <a:lnTo>
                  <a:pt x="14675" y="14960"/>
                </a:lnTo>
                <a:lnTo>
                  <a:pt x="1554" y="15124"/>
                </a:lnTo>
                <a:lnTo>
                  <a:pt x="4783" y="12753"/>
                </a:lnTo>
                <a:lnTo>
                  <a:pt x="17372" y="12590"/>
                </a:lnTo>
                <a:close/>
                <a:moveTo>
                  <a:pt x="20111" y="0"/>
                </a:moveTo>
                <a:lnTo>
                  <a:pt x="1" y="15328"/>
                </a:lnTo>
                <a:lnTo>
                  <a:pt x="31515" y="15328"/>
                </a:lnTo>
                <a:lnTo>
                  <a:pt x="45984" y="15124"/>
                </a:lnTo>
                <a:lnTo>
                  <a:pt x="45821" y="15328"/>
                </a:lnTo>
                <a:lnTo>
                  <a:pt x="47006" y="15328"/>
                </a:lnTo>
                <a:lnTo>
                  <a:pt x="47006" y="15124"/>
                </a:lnTo>
                <a:lnTo>
                  <a:pt x="192313" y="14633"/>
                </a:lnTo>
                <a:lnTo>
                  <a:pt x="175105" y="1349"/>
                </a:lnTo>
                <a:lnTo>
                  <a:pt x="163333" y="1186"/>
                </a:lnTo>
                <a:lnTo>
                  <a:pt x="162679" y="1186"/>
                </a:lnTo>
                <a:lnTo>
                  <a:pt x="151235" y="1022"/>
                </a:lnTo>
                <a:lnTo>
                  <a:pt x="139340" y="1022"/>
                </a:lnTo>
                <a:lnTo>
                  <a:pt x="128754" y="818"/>
                </a:lnTo>
                <a:lnTo>
                  <a:pt x="116328" y="818"/>
                </a:lnTo>
                <a:lnTo>
                  <a:pt x="105251" y="654"/>
                </a:lnTo>
                <a:lnTo>
                  <a:pt x="104597" y="654"/>
                </a:lnTo>
                <a:lnTo>
                  <a:pt x="93194" y="491"/>
                </a:lnTo>
                <a:lnTo>
                  <a:pt x="80073" y="491"/>
                </a:lnTo>
                <a:lnTo>
                  <a:pt x="68301" y="327"/>
                </a:lnTo>
                <a:lnTo>
                  <a:pt x="67443" y="327"/>
                </a:lnTo>
                <a:lnTo>
                  <a:pt x="20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82"/>
          <p:cNvSpPr/>
          <p:nvPr/>
        </p:nvSpPr>
        <p:spPr>
          <a:xfrm>
            <a:off x="4375927" y="4850506"/>
            <a:ext cx="49034" cy="53925"/>
          </a:xfrm>
          <a:custGeom>
            <a:rect b="b" l="l" r="r" t="t"/>
            <a:pathLst>
              <a:path extrusionOk="0" h="2249" w="2045">
                <a:moveTo>
                  <a:pt x="1023" y="1"/>
                </a:moveTo>
                <a:cubicBezTo>
                  <a:pt x="328" y="1"/>
                  <a:pt x="1" y="532"/>
                  <a:pt x="1" y="1022"/>
                </a:cubicBezTo>
                <a:cubicBezTo>
                  <a:pt x="1" y="1717"/>
                  <a:pt x="328" y="2249"/>
                  <a:pt x="1023" y="2249"/>
                </a:cubicBezTo>
                <a:cubicBezTo>
                  <a:pt x="1513" y="2249"/>
                  <a:pt x="2044" y="1717"/>
                  <a:pt x="2044" y="1022"/>
                </a:cubicBezTo>
                <a:cubicBezTo>
                  <a:pt x="2044" y="532"/>
                  <a:pt x="1513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82"/>
          <p:cNvSpPr/>
          <p:nvPr/>
        </p:nvSpPr>
        <p:spPr>
          <a:xfrm>
            <a:off x="4483610" y="4850506"/>
            <a:ext cx="49034" cy="53925"/>
          </a:xfrm>
          <a:custGeom>
            <a:rect b="b" l="l" r="r" t="t"/>
            <a:pathLst>
              <a:path extrusionOk="0" h="2249" w="2045">
                <a:moveTo>
                  <a:pt x="1023" y="1"/>
                </a:moveTo>
                <a:cubicBezTo>
                  <a:pt x="491" y="1"/>
                  <a:pt x="1" y="532"/>
                  <a:pt x="1" y="1022"/>
                </a:cubicBezTo>
                <a:cubicBezTo>
                  <a:pt x="1" y="1717"/>
                  <a:pt x="491" y="2249"/>
                  <a:pt x="1023" y="2249"/>
                </a:cubicBezTo>
                <a:cubicBezTo>
                  <a:pt x="1718" y="2249"/>
                  <a:pt x="2045" y="1717"/>
                  <a:pt x="2045" y="1022"/>
                </a:cubicBezTo>
                <a:cubicBezTo>
                  <a:pt x="2045" y="532"/>
                  <a:pt x="1718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82"/>
          <p:cNvSpPr/>
          <p:nvPr/>
        </p:nvSpPr>
        <p:spPr>
          <a:xfrm>
            <a:off x="4610161" y="4850506"/>
            <a:ext cx="52966" cy="53925"/>
          </a:xfrm>
          <a:custGeom>
            <a:rect b="b" l="l" r="r" t="t"/>
            <a:pathLst>
              <a:path extrusionOk="0" h="2249" w="2209">
                <a:moveTo>
                  <a:pt x="1023" y="1"/>
                </a:moveTo>
                <a:cubicBezTo>
                  <a:pt x="532" y="1"/>
                  <a:pt x="1" y="532"/>
                  <a:pt x="1" y="1022"/>
                </a:cubicBezTo>
                <a:cubicBezTo>
                  <a:pt x="1" y="1717"/>
                  <a:pt x="532" y="2249"/>
                  <a:pt x="1023" y="2249"/>
                </a:cubicBezTo>
                <a:cubicBezTo>
                  <a:pt x="1718" y="2249"/>
                  <a:pt x="2208" y="1717"/>
                  <a:pt x="2208" y="1022"/>
                </a:cubicBezTo>
                <a:cubicBezTo>
                  <a:pt x="2208" y="532"/>
                  <a:pt x="1718" y="1"/>
                  <a:pt x="1023" y="1"/>
                </a:cubicBezTo>
                <a:close/>
              </a:path>
            </a:pathLst>
          </a:custGeom>
          <a:solidFill>
            <a:srgbClr val="AFD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6" name="Google Shape;1386;p82"/>
          <p:cNvGrpSpPr/>
          <p:nvPr/>
        </p:nvGrpSpPr>
        <p:grpSpPr>
          <a:xfrm>
            <a:off x="5022638" y="2137564"/>
            <a:ext cx="3344957" cy="2009200"/>
            <a:chOff x="4894275" y="1974100"/>
            <a:chExt cx="3377379" cy="2028675"/>
          </a:xfrm>
        </p:grpSpPr>
        <p:sp>
          <p:nvSpPr>
            <p:cNvPr id="1387" name="Google Shape;1387;p82"/>
            <p:cNvSpPr/>
            <p:nvPr/>
          </p:nvSpPr>
          <p:spPr>
            <a:xfrm>
              <a:off x="4894275" y="1974100"/>
              <a:ext cx="3377276" cy="2028675"/>
            </a:xfrm>
            <a:custGeom>
              <a:rect b="b" l="l" r="r" t="t"/>
              <a:pathLst>
                <a:path extrusionOk="0" h="87717" w="145635">
                  <a:moveTo>
                    <a:pt x="8543" y="1"/>
                  </a:moveTo>
                  <a:cubicBezTo>
                    <a:pt x="3761" y="1"/>
                    <a:pt x="0" y="3924"/>
                    <a:pt x="0" y="8666"/>
                  </a:cubicBezTo>
                  <a:lnTo>
                    <a:pt x="0" y="79010"/>
                  </a:lnTo>
                  <a:cubicBezTo>
                    <a:pt x="0" y="83792"/>
                    <a:pt x="3761" y="87716"/>
                    <a:pt x="8543" y="87716"/>
                  </a:cubicBezTo>
                  <a:lnTo>
                    <a:pt x="137133" y="87716"/>
                  </a:lnTo>
                  <a:cubicBezTo>
                    <a:pt x="141874" y="87716"/>
                    <a:pt x="145634" y="83792"/>
                    <a:pt x="145634" y="79010"/>
                  </a:cubicBezTo>
                  <a:lnTo>
                    <a:pt x="145634" y="8666"/>
                  </a:lnTo>
                  <a:cubicBezTo>
                    <a:pt x="145634" y="3924"/>
                    <a:pt x="141874" y="1"/>
                    <a:pt x="1371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82"/>
            <p:cNvSpPr/>
            <p:nvPr/>
          </p:nvSpPr>
          <p:spPr>
            <a:xfrm>
              <a:off x="5010071" y="2039400"/>
              <a:ext cx="3141877" cy="1887989"/>
            </a:xfrm>
            <a:custGeom>
              <a:rect b="b" l="l" r="r" t="t"/>
              <a:pathLst>
                <a:path extrusionOk="0" h="77171" w="129776">
                  <a:moveTo>
                    <a:pt x="121232" y="696"/>
                  </a:moveTo>
                  <a:cubicBezTo>
                    <a:pt x="123480" y="696"/>
                    <a:pt x="125320" y="1554"/>
                    <a:pt x="126873" y="3066"/>
                  </a:cubicBezTo>
                  <a:cubicBezTo>
                    <a:pt x="128222" y="4456"/>
                    <a:pt x="129080" y="6500"/>
                    <a:pt x="129080" y="8543"/>
                  </a:cubicBezTo>
                  <a:lnTo>
                    <a:pt x="129080" y="68465"/>
                  </a:lnTo>
                  <a:cubicBezTo>
                    <a:pt x="129080" y="70672"/>
                    <a:pt x="128222" y="72716"/>
                    <a:pt x="126873" y="74105"/>
                  </a:cubicBezTo>
                  <a:cubicBezTo>
                    <a:pt x="125320" y="75454"/>
                    <a:pt x="123480" y="76476"/>
                    <a:pt x="121232" y="76476"/>
                  </a:cubicBezTo>
                  <a:lnTo>
                    <a:pt x="8665" y="76476"/>
                  </a:lnTo>
                  <a:cubicBezTo>
                    <a:pt x="6458" y="76476"/>
                    <a:pt x="4415" y="75454"/>
                    <a:pt x="3066" y="74105"/>
                  </a:cubicBezTo>
                  <a:cubicBezTo>
                    <a:pt x="1676" y="72716"/>
                    <a:pt x="654" y="70672"/>
                    <a:pt x="654" y="68465"/>
                  </a:cubicBezTo>
                  <a:lnTo>
                    <a:pt x="654" y="8543"/>
                  </a:lnTo>
                  <a:cubicBezTo>
                    <a:pt x="654" y="6500"/>
                    <a:pt x="1676" y="4456"/>
                    <a:pt x="3066" y="3066"/>
                  </a:cubicBezTo>
                  <a:cubicBezTo>
                    <a:pt x="4415" y="1554"/>
                    <a:pt x="6458" y="696"/>
                    <a:pt x="8665" y="696"/>
                  </a:cubicBezTo>
                  <a:close/>
                  <a:moveTo>
                    <a:pt x="8665" y="1"/>
                  </a:moveTo>
                  <a:cubicBezTo>
                    <a:pt x="3924" y="1"/>
                    <a:pt x="0" y="3925"/>
                    <a:pt x="0" y="8543"/>
                  </a:cubicBezTo>
                  <a:lnTo>
                    <a:pt x="0" y="68465"/>
                  </a:lnTo>
                  <a:cubicBezTo>
                    <a:pt x="0" y="73247"/>
                    <a:pt x="3924" y="77171"/>
                    <a:pt x="8665" y="77171"/>
                  </a:cubicBezTo>
                  <a:lnTo>
                    <a:pt x="121232" y="77171"/>
                  </a:lnTo>
                  <a:cubicBezTo>
                    <a:pt x="126015" y="77171"/>
                    <a:pt x="129775" y="73247"/>
                    <a:pt x="129775" y="68465"/>
                  </a:cubicBezTo>
                  <a:lnTo>
                    <a:pt x="129775" y="8543"/>
                  </a:lnTo>
                  <a:cubicBezTo>
                    <a:pt x="129775" y="3925"/>
                    <a:pt x="126015" y="1"/>
                    <a:pt x="121232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82"/>
            <p:cNvSpPr/>
            <p:nvPr/>
          </p:nvSpPr>
          <p:spPr>
            <a:xfrm>
              <a:off x="4894275" y="2927384"/>
              <a:ext cx="593774" cy="650011"/>
            </a:xfrm>
            <a:custGeom>
              <a:rect b="b" l="l" r="r" t="t"/>
              <a:pathLst>
                <a:path extrusionOk="0" h="26569" w="24526">
                  <a:moveTo>
                    <a:pt x="1" y="1"/>
                  </a:moveTo>
                  <a:lnTo>
                    <a:pt x="1" y="4252"/>
                  </a:lnTo>
                  <a:lnTo>
                    <a:pt x="4783" y="9034"/>
                  </a:lnTo>
                  <a:lnTo>
                    <a:pt x="4783" y="4947"/>
                  </a:lnTo>
                  <a:lnTo>
                    <a:pt x="1" y="1"/>
                  </a:lnTo>
                  <a:close/>
                  <a:moveTo>
                    <a:pt x="5437" y="5601"/>
                  </a:moveTo>
                  <a:lnTo>
                    <a:pt x="5437" y="9688"/>
                  </a:lnTo>
                  <a:lnTo>
                    <a:pt x="21787" y="26038"/>
                  </a:lnTo>
                  <a:cubicBezTo>
                    <a:pt x="22155" y="26405"/>
                    <a:pt x="22482" y="26569"/>
                    <a:pt x="22809" y="26569"/>
                  </a:cubicBezTo>
                  <a:cubicBezTo>
                    <a:pt x="23340" y="26569"/>
                    <a:pt x="23667" y="26405"/>
                    <a:pt x="24035" y="26038"/>
                  </a:cubicBezTo>
                  <a:cubicBezTo>
                    <a:pt x="24525" y="25547"/>
                    <a:pt x="24525" y="24525"/>
                    <a:pt x="24035" y="23994"/>
                  </a:cubicBezTo>
                  <a:lnTo>
                    <a:pt x="5437" y="560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82"/>
            <p:cNvSpPr/>
            <p:nvPr/>
          </p:nvSpPr>
          <p:spPr>
            <a:xfrm>
              <a:off x="4894275" y="2748398"/>
              <a:ext cx="412684" cy="466009"/>
            </a:xfrm>
            <a:custGeom>
              <a:rect b="b" l="l" r="r" t="t"/>
              <a:pathLst>
                <a:path extrusionOk="0" h="19048" w="17046">
                  <a:moveTo>
                    <a:pt x="1" y="0"/>
                  </a:moveTo>
                  <a:lnTo>
                    <a:pt x="1" y="4088"/>
                  </a:lnTo>
                  <a:lnTo>
                    <a:pt x="4783" y="8993"/>
                  </a:lnTo>
                  <a:lnTo>
                    <a:pt x="4783" y="4742"/>
                  </a:lnTo>
                  <a:lnTo>
                    <a:pt x="1" y="0"/>
                  </a:lnTo>
                  <a:close/>
                  <a:moveTo>
                    <a:pt x="5437" y="5437"/>
                  </a:moveTo>
                  <a:lnTo>
                    <a:pt x="5437" y="9688"/>
                  </a:lnTo>
                  <a:lnTo>
                    <a:pt x="14470" y="18557"/>
                  </a:lnTo>
                  <a:cubicBezTo>
                    <a:pt x="14634" y="18884"/>
                    <a:pt x="15165" y="19048"/>
                    <a:pt x="15492" y="19048"/>
                  </a:cubicBezTo>
                  <a:cubicBezTo>
                    <a:pt x="15860" y="19048"/>
                    <a:pt x="16187" y="18884"/>
                    <a:pt x="16514" y="18557"/>
                  </a:cubicBezTo>
                  <a:cubicBezTo>
                    <a:pt x="17045" y="18026"/>
                    <a:pt x="17045" y="17004"/>
                    <a:pt x="16514" y="16514"/>
                  </a:cubicBezTo>
                  <a:lnTo>
                    <a:pt x="5437" y="5437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82"/>
            <p:cNvSpPr/>
            <p:nvPr/>
          </p:nvSpPr>
          <p:spPr>
            <a:xfrm>
              <a:off x="7166298" y="1974105"/>
              <a:ext cx="481948" cy="382978"/>
            </a:xfrm>
            <a:custGeom>
              <a:rect b="b" l="l" r="r" t="t"/>
              <a:pathLst>
                <a:path extrusionOk="0" h="15819" w="19907">
                  <a:moveTo>
                    <a:pt x="1" y="0"/>
                  </a:moveTo>
                  <a:lnTo>
                    <a:pt x="3066" y="2698"/>
                  </a:lnTo>
                  <a:lnTo>
                    <a:pt x="7481" y="2698"/>
                  </a:lnTo>
                  <a:lnTo>
                    <a:pt x="4415" y="0"/>
                  </a:lnTo>
                  <a:close/>
                  <a:moveTo>
                    <a:pt x="3924" y="3393"/>
                  </a:moveTo>
                  <a:lnTo>
                    <a:pt x="17209" y="15491"/>
                  </a:lnTo>
                  <a:cubicBezTo>
                    <a:pt x="17536" y="15655"/>
                    <a:pt x="17863" y="15818"/>
                    <a:pt x="18230" y="15818"/>
                  </a:cubicBezTo>
                  <a:cubicBezTo>
                    <a:pt x="18557" y="15818"/>
                    <a:pt x="19089" y="15655"/>
                    <a:pt x="19252" y="15328"/>
                  </a:cubicBezTo>
                  <a:cubicBezTo>
                    <a:pt x="19906" y="14633"/>
                    <a:pt x="19743" y="13775"/>
                    <a:pt x="19252" y="13284"/>
                  </a:cubicBezTo>
                  <a:lnTo>
                    <a:pt x="8339" y="3393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82"/>
            <p:cNvSpPr/>
            <p:nvPr/>
          </p:nvSpPr>
          <p:spPr>
            <a:xfrm>
              <a:off x="5554307" y="3643378"/>
              <a:ext cx="436434" cy="350021"/>
            </a:xfrm>
            <a:custGeom>
              <a:rect b="b" l="l" r="r" t="t"/>
              <a:pathLst>
                <a:path extrusionOk="0" h="14307" w="18027">
                  <a:moveTo>
                    <a:pt x="1677" y="1"/>
                  </a:moveTo>
                  <a:cubicBezTo>
                    <a:pt x="1186" y="1"/>
                    <a:pt x="859" y="205"/>
                    <a:pt x="491" y="532"/>
                  </a:cubicBezTo>
                  <a:cubicBezTo>
                    <a:pt x="1" y="1227"/>
                    <a:pt x="1" y="2044"/>
                    <a:pt x="655" y="2576"/>
                  </a:cubicBezTo>
                  <a:lnTo>
                    <a:pt x="9688" y="10914"/>
                  </a:lnTo>
                  <a:lnTo>
                    <a:pt x="14143" y="10914"/>
                  </a:lnTo>
                  <a:lnTo>
                    <a:pt x="2535" y="368"/>
                  </a:lnTo>
                  <a:cubicBezTo>
                    <a:pt x="2372" y="205"/>
                    <a:pt x="2045" y="1"/>
                    <a:pt x="1677" y="1"/>
                  </a:cubicBezTo>
                  <a:close/>
                  <a:moveTo>
                    <a:pt x="10546" y="11609"/>
                  </a:moveTo>
                  <a:lnTo>
                    <a:pt x="13612" y="14307"/>
                  </a:lnTo>
                  <a:lnTo>
                    <a:pt x="18026" y="14307"/>
                  </a:lnTo>
                  <a:lnTo>
                    <a:pt x="14961" y="11609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82"/>
            <p:cNvSpPr/>
            <p:nvPr/>
          </p:nvSpPr>
          <p:spPr>
            <a:xfrm>
              <a:off x="5805654" y="3698376"/>
              <a:ext cx="375086" cy="295023"/>
            </a:xfrm>
            <a:custGeom>
              <a:rect b="b" l="l" r="r" t="t"/>
              <a:pathLst>
                <a:path extrusionOk="0" h="12059" w="15493">
                  <a:moveTo>
                    <a:pt x="1718" y="1"/>
                  </a:moveTo>
                  <a:cubicBezTo>
                    <a:pt x="1186" y="1"/>
                    <a:pt x="859" y="164"/>
                    <a:pt x="491" y="491"/>
                  </a:cubicBezTo>
                  <a:cubicBezTo>
                    <a:pt x="1" y="1186"/>
                    <a:pt x="1" y="2044"/>
                    <a:pt x="696" y="2535"/>
                  </a:cubicBezTo>
                  <a:lnTo>
                    <a:pt x="7317" y="8666"/>
                  </a:lnTo>
                  <a:lnTo>
                    <a:pt x="11732" y="8666"/>
                  </a:lnTo>
                  <a:lnTo>
                    <a:pt x="2535" y="328"/>
                  </a:lnTo>
                  <a:cubicBezTo>
                    <a:pt x="2372" y="164"/>
                    <a:pt x="2045" y="1"/>
                    <a:pt x="1718" y="1"/>
                  </a:cubicBezTo>
                  <a:close/>
                  <a:moveTo>
                    <a:pt x="8012" y="9361"/>
                  </a:moveTo>
                  <a:lnTo>
                    <a:pt x="11078" y="12059"/>
                  </a:lnTo>
                  <a:lnTo>
                    <a:pt x="15492" y="12059"/>
                  </a:lnTo>
                  <a:lnTo>
                    <a:pt x="12427" y="936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82"/>
            <p:cNvSpPr/>
            <p:nvPr/>
          </p:nvSpPr>
          <p:spPr>
            <a:xfrm>
              <a:off x="6980269" y="1974105"/>
              <a:ext cx="380000" cy="291924"/>
            </a:xfrm>
            <a:custGeom>
              <a:rect b="b" l="l" r="r" t="t"/>
              <a:pathLst>
                <a:path extrusionOk="0" h="12058" w="15696">
                  <a:moveTo>
                    <a:pt x="0" y="0"/>
                  </a:moveTo>
                  <a:lnTo>
                    <a:pt x="3066" y="2698"/>
                  </a:lnTo>
                  <a:lnTo>
                    <a:pt x="7521" y="2698"/>
                  </a:lnTo>
                  <a:lnTo>
                    <a:pt x="4456" y="0"/>
                  </a:lnTo>
                  <a:close/>
                  <a:moveTo>
                    <a:pt x="3761" y="3393"/>
                  </a:moveTo>
                  <a:lnTo>
                    <a:pt x="12957" y="11731"/>
                  </a:lnTo>
                  <a:cubicBezTo>
                    <a:pt x="13284" y="11894"/>
                    <a:pt x="13652" y="12058"/>
                    <a:pt x="13979" y="12058"/>
                  </a:cubicBezTo>
                  <a:cubicBezTo>
                    <a:pt x="14511" y="12058"/>
                    <a:pt x="14838" y="11894"/>
                    <a:pt x="15165" y="11567"/>
                  </a:cubicBezTo>
                  <a:cubicBezTo>
                    <a:pt x="15696" y="11036"/>
                    <a:pt x="15696" y="10014"/>
                    <a:pt x="15001" y="9524"/>
                  </a:cubicBezTo>
                  <a:lnTo>
                    <a:pt x="8175" y="3393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82"/>
            <p:cNvSpPr/>
            <p:nvPr/>
          </p:nvSpPr>
          <p:spPr>
            <a:xfrm>
              <a:off x="7672965" y="2381801"/>
              <a:ext cx="598689" cy="585834"/>
            </a:xfrm>
            <a:custGeom>
              <a:rect b="b" l="l" r="r" t="t"/>
              <a:pathLst>
                <a:path extrusionOk="0" h="24198" w="24729">
                  <a:moveTo>
                    <a:pt x="1553" y="0"/>
                  </a:moveTo>
                  <a:cubicBezTo>
                    <a:pt x="1226" y="0"/>
                    <a:pt x="858" y="164"/>
                    <a:pt x="531" y="532"/>
                  </a:cubicBezTo>
                  <a:cubicBezTo>
                    <a:pt x="0" y="1022"/>
                    <a:pt x="0" y="2044"/>
                    <a:pt x="695" y="2575"/>
                  </a:cubicBezTo>
                  <a:lnTo>
                    <a:pt x="19088" y="19252"/>
                  </a:lnTo>
                  <a:lnTo>
                    <a:pt x="19088" y="15164"/>
                  </a:lnTo>
                  <a:lnTo>
                    <a:pt x="2575" y="327"/>
                  </a:lnTo>
                  <a:cubicBezTo>
                    <a:pt x="2412" y="0"/>
                    <a:pt x="1880" y="0"/>
                    <a:pt x="1553" y="0"/>
                  </a:cubicBezTo>
                  <a:close/>
                  <a:moveTo>
                    <a:pt x="19783" y="15859"/>
                  </a:moveTo>
                  <a:lnTo>
                    <a:pt x="19783" y="19742"/>
                  </a:lnTo>
                  <a:lnTo>
                    <a:pt x="24729" y="24198"/>
                  </a:lnTo>
                  <a:lnTo>
                    <a:pt x="24729" y="20274"/>
                  </a:lnTo>
                  <a:lnTo>
                    <a:pt x="19783" y="15859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82"/>
            <p:cNvSpPr/>
            <p:nvPr/>
          </p:nvSpPr>
          <p:spPr>
            <a:xfrm>
              <a:off x="7508676" y="1974105"/>
              <a:ext cx="552206" cy="445319"/>
            </a:xfrm>
            <a:custGeom>
              <a:rect b="b" l="l" r="r" t="t"/>
              <a:pathLst>
                <a:path extrusionOk="0" h="18394" w="22809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82"/>
            <p:cNvSpPr/>
            <p:nvPr/>
          </p:nvSpPr>
          <p:spPr>
            <a:xfrm>
              <a:off x="7887684" y="2092855"/>
              <a:ext cx="383971" cy="391887"/>
            </a:xfrm>
            <a:custGeom>
              <a:rect b="b" l="l" r="r" t="t"/>
              <a:pathLst>
                <a:path extrusionOk="0" h="16187" w="1586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82"/>
            <p:cNvSpPr/>
            <p:nvPr/>
          </p:nvSpPr>
          <p:spPr>
            <a:xfrm>
              <a:off x="4894275" y="3443377"/>
              <a:ext cx="383995" cy="396015"/>
            </a:xfrm>
            <a:custGeom>
              <a:rect b="b" l="l" r="r" t="t"/>
              <a:pathLst>
                <a:path extrusionOk="0" h="16187" w="15861">
                  <a:moveTo>
                    <a:pt x="1" y="1"/>
                  </a:moveTo>
                  <a:lnTo>
                    <a:pt x="1" y="3925"/>
                  </a:lnTo>
                  <a:lnTo>
                    <a:pt x="13121" y="15860"/>
                  </a:lnTo>
                  <a:cubicBezTo>
                    <a:pt x="13448" y="16023"/>
                    <a:pt x="13816" y="16187"/>
                    <a:pt x="14143" y="16187"/>
                  </a:cubicBezTo>
                  <a:cubicBezTo>
                    <a:pt x="14470" y="16187"/>
                    <a:pt x="15002" y="16023"/>
                    <a:pt x="15165" y="15696"/>
                  </a:cubicBezTo>
                  <a:cubicBezTo>
                    <a:pt x="15860" y="15165"/>
                    <a:pt x="15656" y="14143"/>
                    <a:pt x="15165" y="1365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82"/>
            <p:cNvSpPr/>
            <p:nvPr/>
          </p:nvSpPr>
          <p:spPr>
            <a:xfrm>
              <a:off x="5105070" y="3510386"/>
              <a:ext cx="584841" cy="483012"/>
            </a:xfrm>
            <a:custGeom>
              <a:rect b="b" l="l" r="r" t="t"/>
              <a:pathLst>
                <a:path extrusionOk="0" h="19743" w="24157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rgbClr val="4C64D8">
                <a:alpha val="122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0" name="Google Shape;1400;p82"/>
          <p:cNvSpPr/>
          <p:nvPr/>
        </p:nvSpPr>
        <p:spPr>
          <a:xfrm>
            <a:off x="8758262" y="4834824"/>
            <a:ext cx="310724" cy="85288"/>
          </a:xfrm>
          <a:custGeom>
            <a:rect b="b" l="l" r="r" t="t"/>
            <a:pathLst>
              <a:path extrusionOk="0" h="3557" w="12959">
                <a:moveTo>
                  <a:pt x="1718" y="1"/>
                </a:moveTo>
                <a:cubicBezTo>
                  <a:pt x="859" y="1"/>
                  <a:pt x="1" y="859"/>
                  <a:pt x="1" y="1676"/>
                </a:cubicBezTo>
                <a:cubicBezTo>
                  <a:pt x="1" y="2698"/>
                  <a:pt x="859" y="3557"/>
                  <a:pt x="1718" y="3557"/>
                </a:cubicBezTo>
                <a:lnTo>
                  <a:pt x="11078" y="3557"/>
                </a:lnTo>
                <a:cubicBezTo>
                  <a:pt x="12100" y="3557"/>
                  <a:pt x="12958" y="2698"/>
                  <a:pt x="12958" y="1676"/>
                </a:cubicBezTo>
                <a:cubicBezTo>
                  <a:pt x="12958" y="859"/>
                  <a:pt x="12100" y="1"/>
                  <a:pt x="1107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2"/>
          <p:cNvSpPr/>
          <p:nvPr/>
        </p:nvSpPr>
        <p:spPr>
          <a:xfrm>
            <a:off x="6435759" y="2001336"/>
            <a:ext cx="411000" cy="81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9050">
            <a:solidFill>
              <a:srgbClr val="000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82"/>
          <p:cNvSpPr/>
          <p:nvPr/>
        </p:nvSpPr>
        <p:spPr>
          <a:xfrm>
            <a:off x="6506895" y="2017983"/>
            <a:ext cx="51526" cy="51573"/>
          </a:xfrm>
          <a:custGeom>
            <a:rect b="b" l="l" r="r" t="t"/>
            <a:pathLst>
              <a:path extrusionOk="0" h="1097" w="1096">
                <a:moveTo>
                  <a:pt x="548" y="144"/>
                </a:moveTo>
                <a:cubicBezTo>
                  <a:pt x="774" y="144"/>
                  <a:pt x="953" y="322"/>
                  <a:pt x="953" y="549"/>
                </a:cubicBezTo>
                <a:cubicBezTo>
                  <a:pt x="953" y="763"/>
                  <a:pt x="774" y="941"/>
                  <a:pt x="548" y="941"/>
                </a:cubicBezTo>
                <a:cubicBezTo>
                  <a:pt x="333" y="941"/>
                  <a:pt x="155" y="763"/>
                  <a:pt x="155" y="549"/>
                </a:cubicBezTo>
                <a:cubicBezTo>
                  <a:pt x="155" y="322"/>
                  <a:pt x="333" y="144"/>
                  <a:pt x="548" y="144"/>
                </a:cubicBezTo>
                <a:close/>
                <a:moveTo>
                  <a:pt x="548" y="1"/>
                </a:moveTo>
                <a:cubicBezTo>
                  <a:pt x="250" y="1"/>
                  <a:pt x="0" y="251"/>
                  <a:pt x="0" y="549"/>
                </a:cubicBezTo>
                <a:cubicBezTo>
                  <a:pt x="0" y="846"/>
                  <a:pt x="250" y="1096"/>
                  <a:pt x="548" y="1096"/>
                </a:cubicBezTo>
                <a:cubicBezTo>
                  <a:pt x="845" y="1096"/>
                  <a:pt x="1095" y="846"/>
                  <a:pt x="1095" y="549"/>
                </a:cubicBezTo>
                <a:cubicBezTo>
                  <a:pt x="1095" y="251"/>
                  <a:pt x="845" y="1"/>
                  <a:pt x="548" y="1"/>
                </a:cubicBezTo>
                <a:close/>
              </a:path>
            </a:pathLst>
          </a:custGeom>
          <a:solidFill>
            <a:srgbClr val="00004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3" name="Google Shape;1403;p82"/>
          <p:cNvGrpSpPr/>
          <p:nvPr/>
        </p:nvGrpSpPr>
        <p:grpSpPr>
          <a:xfrm>
            <a:off x="5006038" y="4176002"/>
            <a:ext cx="1697226" cy="604018"/>
            <a:chOff x="-5302450" y="3084350"/>
            <a:chExt cx="1519450" cy="540750"/>
          </a:xfrm>
        </p:grpSpPr>
        <p:sp>
          <p:nvSpPr>
            <p:cNvPr id="1404" name="Google Shape;1404;p82"/>
            <p:cNvSpPr/>
            <p:nvPr/>
          </p:nvSpPr>
          <p:spPr>
            <a:xfrm>
              <a:off x="-4388300" y="3084350"/>
              <a:ext cx="584625" cy="269450"/>
            </a:xfrm>
            <a:custGeom>
              <a:rect b="b" l="l" r="r" t="t"/>
              <a:pathLst>
                <a:path extrusionOk="0" h="10778" w="23385">
                  <a:moveTo>
                    <a:pt x="4286" y="1"/>
                  </a:moveTo>
                  <a:cubicBezTo>
                    <a:pt x="3334" y="1"/>
                    <a:pt x="2281" y="326"/>
                    <a:pt x="1454" y="953"/>
                  </a:cubicBezTo>
                  <a:cubicBezTo>
                    <a:pt x="1028" y="1254"/>
                    <a:pt x="627" y="1680"/>
                    <a:pt x="402" y="2206"/>
                  </a:cubicBezTo>
                  <a:cubicBezTo>
                    <a:pt x="101" y="2732"/>
                    <a:pt x="1" y="3259"/>
                    <a:pt x="1" y="3885"/>
                  </a:cubicBezTo>
                  <a:cubicBezTo>
                    <a:pt x="1" y="4612"/>
                    <a:pt x="201" y="5339"/>
                    <a:pt x="527" y="6166"/>
                  </a:cubicBezTo>
                  <a:lnTo>
                    <a:pt x="2181" y="5339"/>
                  </a:lnTo>
                  <a:cubicBezTo>
                    <a:pt x="1981" y="4712"/>
                    <a:pt x="1880" y="4286"/>
                    <a:pt x="1880" y="3885"/>
                  </a:cubicBezTo>
                  <a:cubicBezTo>
                    <a:pt x="1880" y="3559"/>
                    <a:pt x="1880" y="3259"/>
                    <a:pt x="2081" y="3033"/>
                  </a:cubicBezTo>
                  <a:cubicBezTo>
                    <a:pt x="2181" y="2632"/>
                    <a:pt x="2507" y="2407"/>
                    <a:pt x="2908" y="2206"/>
                  </a:cubicBezTo>
                  <a:cubicBezTo>
                    <a:pt x="3334" y="1880"/>
                    <a:pt x="3860" y="1780"/>
                    <a:pt x="4286" y="1780"/>
                  </a:cubicBezTo>
                  <a:cubicBezTo>
                    <a:pt x="4788" y="1780"/>
                    <a:pt x="5214" y="1880"/>
                    <a:pt x="5540" y="2106"/>
                  </a:cubicBezTo>
                  <a:cubicBezTo>
                    <a:pt x="5640" y="2206"/>
                    <a:pt x="5740" y="2206"/>
                    <a:pt x="5941" y="2306"/>
                  </a:cubicBezTo>
                  <a:cubicBezTo>
                    <a:pt x="7194" y="2933"/>
                    <a:pt x="11379" y="5138"/>
                    <a:pt x="15139" y="7018"/>
                  </a:cubicBezTo>
                  <a:cubicBezTo>
                    <a:pt x="18998" y="8998"/>
                    <a:pt x="22557" y="10778"/>
                    <a:pt x="22557" y="10778"/>
                  </a:cubicBezTo>
                  <a:lnTo>
                    <a:pt x="23384" y="9098"/>
                  </a:lnTo>
                  <a:cubicBezTo>
                    <a:pt x="23384" y="9098"/>
                    <a:pt x="23184" y="8998"/>
                    <a:pt x="22758" y="8772"/>
                  </a:cubicBezTo>
                  <a:cubicBezTo>
                    <a:pt x="21078" y="7945"/>
                    <a:pt x="17119" y="5965"/>
                    <a:pt x="13459" y="4086"/>
                  </a:cubicBezTo>
                  <a:cubicBezTo>
                    <a:pt x="11680" y="3133"/>
                    <a:pt x="9926" y="2306"/>
                    <a:pt x="8672" y="1680"/>
                  </a:cubicBezTo>
                  <a:cubicBezTo>
                    <a:pt x="7920" y="1379"/>
                    <a:pt x="7419" y="1053"/>
                    <a:pt x="7093" y="853"/>
                  </a:cubicBezTo>
                  <a:cubicBezTo>
                    <a:pt x="6893" y="752"/>
                    <a:pt x="6667" y="627"/>
                    <a:pt x="6567" y="627"/>
                  </a:cubicBezTo>
                  <a:cubicBezTo>
                    <a:pt x="6567" y="527"/>
                    <a:pt x="6467" y="527"/>
                    <a:pt x="6467" y="527"/>
                  </a:cubicBezTo>
                  <a:cubicBezTo>
                    <a:pt x="5840" y="126"/>
                    <a:pt x="5013" y="1"/>
                    <a:pt x="4286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82"/>
            <p:cNvSpPr/>
            <p:nvPr/>
          </p:nvSpPr>
          <p:spPr>
            <a:xfrm>
              <a:off x="-5302450" y="3142000"/>
              <a:ext cx="509425" cy="211800"/>
            </a:xfrm>
            <a:custGeom>
              <a:rect b="b" l="l" r="r" t="t"/>
              <a:pathLst>
                <a:path extrusionOk="0" h="8472" w="20377">
                  <a:moveTo>
                    <a:pt x="4286" y="0"/>
                  </a:moveTo>
                  <a:cubicBezTo>
                    <a:pt x="3358" y="0"/>
                    <a:pt x="2306" y="326"/>
                    <a:pt x="1479" y="953"/>
                  </a:cubicBezTo>
                  <a:cubicBezTo>
                    <a:pt x="1053" y="1253"/>
                    <a:pt x="627" y="1679"/>
                    <a:pt x="426" y="2206"/>
                  </a:cubicBezTo>
                  <a:cubicBezTo>
                    <a:pt x="125" y="2707"/>
                    <a:pt x="0" y="3233"/>
                    <a:pt x="0" y="3860"/>
                  </a:cubicBezTo>
                  <a:cubicBezTo>
                    <a:pt x="0" y="4587"/>
                    <a:pt x="226" y="5339"/>
                    <a:pt x="526" y="6166"/>
                  </a:cubicBezTo>
                  <a:lnTo>
                    <a:pt x="2206" y="5339"/>
                  </a:lnTo>
                  <a:cubicBezTo>
                    <a:pt x="2005" y="4812"/>
                    <a:pt x="1880" y="4286"/>
                    <a:pt x="1880" y="3860"/>
                  </a:cubicBezTo>
                  <a:cubicBezTo>
                    <a:pt x="1880" y="3559"/>
                    <a:pt x="2005" y="3233"/>
                    <a:pt x="2105" y="3033"/>
                  </a:cubicBezTo>
                  <a:cubicBezTo>
                    <a:pt x="2206" y="2707"/>
                    <a:pt x="2506" y="2406"/>
                    <a:pt x="2932" y="2206"/>
                  </a:cubicBezTo>
                  <a:cubicBezTo>
                    <a:pt x="3358" y="1980"/>
                    <a:pt x="3885" y="1880"/>
                    <a:pt x="4286" y="1880"/>
                  </a:cubicBezTo>
                  <a:cubicBezTo>
                    <a:pt x="4812" y="1880"/>
                    <a:pt x="5238" y="1980"/>
                    <a:pt x="5539" y="2081"/>
                  </a:cubicBezTo>
                  <a:lnTo>
                    <a:pt x="5539" y="2206"/>
                  </a:lnTo>
                  <a:cubicBezTo>
                    <a:pt x="5639" y="2206"/>
                    <a:pt x="5764" y="2306"/>
                    <a:pt x="5865" y="2306"/>
                  </a:cubicBezTo>
                  <a:cubicBezTo>
                    <a:pt x="6491" y="2607"/>
                    <a:pt x="7519" y="3133"/>
                    <a:pt x="8897" y="3760"/>
                  </a:cubicBezTo>
                  <a:cubicBezTo>
                    <a:pt x="13058" y="5639"/>
                    <a:pt x="19649" y="8472"/>
                    <a:pt x="19649" y="8472"/>
                  </a:cubicBezTo>
                  <a:lnTo>
                    <a:pt x="20376" y="6792"/>
                  </a:lnTo>
                  <a:cubicBezTo>
                    <a:pt x="20376" y="6792"/>
                    <a:pt x="20176" y="6692"/>
                    <a:pt x="19750" y="6592"/>
                  </a:cubicBezTo>
                  <a:cubicBezTo>
                    <a:pt x="18496" y="5965"/>
                    <a:pt x="15163" y="4487"/>
                    <a:pt x="12231" y="3133"/>
                  </a:cubicBezTo>
                  <a:cubicBezTo>
                    <a:pt x="10777" y="2507"/>
                    <a:pt x="9298" y="1880"/>
                    <a:pt x="8271" y="1354"/>
                  </a:cubicBezTo>
                  <a:cubicBezTo>
                    <a:pt x="7744" y="1153"/>
                    <a:pt x="7218" y="953"/>
                    <a:pt x="6892" y="727"/>
                  </a:cubicBezTo>
                  <a:cubicBezTo>
                    <a:pt x="6792" y="727"/>
                    <a:pt x="6692" y="627"/>
                    <a:pt x="6592" y="627"/>
                  </a:cubicBezTo>
                  <a:lnTo>
                    <a:pt x="6491" y="527"/>
                  </a:lnTo>
                  <a:cubicBezTo>
                    <a:pt x="5865" y="101"/>
                    <a:pt x="5138" y="0"/>
                    <a:pt x="428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82"/>
            <p:cNvSpPr/>
            <p:nvPr/>
          </p:nvSpPr>
          <p:spPr>
            <a:xfrm>
              <a:off x="-4832525" y="3193825"/>
              <a:ext cx="451775" cy="409275"/>
            </a:xfrm>
            <a:custGeom>
              <a:rect b="b" l="l" r="r" t="t"/>
              <a:pathLst>
                <a:path extrusionOk="0" h="16371" w="18071">
                  <a:moveTo>
                    <a:pt x="9043" y="0"/>
                  </a:moveTo>
                  <a:cubicBezTo>
                    <a:pt x="8405" y="0"/>
                    <a:pt x="7759" y="76"/>
                    <a:pt x="7118" y="233"/>
                  </a:cubicBezTo>
                  <a:cubicBezTo>
                    <a:pt x="2732" y="1386"/>
                    <a:pt x="0" y="5872"/>
                    <a:pt x="1153" y="10258"/>
                  </a:cubicBezTo>
                  <a:cubicBezTo>
                    <a:pt x="2121" y="13942"/>
                    <a:pt x="5371" y="16371"/>
                    <a:pt x="8985" y="16371"/>
                  </a:cubicBezTo>
                  <a:cubicBezTo>
                    <a:pt x="9674" y="16371"/>
                    <a:pt x="10376" y="16282"/>
                    <a:pt x="11078" y="16098"/>
                  </a:cubicBezTo>
                  <a:cubicBezTo>
                    <a:pt x="15464" y="14945"/>
                    <a:pt x="18070" y="10559"/>
                    <a:pt x="17043" y="6173"/>
                  </a:cubicBezTo>
                  <a:cubicBezTo>
                    <a:pt x="16062" y="2443"/>
                    <a:pt x="12671" y="0"/>
                    <a:pt x="9043" y="0"/>
                  </a:cubicBezTo>
                  <a:close/>
                </a:path>
              </a:pathLst>
            </a:custGeom>
            <a:solidFill>
              <a:srgbClr val="B8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82"/>
            <p:cNvSpPr/>
            <p:nvPr/>
          </p:nvSpPr>
          <p:spPr>
            <a:xfrm>
              <a:off x="-4803700" y="3447750"/>
              <a:ext cx="25" cy="2550"/>
            </a:xfrm>
            <a:custGeom>
              <a:rect b="b" l="l" r="r" t="t"/>
              <a:pathLst>
                <a:path extrusionOk="0" h="102" w="1">
                  <a:moveTo>
                    <a:pt x="0" y="1"/>
                  </a:moveTo>
                  <a:lnTo>
                    <a:pt x="0" y="10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FF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82"/>
            <p:cNvSpPr/>
            <p:nvPr/>
          </p:nvSpPr>
          <p:spPr>
            <a:xfrm>
              <a:off x="-4808725" y="3197125"/>
              <a:ext cx="287000" cy="284500"/>
            </a:xfrm>
            <a:custGeom>
              <a:rect b="b" l="l" r="r" t="t"/>
              <a:pathLst>
                <a:path extrusionOk="0" h="11380" w="11480">
                  <a:moveTo>
                    <a:pt x="9299" y="1"/>
                  </a:moveTo>
                  <a:lnTo>
                    <a:pt x="1" y="9274"/>
                  </a:lnTo>
                  <a:cubicBezTo>
                    <a:pt x="101" y="9500"/>
                    <a:pt x="101" y="9800"/>
                    <a:pt x="201" y="10026"/>
                  </a:cubicBezTo>
                  <a:lnTo>
                    <a:pt x="201" y="10126"/>
                  </a:lnTo>
                  <a:cubicBezTo>
                    <a:pt x="301" y="10527"/>
                    <a:pt x="527" y="10953"/>
                    <a:pt x="627" y="11379"/>
                  </a:cubicBezTo>
                  <a:cubicBezTo>
                    <a:pt x="4286" y="7720"/>
                    <a:pt x="7820" y="4161"/>
                    <a:pt x="11479" y="627"/>
                  </a:cubicBezTo>
                  <a:cubicBezTo>
                    <a:pt x="10752" y="302"/>
                    <a:pt x="10026" y="101"/>
                    <a:pt x="9299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82"/>
            <p:cNvSpPr/>
            <p:nvPr/>
          </p:nvSpPr>
          <p:spPr>
            <a:xfrm>
              <a:off x="-4777400" y="3228450"/>
              <a:ext cx="352150" cy="349650"/>
            </a:xfrm>
            <a:custGeom>
              <a:rect b="b" l="l" r="r" t="t"/>
              <a:pathLst>
                <a:path extrusionOk="0" h="13986" w="14086">
                  <a:moveTo>
                    <a:pt x="11279" y="1"/>
                  </a:moveTo>
                  <a:lnTo>
                    <a:pt x="1" y="11279"/>
                  </a:lnTo>
                  <a:cubicBezTo>
                    <a:pt x="828" y="12407"/>
                    <a:pt x="1880" y="13359"/>
                    <a:pt x="3033" y="13986"/>
                  </a:cubicBezTo>
                  <a:lnTo>
                    <a:pt x="14086" y="3008"/>
                  </a:lnTo>
                  <a:cubicBezTo>
                    <a:pt x="13459" y="1755"/>
                    <a:pt x="12532" y="728"/>
                    <a:pt x="11279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82"/>
            <p:cNvSpPr/>
            <p:nvPr/>
          </p:nvSpPr>
          <p:spPr>
            <a:xfrm>
              <a:off x="-4237300" y="3179650"/>
              <a:ext cx="451800" cy="409300"/>
            </a:xfrm>
            <a:custGeom>
              <a:rect b="b" l="l" r="r" t="t"/>
              <a:pathLst>
                <a:path extrusionOk="0" h="16372" w="18072">
                  <a:moveTo>
                    <a:pt x="9118" y="1"/>
                  </a:moveTo>
                  <a:cubicBezTo>
                    <a:pt x="8425" y="1"/>
                    <a:pt x="7720" y="89"/>
                    <a:pt x="7018" y="274"/>
                  </a:cubicBezTo>
                  <a:cubicBezTo>
                    <a:pt x="2632" y="1427"/>
                    <a:pt x="1" y="5813"/>
                    <a:pt x="1154" y="10199"/>
                  </a:cubicBezTo>
                  <a:cubicBezTo>
                    <a:pt x="2049" y="13929"/>
                    <a:pt x="5427" y="16372"/>
                    <a:pt x="9115" y="16372"/>
                  </a:cubicBezTo>
                  <a:cubicBezTo>
                    <a:pt x="9764" y="16372"/>
                    <a:pt x="10422" y="16296"/>
                    <a:pt x="11079" y="16138"/>
                  </a:cubicBezTo>
                  <a:cubicBezTo>
                    <a:pt x="15465" y="14986"/>
                    <a:pt x="18071" y="10499"/>
                    <a:pt x="16918" y="6113"/>
                  </a:cubicBezTo>
                  <a:cubicBezTo>
                    <a:pt x="16055" y="2430"/>
                    <a:pt x="12752" y="1"/>
                    <a:pt x="9118" y="1"/>
                  </a:cubicBezTo>
                  <a:close/>
                </a:path>
              </a:pathLst>
            </a:custGeom>
            <a:solidFill>
              <a:srgbClr val="B8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82"/>
            <p:cNvSpPr/>
            <p:nvPr/>
          </p:nvSpPr>
          <p:spPr>
            <a:xfrm>
              <a:off x="-4832525" y="3170825"/>
              <a:ext cx="454275" cy="454275"/>
            </a:xfrm>
            <a:custGeom>
              <a:rect b="b" l="l" r="r" t="t"/>
              <a:pathLst>
                <a:path extrusionOk="0" h="18171" w="18171">
                  <a:moveTo>
                    <a:pt x="9098" y="1880"/>
                  </a:moveTo>
                  <a:cubicBezTo>
                    <a:pt x="10652" y="1880"/>
                    <a:pt x="12231" y="2406"/>
                    <a:pt x="13484" y="3334"/>
                  </a:cubicBezTo>
                  <a:cubicBezTo>
                    <a:pt x="14737" y="4286"/>
                    <a:pt x="15664" y="5639"/>
                    <a:pt x="16090" y="7319"/>
                  </a:cubicBezTo>
                  <a:cubicBezTo>
                    <a:pt x="16291" y="7945"/>
                    <a:pt x="16291" y="8572"/>
                    <a:pt x="16291" y="9073"/>
                  </a:cubicBezTo>
                  <a:cubicBezTo>
                    <a:pt x="16291" y="10752"/>
                    <a:pt x="15790" y="12331"/>
                    <a:pt x="14837" y="13459"/>
                  </a:cubicBezTo>
                  <a:cubicBezTo>
                    <a:pt x="13910" y="14712"/>
                    <a:pt x="12532" y="15664"/>
                    <a:pt x="10877" y="16090"/>
                  </a:cubicBezTo>
                  <a:cubicBezTo>
                    <a:pt x="10251" y="16291"/>
                    <a:pt x="9724" y="16391"/>
                    <a:pt x="9098" y="16391"/>
                  </a:cubicBezTo>
                  <a:cubicBezTo>
                    <a:pt x="7419" y="16391"/>
                    <a:pt x="5965" y="15765"/>
                    <a:pt x="4712" y="14837"/>
                  </a:cubicBezTo>
                  <a:cubicBezTo>
                    <a:pt x="3459" y="13885"/>
                    <a:pt x="2506" y="12532"/>
                    <a:pt x="2105" y="10852"/>
                  </a:cubicBezTo>
                  <a:cubicBezTo>
                    <a:pt x="1880" y="10326"/>
                    <a:pt x="1880" y="9699"/>
                    <a:pt x="1880" y="9073"/>
                  </a:cubicBezTo>
                  <a:cubicBezTo>
                    <a:pt x="1880" y="7519"/>
                    <a:pt x="2406" y="5940"/>
                    <a:pt x="3359" y="4687"/>
                  </a:cubicBezTo>
                  <a:cubicBezTo>
                    <a:pt x="4286" y="3434"/>
                    <a:pt x="5639" y="2506"/>
                    <a:pt x="7318" y="2080"/>
                  </a:cubicBezTo>
                  <a:cubicBezTo>
                    <a:pt x="7945" y="1980"/>
                    <a:pt x="8471" y="1880"/>
                    <a:pt x="9098" y="1880"/>
                  </a:cubicBezTo>
                  <a:close/>
                  <a:moveTo>
                    <a:pt x="9098" y="0"/>
                  </a:moveTo>
                  <a:cubicBezTo>
                    <a:pt x="8371" y="0"/>
                    <a:pt x="7644" y="100"/>
                    <a:pt x="6792" y="301"/>
                  </a:cubicBezTo>
                  <a:cubicBezTo>
                    <a:pt x="4812" y="827"/>
                    <a:pt x="3033" y="1980"/>
                    <a:pt x="1880" y="3559"/>
                  </a:cubicBezTo>
                  <a:cubicBezTo>
                    <a:pt x="627" y="5113"/>
                    <a:pt x="0" y="7093"/>
                    <a:pt x="0" y="9073"/>
                  </a:cubicBezTo>
                  <a:cubicBezTo>
                    <a:pt x="0" y="9825"/>
                    <a:pt x="125" y="10652"/>
                    <a:pt x="326" y="11379"/>
                  </a:cubicBezTo>
                  <a:cubicBezTo>
                    <a:pt x="852" y="13359"/>
                    <a:pt x="2005" y="15138"/>
                    <a:pt x="3559" y="16291"/>
                  </a:cubicBezTo>
                  <a:cubicBezTo>
                    <a:pt x="5138" y="17544"/>
                    <a:pt x="7018" y="18171"/>
                    <a:pt x="9098" y="18171"/>
                  </a:cubicBezTo>
                  <a:cubicBezTo>
                    <a:pt x="9825" y="18171"/>
                    <a:pt x="10552" y="18070"/>
                    <a:pt x="11404" y="17970"/>
                  </a:cubicBezTo>
                  <a:cubicBezTo>
                    <a:pt x="13384" y="17444"/>
                    <a:pt x="15163" y="16191"/>
                    <a:pt x="16291" y="14612"/>
                  </a:cubicBezTo>
                  <a:cubicBezTo>
                    <a:pt x="17544" y="13058"/>
                    <a:pt x="18171" y="11178"/>
                    <a:pt x="18171" y="9073"/>
                  </a:cubicBezTo>
                  <a:cubicBezTo>
                    <a:pt x="18171" y="8346"/>
                    <a:pt x="18070" y="7619"/>
                    <a:pt x="17870" y="6892"/>
                  </a:cubicBezTo>
                  <a:cubicBezTo>
                    <a:pt x="17344" y="4812"/>
                    <a:pt x="16191" y="3133"/>
                    <a:pt x="14637" y="1880"/>
                  </a:cubicBezTo>
                  <a:cubicBezTo>
                    <a:pt x="13058" y="727"/>
                    <a:pt x="11078" y="0"/>
                    <a:pt x="909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82"/>
            <p:cNvSpPr/>
            <p:nvPr/>
          </p:nvSpPr>
          <p:spPr>
            <a:xfrm>
              <a:off x="-4208475" y="3434600"/>
              <a:ext cx="5675" cy="18200"/>
            </a:xfrm>
            <a:custGeom>
              <a:rect b="b" l="l" r="r" t="t"/>
              <a:pathLst>
                <a:path extrusionOk="0" h="728" w="227"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727"/>
                  </a:moveTo>
                  <a:lnTo>
                    <a:pt x="226" y="727"/>
                  </a:lnTo>
                  <a:lnTo>
                    <a:pt x="226" y="7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226" y="627"/>
                  </a:moveTo>
                  <a:lnTo>
                    <a:pt x="226" y="627"/>
                  </a:lnTo>
                  <a:lnTo>
                    <a:pt x="226" y="627"/>
                  </a:lnTo>
                  <a:close/>
                  <a:moveTo>
                    <a:pt x="101" y="627"/>
                  </a:moveTo>
                  <a:lnTo>
                    <a:pt x="226" y="627"/>
                  </a:lnTo>
                  <a:lnTo>
                    <a:pt x="101" y="627"/>
                  </a:lnTo>
                  <a:close/>
                  <a:moveTo>
                    <a:pt x="101" y="627"/>
                  </a:moveTo>
                  <a:lnTo>
                    <a:pt x="101" y="627"/>
                  </a:lnTo>
                  <a:lnTo>
                    <a:pt x="101" y="627"/>
                  </a:lnTo>
                  <a:close/>
                  <a:moveTo>
                    <a:pt x="1" y="101"/>
                  </a:moveTo>
                  <a:cubicBezTo>
                    <a:pt x="1" y="301"/>
                    <a:pt x="101" y="402"/>
                    <a:pt x="101" y="627"/>
                  </a:cubicBezTo>
                  <a:cubicBezTo>
                    <a:pt x="101" y="402"/>
                    <a:pt x="1" y="301"/>
                    <a:pt x="1" y="101"/>
                  </a:cubicBez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01"/>
                  </a:moveTo>
                  <a:lnTo>
                    <a:pt x="1" y="101"/>
                  </a:lnTo>
                  <a:lnTo>
                    <a:pt x="1" y="10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FF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82"/>
            <p:cNvSpPr/>
            <p:nvPr/>
          </p:nvSpPr>
          <p:spPr>
            <a:xfrm>
              <a:off x="-4210975" y="3183975"/>
              <a:ext cx="308300" cy="307675"/>
            </a:xfrm>
            <a:custGeom>
              <a:rect b="b" l="l" r="r" t="t"/>
              <a:pathLst>
                <a:path extrusionOk="0" h="12307" w="12332">
                  <a:moveTo>
                    <a:pt x="9499" y="0"/>
                  </a:moveTo>
                  <a:cubicBezTo>
                    <a:pt x="6266" y="3133"/>
                    <a:pt x="3133" y="6366"/>
                    <a:pt x="0" y="9499"/>
                  </a:cubicBezTo>
                  <a:cubicBezTo>
                    <a:pt x="0" y="9700"/>
                    <a:pt x="0" y="9800"/>
                    <a:pt x="101" y="10026"/>
                  </a:cubicBezTo>
                  <a:lnTo>
                    <a:pt x="101" y="10126"/>
                  </a:lnTo>
                  <a:cubicBezTo>
                    <a:pt x="101" y="10326"/>
                    <a:pt x="201" y="10427"/>
                    <a:pt x="201" y="10652"/>
                  </a:cubicBezTo>
                  <a:lnTo>
                    <a:pt x="326" y="10652"/>
                  </a:lnTo>
                  <a:lnTo>
                    <a:pt x="326" y="10752"/>
                  </a:lnTo>
                  <a:cubicBezTo>
                    <a:pt x="527" y="11279"/>
                    <a:pt x="727" y="11805"/>
                    <a:pt x="1053" y="12306"/>
                  </a:cubicBezTo>
                  <a:lnTo>
                    <a:pt x="12331" y="1028"/>
                  </a:lnTo>
                  <a:cubicBezTo>
                    <a:pt x="11379" y="527"/>
                    <a:pt x="10452" y="201"/>
                    <a:pt x="9499" y="0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82"/>
            <p:cNvSpPr/>
            <p:nvPr/>
          </p:nvSpPr>
          <p:spPr>
            <a:xfrm>
              <a:off x="-4166500" y="3228450"/>
              <a:ext cx="331500" cy="331500"/>
            </a:xfrm>
            <a:custGeom>
              <a:rect b="b" l="l" r="r" t="t"/>
              <a:pathLst>
                <a:path extrusionOk="0" h="13260" w="13260">
                  <a:moveTo>
                    <a:pt x="11480" y="1"/>
                  </a:moveTo>
                  <a:lnTo>
                    <a:pt x="1" y="11480"/>
                  </a:lnTo>
                  <a:cubicBezTo>
                    <a:pt x="627" y="12207"/>
                    <a:pt x="1254" y="12733"/>
                    <a:pt x="1981" y="13259"/>
                  </a:cubicBezTo>
                  <a:lnTo>
                    <a:pt x="13259" y="1981"/>
                  </a:lnTo>
                  <a:cubicBezTo>
                    <a:pt x="12733" y="1254"/>
                    <a:pt x="12206" y="628"/>
                    <a:pt x="11480" y="1"/>
                  </a:cubicBezTo>
                  <a:close/>
                </a:path>
              </a:pathLst>
            </a:custGeom>
            <a:solidFill>
              <a:srgbClr val="CAF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82"/>
            <p:cNvSpPr/>
            <p:nvPr/>
          </p:nvSpPr>
          <p:spPr>
            <a:xfrm>
              <a:off x="-4239800" y="3157650"/>
              <a:ext cx="456800" cy="454300"/>
            </a:xfrm>
            <a:custGeom>
              <a:rect b="b" l="l" r="r" t="t"/>
              <a:pathLst>
                <a:path extrusionOk="0" h="18172" w="18272">
                  <a:moveTo>
                    <a:pt x="9199" y="1780"/>
                  </a:moveTo>
                  <a:cubicBezTo>
                    <a:pt x="10752" y="1780"/>
                    <a:pt x="12331" y="2407"/>
                    <a:pt x="13585" y="3334"/>
                  </a:cubicBezTo>
                  <a:cubicBezTo>
                    <a:pt x="14838" y="4287"/>
                    <a:pt x="15765" y="5640"/>
                    <a:pt x="16191" y="7319"/>
                  </a:cubicBezTo>
                  <a:cubicBezTo>
                    <a:pt x="16291" y="7846"/>
                    <a:pt x="16392" y="8472"/>
                    <a:pt x="16392" y="9099"/>
                  </a:cubicBezTo>
                  <a:cubicBezTo>
                    <a:pt x="16392" y="10653"/>
                    <a:pt x="15890" y="12232"/>
                    <a:pt x="14938" y="13485"/>
                  </a:cubicBezTo>
                  <a:cubicBezTo>
                    <a:pt x="13885" y="14738"/>
                    <a:pt x="12532" y="15665"/>
                    <a:pt x="10978" y="16091"/>
                  </a:cubicBezTo>
                  <a:cubicBezTo>
                    <a:pt x="10351" y="16191"/>
                    <a:pt x="9725" y="16292"/>
                    <a:pt x="9199" y="16292"/>
                  </a:cubicBezTo>
                  <a:cubicBezTo>
                    <a:pt x="7519" y="16292"/>
                    <a:pt x="5965" y="15765"/>
                    <a:pt x="4712" y="14838"/>
                  </a:cubicBezTo>
                  <a:cubicBezTo>
                    <a:pt x="3459" y="13886"/>
                    <a:pt x="2507" y="12532"/>
                    <a:pt x="2106" y="10853"/>
                  </a:cubicBezTo>
                  <a:cubicBezTo>
                    <a:pt x="1980" y="10226"/>
                    <a:pt x="1880" y="9600"/>
                    <a:pt x="1880" y="9099"/>
                  </a:cubicBezTo>
                  <a:cubicBezTo>
                    <a:pt x="1880" y="7419"/>
                    <a:pt x="2407" y="5840"/>
                    <a:pt x="3459" y="4587"/>
                  </a:cubicBezTo>
                  <a:cubicBezTo>
                    <a:pt x="4387" y="3460"/>
                    <a:pt x="5740" y="2507"/>
                    <a:pt x="7319" y="1981"/>
                  </a:cubicBezTo>
                  <a:cubicBezTo>
                    <a:pt x="7945" y="1881"/>
                    <a:pt x="8572" y="1780"/>
                    <a:pt x="9199" y="1780"/>
                  </a:cubicBezTo>
                  <a:close/>
                  <a:moveTo>
                    <a:pt x="9199" y="1"/>
                  </a:moveTo>
                  <a:cubicBezTo>
                    <a:pt x="8372" y="1"/>
                    <a:pt x="7620" y="1"/>
                    <a:pt x="6893" y="201"/>
                  </a:cubicBezTo>
                  <a:cubicBezTo>
                    <a:pt x="4813" y="728"/>
                    <a:pt x="3133" y="1981"/>
                    <a:pt x="1880" y="3560"/>
                  </a:cubicBezTo>
                  <a:cubicBezTo>
                    <a:pt x="727" y="5114"/>
                    <a:pt x="1" y="6993"/>
                    <a:pt x="1" y="9099"/>
                  </a:cubicBezTo>
                  <a:cubicBezTo>
                    <a:pt x="1" y="9825"/>
                    <a:pt x="101" y="10552"/>
                    <a:pt x="326" y="11279"/>
                  </a:cubicBezTo>
                  <a:cubicBezTo>
                    <a:pt x="853" y="13359"/>
                    <a:pt x="2106" y="15039"/>
                    <a:pt x="3660" y="16292"/>
                  </a:cubicBezTo>
                  <a:cubicBezTo>
                    <a:pt x="5239" y="17445"/>
                    <a:pt x="7118" y="18171"/>
                    <a:pt x="9199" y="18171"/>
                  </a:cubicBezTo>
                  <a:cubicBezTo>
                    <a:pt x="9925" y="18171"/>
                    <a:pt x="10652" y="18071"/>
                    <a:pt x="11379" y="17871"/>
                  </a:cubicBezTo>
                  <a:cubicBezTo>
                    <a:pt x="13484" y="17344"/>
                    <a:pt x="15138" y="16191"/>
                    <a:pt x="16392" y="14612"/>
                  </a:cubicBezTo>
                  <a:cubicBezTo>
                    <a:pt x="17544" y="13059"/>
                    <a:pt x="18271" y="11079"/>
                    <a:pt x="18271" y="9099"/>
                  </a:cubicBezTo>
                  <a:cubicBezTo>
                    <a:pt x="18271" y="8347"/>
                    <a:pt x="18171" y="7520"/>
                    <a:pt x="17971" y="6793"/>
                  </a:cubicBezTo>
                  <a:cubicBezTo>
                    <a:pt x="17444" y="4713"/>
                    <a:pt x="16291" y="3033"/>
                    <a:pt x="14737" y="1881"/>
                  </a:cubicBezTo>
                  <a:cubicBezTo>
                    <a:pt x="13159" y="627"/>
                    <a:pt x="11179" y="1"/>
                    <a:pt x="91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82"/>
            <p:cNvSpPr/>
            <p:nvPr/>
          </p:nvSpPr>
          <p:spPr>
            <a:xfrm>
              <a:off x="-4427775" y="3254150"/>
              <a:ext cx="237500" cy="112175"/>
            </a:xfrm>
            <a:custGeom>
              <a:rect b="b" l="l" r="r" t="t"/>
              <a:pathLst>
                <a:path extrusionOk="0" h="4487" w="9500">
                  <a:moveTo>
                    <a:pt x="4813" y="1"/>
                  </a:moveTo>
                  <a:cubicBezTo>
                    <a:pt x="4387" y="1"/>
                    <a:pt x="4086" y="1"/>
                    <a:pt x="3660" y="101"/>
                  </a:cubicBezTo>
                  <a:cubicBezTo>
                    <a:pt x="2607" y="427"/>
                    <a:pt x="1780" y="953"/>
                    <a:pt x="1154" y="1680"/>
                  </a:cubicBezTo>
                  <a:cubicBezTo>
                    <a:pt x="527" y="2407"/>
                    <a:pt x="101" y="3234"/>
                    <a:pt x="1" y="4286"/>
                  </a:cubicBezTo>
                  <a:lnTo>
                    <a:pt x="1880" y="4487"/>
                  </a:lnTo>
                  <a:cubicBezTo>
                    <a:pt x="1880" y="3860"/>
                    <a:pt x="2206" y="3359"/>
                    <a:pt x="2607" y="2933"/>
                  </a:cubicBezTo>
                  <a:cubicBezTo>
                    <a:pt x="2933" y="2407"/>
                    <a:pt x="3459" y="2106"/>
                    <a:pt x="4086" y="1980"/>
                  </a:cubicBezTo>
                  <a:cubicBezTo>
                    <a:pt x="4387" y="1880"/>
                    <a:pt x="4612" y="1880"/>
                    <a:pt x="4813" y="1880"/>
                  </a:cubicBezTo>
                  <a:cubicBezTo>
                    <a:pt x="5540" y="1880"/>
                    <a:pt x="6166" y="2106"/>
                    <a:pt x="6692" y="2507"/>
                  </a:cubicBezTo>
                  <a:cubicBezTo>
                    <a:pt x="7219" y="2833"/>
                    <a:pt x="7520" y="3459"/>
                    <a:pt x="7745" y="4086"/>
                  </a:cubicBezTo>
                  <a:lnTo>
                    <a:pt x="9499" y="3660"/>
                  </a:lnTo>
                  <a:cubicBezTo>
                    <a:pt x="9299" y="2507"/>
                    <a:pt x="8572" y="1680"/>
                    <a:pt x="7745" y="1053"/>
                  </a:cubicBezTo>
                  <a:cubicBezTo>
                    <a:pt x="6993" y="427"/>
                    <a:pt x="5966" y="1"/>
                    <a:pt x="4813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82"/>
          <p:cNvGrpSpPr/>
          <p:nvPr/>
        </p:nvGrpSpPr>
        <p:grpSpPr>
          <a:xfrm>
            <a:off x="3850756" y="3717928"/>
            <a:ext cx="929104" cy="584457"/>
            <a:chOff x="-2101325" y="2739725"/>
            <a:chExt cx="1315825" cy="827725"/>
          </a:xfrm>
        </p:grpSpPr>
        <p:sp>
          <p:nvSpPr>
            <p:cNvPr id="1418" name="Google Shape;1418;p82"/>
            <p:cNvSpPr/>
            <p:nvPr/>
          </p:nvSpPr>
          <p:spPr>
            <a:xfrm>
              <a:off x="-1699675" y="2857525"/>
              <a:ext cx="256275" cy="26350"/>
            </a:xfrm>
            <a:custGeom>
              <a:rect b="b" l="l" r="r" t="t"/>
              <a:pathLst>
                <a:path extrusionOk="0" h="1054" w="10251">
                  <a:moveTo>
                    <a:pt x="0" y="1"/>
                  </a:moveTo>
                  <a:lnTo>
                    <a:pt x="952" y="1053"/>
                  </a:lnTo>
                  <a:lnTo>
                    <a:pt x="10251" y="1053"/>
                  </a:lnTo>
                  <a:lnTo>
                    <a:pt x="9098" y="1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82"/>
            <p:cNvSpPr/>
            <p:nvPr/>
          </p:nvSpPr>
          <p:spPr>
            <a:xfrm>
              <a:off x="-1668350" y="2891375"/>
              <a:ext cx="269450" cy="33850"/>
            </a:xfrm>
            <a:custGeom>
              <a:rect b="b" l="l" r="r" t="t"/>
              <a:pathLst>
                <a:path extrusionOk="0" h="1354" w="10778">
                  <a:moveTo>
                    <a:pt x="0" y="0"/>
                  </a:moveTo>
                  <a:lnTo>
                    <a:pt x="1253" y="1354"/>
                  </a:lnTo>
                  <a:lnTo>
                    <a:pt x="10777" y="1354"/>
                  </a:lnTo>
                  <a:lnTo>
                    <a:pt x="9399" y="0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82"/>
            <p:cNvSpPr/>
            <p:nvPr/>
          </p:nvSpPr>
          <p:spPr>
            <a:xfrm>
              <a:off x="-1736025" y="2815550"/>
              <a:ext cx="255675" cy="31350"/>
            </a:xfrm>
            <a:custGeom>
              <a:rect b="b" l="l" r="r" t="t"/>
              <a:pathLst>
                <a:path extrusionOk="0" h="1254" w="10227">
                  <a:moveTo>
                    <a:pt x="0" y="1"/>
                  </a:moveTo>
                  <a:lnTo>
                    <a:pt x="1153" y="1254"/>
                  </a:lnTo>
                  <a:lnTo>
                    <a:pt x="10226" y="1254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rgbClr val="143A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82"/>
            <p:cNvSpPr/>
            <p:nvPr/>
          </p:nvSpPr>
          <p:spPr>
            <a:xfrm>
              <a:off x="-2101325" y="2929450"/>
              <a:ext cx="477475" cy="463200"/>
            </a:xfrm>
            <a:custGeom>
              <a:rect b="b" l="l" r="r" t="t"/>
              <a:pathLst>
                <a:path extrusionOk="0" h="18528" w="19099">
                  <a:moveTo>
                    <a:pt x="10152" y="0"/>
                  </a:moveTo>
                  <a:cubicBezTo>
                    <a:pt x="9224" y="0"/>
                    <a:pt x="8063" y="140"/>
                    <a:pt x="6668" y="557"/>
                  </a:cubicBezTo>
                  <a:cubicBezTo>
                    <a:pt x="1881" y="2036"/>
                    <a:pt x="1" y="9229"/>
                    <a:pt x="6367" y="13615"/>
                  </a:cubicBezTo>
                  <a:cubicBezTo>
                    <a:pt x="12833" y="18001"/>
                    <a:pt x="19099" y="18527"/>
                    <a:pt x="19099" y="18527"/>
                  </a:cubicBezTo>
                  <a:lnTo>
                    <a:pt x="13886" y="11535"/>
                  </a:lnTo>
                  <a:cubicBezTo>
                    <a:pt x="13886" y="11535"/>
                    <a:pt x="10653" y="11535"/>
                    <a:pt x="8146" y="9229"/>
                  </a:cubicBezTo>
                  <a:cubicBezTo>
                    <a:pt x="5990" y="7267"/>
                    <a:pt x="5522" y="4043"/>
                    <a:pt x="7508" y="4043"/>
                  </a:cubicBezTo>
                  <a:cubicBezTo>
                    <a:pt x="7831" y="4043"/>
                    <a:pt x="8218" y="4128"/>
                    <a:pt x="8673" y="4317"/>
                  </a:cubicBezTo>
                  <a:cubicBezTo>
                    <a:pt x="11906" y="5570"/>
                    <a:pt x="14612" y="10282"/>
                    <a:pt x="14612" y="10282"/>
                  </a:cubicBezTo>
                  <a:lnTo>
                    <a:pt x="12933" y="557"/>
                  </a:lnTo>
                  <a:cubicBezTo>
                    <a:pt x="12933" y="557"/>
                    <a:pt x="12009" y="0"/>
                    <a:pt x="10152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82"/>
            <p:cNvSpPr/>
            <p:nvPr/>
          </p:nvSpPr>
          <p:spPr>
            <a:xfrm>
              <a:off x="-1819350" y="2865050"/>
              <a:ext cx="1033850" cy="702400"/>
            </a:xfrm>
            <a:custGeom>
              <a:rect b="b" l="l" r="r" t="t"/>
              <a:pathLst>
                <a:path extrusionOk="0" h="28096" w="41354">
                  <a:moveTo>
                    <a:pt x="0" y="1"/>
                  </a:moveTo>
                  <a:lnTo>
                    <a:pt x="1980" y="12657"/>
                  </a:lnTo>
                  <a:cubicBezTo>
                    <a:pt x="3434" y="21529"/>
                    <a:pt x="11178" y="28096"/>
                    <a:pt x="20151" y="28096"/>
                  </a:cubicBezTo>
                  <a:lnTo>
                    <a:pt x="21203" y="28096"/>
                  </a:lnTo>
                  <a:cubicBezTo>
                    <a:pt x="30276" y="28096"/>
                    <a:pt x="37895" y="21529"/>
                    <a:pt x="39374" y="12657"/>
                  </a:cubicBezTo>
                  <a:lnTo>
                    <a:pt x="41354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2"/>
            <p:cNvSpPr/>
            <p:nvPr/>
          </p:nvSpPr>
          <p:spPr>
            <a:xfrm>
              <a:off x="-1819350" y="2739725"/>
              <a:ext cx="1033850" cy="250675"/>
            </a:xfrm>
            <a:custGeom>
              <a:rect b="b" l="l" r="r" t="t"/>
              <a:pathLst>
                <a:path extrusionOk="0" h="10027" w="41354">
                  <a:moveTo>
                    <a:pt x="20677" y="1"/>
                  </a:moveTo>
                  <a:cubicBezTo>
                    <a:pt x="9298" y="1"/>
                    <a:pt x="0" y="2207"/>
                    <a:pt x="0" y="5014"/>
                  </a:cubicBezTo>
                  <a:cubicBezTo>
                    <a:pt x="0" y="7846"/>
                    <a:pt x="9298" y="10026"/>
                    <a:pt x="20677" y="10026"/>
                  </a:cubicBezTo>
                  <a:cubicBezTo>
                    <a:pt x="32156" y="10026"/>
                    <a:pt x="41354" y="7846"/>
                    <a:pt x="41354" y="5014"/>
                  </a:cubicBezTo>
                  <a:cubicBezTo>
                    <a:pt x="41354" y="2207"/>
                    <a:pt x="32156" y="1"/>
                    <a:pt x="20677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82"/>
            <p:cNvSpPr/>
            <p:nvPr/>
          </p:nvSpPr>
          <p:spPr>
            <a:xfrm>
              <a:off x="-1769850" y="2758525"/>
              <a:ext cx="934850" cy="203675"/>
            </a:xfrm>
            <a:custGeom>
              <a:rect b="b" l="l" r="r" t="t"/>
              <a:pathLst>
                <a:path extrusionOk="0" h="8147" w="37394">
                  <a:moveTo>
                    <a:pt x="18697" y="1"/>
                  </a:moveTo>
                  <a:cubicBezTo>
                    <a:pt x="8346" y="1"/>
                    <a:pt x="0" y="1881"/>
                    <a:pt x="0" y="4061"/>
                  </a:cubicBezTo>
                  <a:cubicBezTo>
                    <a:pt x="0" y="6267"/>
                    <a:pt x="8346" y="8146"/>
                    <a:pt x="18697" y="8146"/>
                  </a:cubicBezTo>
                  <a:cubicBezTo>
                    <a:pt x="29023" y="8146"/>
                    <a:pt x="37394" y="6267"/>
                    <a:pt x="37394" y="4061"/>
                  </a:cubicBezTo>
                  <a:cubicBezTo>
                    <a:pt x="37394" y="1881"/>
                    <a:pt x="29023" y="1"/>
                    <a:pt x="18697" y="1"/>
                  </a:cubicBezTo>
                  <a:close/>
                </a:path>
              </a:pathLst>
            </a:custGeom>
            <a:solidFill>
              <a:srgbClr val="00004D"/>
            </a:solidFill>
            <a:ln cap="flat" cmpd="sng" w="19050">
              <a:solidFill>
                <a:srgbClr val="000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82"/>
            <p:cNvSpPr/>
            <p:nvPr/>
          </p:nvSpPr>
          <p:spPr>
            <a:xfrm>
              <a:off x="-1657700" y="2878200"/>
              <a:ext cx="709925" cy="84000"/>
            </a:xfrm>
            <a:custGeom>
              <a:rect b="b" l="l" r="r" t="t"/>
              <a:pathLst>
                <a:path extrusionOk="0" h="3360" w="28397">
                  <a:moveTo>
                    <a:pt x="14211" y="1"/>
                  </a:moveTo>
                  <a:cubicBezTo>
                    <a:pt x="8246" y="1"/>
                    <a:pt x="2933" y="728"/>
                    <a:pt x="0" y="1881"/>
                  </a:cubicBezTo>
                  <a:cubicBezTo>
                    <a:pt x="3459" y="2733"/>
                    <a:pt x="8572" y="3359"/>
                    <a:pt x="14211" y="3359"/>
                  </a:cubicBezTo>
                  <a:cubicBezTo>
                    <a:pt x="19850" y="3359"/>
                    <a:pt x="24963" y="2733"/>
                    <a:pt x="28396" y="1881"/>
                  </a:cubicBezTo>
                  <a:cubicBezTo>
                    <a:pt x="25489" y="728"/>
                    <a:pt x="20251" y="1"/>
                    <a:pt x="142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82"/>
            <p:cNvSpPr/>
            <p:nvPr/>
          </p:nvSpPr>
          <p:spPr>
            <a:xfrm>
              <a:off x="-1574375" y="2907025"/>
              <a:ext cx="52650" cy="20700"/>
            </a:xfrm>
            <a:custGeom>
              <a:rect b="b" l="l" r="r" t="t"/>
              <a:pathLst>
                <a:path extrusionOk="0" h="828" w="2106">
                  <a:moveTo>
                    <a:pt x="1053" y="1"/>
                  </a:moveTo>
                  <a:cubicBezTo>
                    <a:pt x="527" y="1"/>
                    <a:pt x="1" y="201"/>
                    <a:pt x="1" y="427"/>
                  </a:cubicBezTo>
                  <a:cubicBezTo>
                    <a:pt x="1" y="627"/>
                    <a:pt x="527" y="828"/>
                    <a:pt x="1053" y="828"/>
                  </a:cubicBezTo>
                  <a:cubicBezTo>
                    <a:pt x="1680" y="828"/>
                    <a:pt x="2106" y="627"/>
                    <a:pt x="2106" y="427"/>
                  </a:cubicBezTo>
                  <a:cubicBezTo>
                    <a:pt x="2106" y="201"/>
                    <a:pt x="1680" y="1"/>
                    <a:pt x="1053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82"/>
            <p:cNvSpPr/>
            <p:nvPr/>
          </p:nvSpPr>
          <p:spPr>
            <a:xfrm>
              <a:off x="-1579375" y="2899500"/>
              <a:ext cx="60175" cy="28225"/>
            </a:xfrm>
            <a:custGeom>
              <a:rect b="b" l="l" r="r" t="t"/>
              <a:pathLst>
                <a:path extrusionOk="0" h="1129" w="2407">
                  <a:moveTo>
                    <a:pt x="1253" y="1"/>
                  </a:moveTo>
                  <a:cubicBezTo>
                    <a:pt x="526" y="1"/>
                    <a:pt x="201" y="402"/>
                    <a:pt x="100" y="728"/>
                  </a:cubicBezTo>
                  <a:cubicBezTo>
                    <a:pt x="100" y="728"/>
                    <a:pt x="0" y="1129"/>
                    <a:pt x="1153" y="1129"/>
                  </a:cubicBezTo>
                  <a:cubicBezTo>
                    <a:pt x="627" y="1129"/>
                    <a:pt x="201" y="928"/>
                    <a:pt x="201" y="728"/>
                  </a:cubicBezTo>
                  <a:cubicBezTo>
                    <a:pt x="201" y="628"/>
                    <a:pt x="426" y="502"/>
                    <a:pt x="727" y="402"/>
                  </a:cubicBezTo>
                  <a:lnTo>
                    <a:pt x="727" y="302"/>
                  </a:lnTo>
                  <a:cubicBezTo>
                    <a:pt x="727" y="302"/>
                    <a:pt x="827" y="201"/>
                    <a:pt x="953" y="201"/>
                  </a:cubicBezTo>
                  <a:cubicBezTo>
                    <a:pt x="1153" y="201"/>
                    <a:pt x="1253" y="302"/>
                    <a:pt x="1253" y="302"/>
                  </a:cubicBezTo>
                  <a:cubicBezTo>
                    <a:pt x="1880" y="302"/>
                    <a:pt x="2306" y="502"/>
                    <a:pt x="2306" y="728"/>
                  </a:cubicBezTo>
                  <a:cubicBezTo>
                    <a:pt x="2306" y="928"/>
                    <a:pt x="1880" y="1129"/>
                    <a:pt x="1253" y="1129"/>
                  </a:cubicBezTo>
                  <a:lnTo>
                    <a:pt x="1354" y="1129"/>
                  </a:lnTo>
                  <a:cubicBezTo>
                    <a:pt x="2406" y="1129"/>
                    <a:pt x="2406" y="728"/>
                    <a:pt x="2406" y="728"/>
                  </a:cubicBezTo>
                  <a:cubicBezTo>
                    <a:pt x="2406" y="728"/>
                    <a:pt x="2306" y="201"/>
                    <a:pt x="1454" y="101"/>
                  </a:cubicBezTo>
                  <a:cubicBezTo>
                    <a:pt x="1354" y="101"/>
                    <a:pt x="1253" y="1"/>
                    <a:pt x="1253" y="1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82"/>
            <p:cNvSpPr/>
            <p:nvPr/>
          </p:nvSpPr>
          <p:spPr>
            <a:xfrm>
              <a:off x="-1574375" y="2907025"/>
              <a:ext cx="52650" cy="20700"/>
            </a:xfrm>
            <a:custGeom>
              <a:rect b="b" l="l" r="r" t="t"/>
              <a:pathLst>
                <a:path extrusionOk="0" h="828" w="2106">
                  <a:moveTo>
                    <a:pt x="1053" y="1"/>
                  </a:moveTo>
                  <a:cubicBezTo>
                    <a:pt x="1053" y="101"/>
                    <a:pt x="953" y="201"/>
                    <a:pt x="753" y="201"/>
                  </a:cubicBezTo>
                  <a:cubicBezTo>
                    <a:pt x="627" y="201"/>
                    <a:pt x="527" y="201"/>
                    <a:pt x="527" y="101"/>
                  </a:cubicBezTo>
                  <a:cubicBezTo>
                    <a:pt x="226" y="201"/>
                    <a:pt x="1" y="327"/>
                    <a:pt x="1" y="427"/>
                  </a:cubicBezTo>
                  <a:cubicBezTo>
                    <a:pt x="1" y="627"/>
                    <a:pt x="427" y="828"/>
                    <a:pt x="953" y="828"/>
                  </a:cubicBezTo>
                  <a:lnTo>
                    <a:pt x="1053" y="828"/>
                  </a:lnTo>
                  <a:cubicBezTo>
                    <a:pt x="1680" y="828"/>
                    <a:pt x="2106" y="627"/>
                    <a:pt x="2106" y="427"/>
                  </a:cubicBezTo>
                  <a:cubicBezTo>
                    <a:pt x="2106" y="201"/>
                    <a:pt x="1680" y="1"/>
                    <a:pt x="1053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82"/>
            <p:cNvSpPr/>
            <p:nvPr/>
          </p:nvSpPr>
          <p:spPr>
            <a:xfrm>
              <a:off x="-1561225" y="2904525"/>
              <a:ext cx="13200" cy="5025"/>
            </a:xfrm>
            <a:custGeom>
              <a:rect b="b" l="l" r="r" t="t"/>
              <a:pathLst>
                <a:path extrusionOk="0" h="201" w="528">
                  <a:moveTo>
                    <a:pt x="227" y="0"/>
                  </a:moveTo>
                  <a:cubicBezTo>
                    <a:pt x="101" y="0"/>
                    <a:pt x="1" y="101"/>
                    <a:pt x="1" y="101"/>
                  </a:cubicBezTo>
                  <a:lnTo>
                    <a:pt x="1" y="201"/>
                  </a:lnTo>
                  <a:cubicBezTo>
                    <a:pt x="101" y="201"/>
                    <a:pt x="327" y="101"/>
                    <a:pt x="527" y="101"/>
                  </a:cubicBezTo>
                  <a:cubicBezTo>
                    <a:pt x="527" y="101"/>
                    <a:pt x="427" y="0"/>
                    <a:pt x="227" y="0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82"/>
            <p:cNvSpPr/>
            <p:nvPr/>
          </p:nvSpPr>
          <p:spPr>
            <a:xfrm>
              <a:off x="-1561225" y="2907025"/>
              <a:ext cx="13200" cy="5050"/>
            </a:xfrm>
            <a:custGeom>
              <a:rect b="b" l="l" r="r" t="t"/>
              <a:pathLst>
                <a:path extrusionOk="0" h="202" w="528">
                  <a:moveTo>
                    <a:pt x="527" y="1"/>
                  </a:moveTo>
                  <a:cubicBezTo>
                    <a:pt x="327" y="1"/>
                    <a:pt x="101" y="101"/>
                    <a:pt x="1" y="101"/>
                  </a:cubicBezTo>
                  <a:cubicBezTo>
                    <a:pt x="1" y="201"/>
                    <a:pt x="101" y="201"/>
                    <a:pt x="227" y="201"/>
                  </a:cubicBezTo>
                  <a:cubicBezTo>
                    <a:pt x="427" y="201"/>
                    <a:pt x="527" y="101"/>
                    <a:pt x="527" y="1"/>
                  </a:cubicBez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2"/>
            <p:cNvSpPr/>
            <p:nvPr/>
          </p:nvSpPr>
          <p:spPr>
            <a:xfrm>
              <a:off x="-1482900" y="2938350"/>
              <a:ext cx="33875" cy="10675"/>
            </a:xfrm>
            <a:custGeom>
              <a:rect b="b" l="l" r="r" t="t"/>
              <a:pathLst>
                <a:path extrusionOk="0" h="427" w="1355">
                  <a:moveTo>
                    <a:pt x="728" y="1"/>
                  </a:moveTo>
                  <a:cubicBezTo>
                    <a:pt x="327" y="1"/>
                    <a:pt x="1" y="101"/>
                    <a:pt x="1" y="201"/>
                  </a:cubicBezTo>
                  <a:cubicBezTo>
                    <a:pt x="1" y="327"/>
                    <a:pt x="327" y="427"/>
                    <a:pt x="728" y="427"/>
                  </a:cubicBezTo>
                  <a:cubicBezTo>
                    <a:pt x="1053" y="427"/>
                    <a:pt x="1354" y="327"/>
                    <a:pt x="1354" y="201"/>
                  </a:cubicBezTo>
                  <a:cubicBezTo>
                    <a:pt x="1354" y="101"/>
                    <a:pt x="1053" y="1"/>
                    <a:pt x="728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82"/>
            <p:cNvSpPr/>
            <p:nvPr/>
          </p:nvSpPr>
          <p:spPr>
            <a:xfrm>
              <a:off x="-1485400" y="2933350"/>
              <a:ext cx="39500" cy="15675"/>
            </a:xfrm>
            <a:custGeom>
              <a:rect b="b" l="l" r="r" t="t"/>
              <a:pathLst>
                <a:path extrusionOk="0" h="627" w="1580">
                  <a:moveTo>
                    <a:pt x="101" y="401"/>
                  </a:moveTo>
                  <a:cubicBezTo>
                    <a:pt x="101" y="402"/>
                    <a:pt x="1" y="627"/>
                    <a:pt x="727" y="627"/>
                  </a:cubicBezTo>
                  <a:cubicBezTo>
                    <a:pt x="427" y="627"/>
                    <a:pt x="101" y="527"/>
                    <a:pt x="101" y="401"/>
                  </a:cubicBezTo>
                  <a:close/>
                  <a:moveTo>
                    <a:pt x="727" y="0"/>
                  </a:moveTo>
                  <a:cubicBezTo>
                    <a:pt x="326" y="0"/>
                    <a:pt x="101" y="201"/>
                    <a:pt x="101" y="401"/>
                  </a:cubicBezTo>
                  <a:cubicBezTo>
                    <a:pt x="101" y="301"/>
                    <a:pt x="201" y="201"/>
                    <a:pt x="427" y="201"/>
                  </a:cubicBezTo>
                  <a:cubicBezTo>
                    <a:pt x="427" y="101"/>
                    <a:pt x="527" y="101"/>
                    <a:pt x="627" y="101"/>
                  </a:cubicBezTo>
                  <a:cubicBezTo>
                    <a:pt x="727" y="101"/>
                    <a:pt x="828" y="101"/>
                    <a:pt x="828" y="201"/>
                  </a:cubicBezTo>
                  <a:cubicBezTo>
                    <a:pt x="1153" y="201"/>
                    <a:pt x="1454" y="301"/>
                    <a:pt x="1454" y="401"/>
                  </a:cubicBezTo>
                  <a:cubicBezTo>
                    <a:pt x="1454" y="527"/>
                    <a:pt x="1153" y="627"/>
                    <a:pt x="828" y="627"/>
                  </a:cubicBezTo>
                  <a:cubicBezTo>
                    <a:pt x="1580" y="627"/>
                    <a:pt x="1580" y="401"/>
                    <a:pt x="1580" y="401"/>
                  </a:cubicBezTo>
                  <a:cubicBezTo>
                    <a:pt x="1580" y="401"/>
                    <a:pt x="1454" y="101"/>
                    <a:pt x="953" y="0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82"/>
            <p:cNvSpPr/>
            <p:nvPr/>
          </p:nvSpPr>
          <p:spPr>
            <a:xfrm>
              <a:off x="-1482900" y="2938350"/>
              <a:ext cx="33875" cy="10675"/>
            </a:xfrm>
            <a:custGeom>
              <a:rect b="b" l="l" r="r" t="t"/>
              <a:pathLst>
                <a:path extrusionOk="0" h="427" w="1355">
                  <a:moveTo>
                    <a:pt x="327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27"/>
                    <a:pt x="327" y="427"/>
                    <a:pt x="627" y="427"/>
                  </a:cubicBezTo>
                  <a:lnTo>
                    <a:pt x="728" y="427"/>
                  </a:lnTo>
                  <a:cubicBezTo>
                    <a:pt x="1053" y="427"/>
                    <a:pt x="1354" y="327"/>
                    <a:pt x="1354" y="201"/>
                  </a:cubicBezTo>
                  <a:cubicBezTo>
                    <a:pt x="1354" y="101"/>
                    <a:pt x="1053" y="1"/>
                    <a:pt x="728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82"/>
            <p:cNvSpPr/>
            <p:nvPr/>
          </p:nvSpPr>
          <p:spPr>
            <a:xfrm>
              <a:off x="-1474750" y="2935850"/>
              <a:ext cx="10050" cy="2525"/>
            </a:xfrm>
            <a:custGeom>
              <a:rect b="b" l="l" r="r" t="t"/>
              <a:pathLst>
                <a:path extrusionOk="0" h="101" w="402">
                  <a:moveTo>
                    <a:pt x="201" y="1"/>
                  </a:moveTo>
                  <a:cubicBezTo>
                    <a:pt x="101" y="1"/>
                    <a:pt x="1" y="1"/>
                    <a:pt x="1" y="101"/>
                  </a:cubicBezTo>
                  <a:lnTo>
                    <a:pt x="402" y="101"/>
                  </a:lnTo>
                  <a:cubicBezTo>
                    <a:pt x="402" y="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82"/>
            <p:cNvSpPr/>
            <p:nvPr/>
          </p:nvSpPr>
          <p:spPr>
            <a:xfrm>
              <a:off x="-1474750" y="2938350"/>
              <a:ext cx="10050" cy="25"/>
            </a:xfrm>
            <a:custGeom>
              <a:rect b="b" l="l" r="r" t="t"/>
              <a:pathLst>
                <a:path extrusionOk="0" h="1" w="402">
                  <a:moveTo>
                    <a:pt x="402" y="1"/>
                  </a:moveTo>
                  <a:lnTo>
                    <a:pt x="1" y="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82"/>
            <p:cNvSpPr/>
            <p:nvPr/>
          </p:nvSpPr>
          <p:spPr>
            <a:xfrm>
              <a:off x="-1383275" y="2896375"/>
              <a:ext cx="23225" cy="10675"/>
            </a:xfrm>
            <a:custGeom>
              <a:rect b="b" l="l" r="r" t="t"/>
              <a:pathLst>
                <a:path extrusionOk="0" h="427" w="929">
                  <a:moveTo>
                    <a:pt x="402" y="1"/>
                  </a:moveTo>
                  <a:cubicBezTo>
                    <a:pt x="201" y="1"/>
                    <a:pt x="1" y="126"/>
                    <a:pt x="1" y="226"/>
                  </a:cubicBezTo>
                  <a:cubicBezTo>
                    <a:pt x="1" y="326"/>
                    <a:pt x="201" y="427"/>
                    <a:pt x="402" y="427"/>
                  </a:cubicBezTo>
                  <a:cubicBezTo>
                    <a:pt x="728" y="427"/>
                    <a:pt x="928" y="326"/>
                    <a:pt x="928" y="226"/>
                  </a:cubicBezTo>
                  <a:cubicBezTo>
                    <a:pt x="928" y="126"/>
                    <a:pt x="728" y="1"/>
                    <a:pt x="402" y="1"/>
                  </a:cubicBezTo>
                  <a:close/>
                </a:path>
              </a:pathLst>
            </a:custGeom>
            <a:solidFill>
              <a:srgbClr val="A167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82"/>
            <p:cNvSpPr/>
            <p:nvPr/>
          </p:nvSpPr>
          <p:spPr>
            <a:xfrm>
              <a:off x="-1386400" y="2893875"/>
              <a:ext cx="26350" cy="13175"/>
            </a:xfrm>
            <a:custGeom>
              <a:rect b="b" l="l" r="r" t="t"/>
              <a:pathLst>
                <a:path extrusionOk="0" h="527" w="1054">
                  <a:moveTo>
                    <a:pt x="427" y="0"/>
                  </a:moveTo>
                  <a:cubicBezTo>
                    <a:pt x="390" y="0"/>
                    <a:pt x="366" y="14"/>
                    <a:pt x="351" y="31"/>
                  </a:cubicBezTo>
                  <a:lnTo>
                    <a:pt x="351" y="31"/>
                  </a:lnTo>
                  <a:cubicBezTo>
                    <a:pt x="383" y="19"/>
                    <a:pt x="419" y="9"/>
                    <a:pt x="459" y="5"/>
                  </a:cubicBezTo>
                  <a:lnTo>
                    <a:pt x="459" y="5"/>
                  </a:lnTo>
                  <a:cubicBezTo>
                    <a:pt x="449" y="2"/>
                    <a:pt x="439" y="0"/>
                    <a:pt x="427" y="0"/>
                  </a:cubicBezTo>
                  <a:close/>
                  <a:moveTo>
                    <a:pt x="527" y="0"/>
                  </a:moveTo>
                  <a:cubicBezTo>
                    <a:pt x="503" y="0"/>
                    <a:pt x="480" y="2"/>
                    <a:pt x="459" y="5"/>
                  </a:cubicBezTo>
                  <a:lnTo>
                    <a:pt x="459" y="5"/>
                  </a:lnTo>
                  <a:cubicBezTo>
                    <a:pt x="527" y="23"/>
                    <a:pt x="527" y="101"/>
                    <a:pt x="527" y="101"/>
                  </a:cubicBezTo>
                  <a:cubicBezTo>
                    <a:pt x="778" y="101"/>
                    <a:pt x="954" y="175"/>
                    <a:pt x="1022" y="255"/>
                  </a:cubicBezTo>
                  <a:lnTo>
                    <a:pt x="1022" y="255"/>
                  </a:lnTo>
                  <a:cubicBezTo>
                    <a:pt x="972" y="159"/>
                    <a:pt x="854" y="0"/>
                    <a:pt x="627" y="0"/>
                  </a:cubicBezTo>
                  <a:close/>
                  <a:moveTo>
                    <a:pt x="351" y="31"/>
                  </a:moveTo>
                  <a:lnTo>
                    <a:pt x="351" y="31"/>
                  </a:lnTo>
                  <a:cubicBezTo>
                    <a:pt x="186" y="97"/>
                    <a:pt x="126" y="249"/>
                    <a:pt x="126" y="326"/>
                  </a:cubicBezTo>
                  <a:cubicBezTo>
                    <a:pt x="126" y="326"/>
                    <a:pt x="226" y="226"/>
                    <a:pt x="326" y="101"/>
                  </a:cubicBezTo>
                  <a:cubicBezTo>
                    <a:pt x="326" y="101"/>
                    <a:pt x="326" y="61"/>
                    <a:pt x="351" y="31"/>
                  </a:cubicBezTo>
                  <a:close/>
                  <a:moveTo>
                    <a:pt x="1022" y="255"/>
                  </a:moveTo>
                  <a:cubicBezTo>
                    <a:pt x="1044" y="296"/>
                    <a:pt x="1053" y="326"/>
                    <a:pt x="1053" y="326"/>
                  </a:cubicBezTo>
                  <a:cubicBezTo>
                    <a:pt x="1053" y="303"/>
                    <a:pt x="1042" y="279"/>
                    <a:pt x="1022" y="255"/>
                  </a:cubicBezTo>
                  <a:close/>
                  <a:moveTo>
                    <a:pt x="1053" y="326"/>
                  </a:moveTo>
                  <a:cubicBezTo>
                    <a:pt x="1053" y="327"/>
                    <a:pt x="1053" y="360"/>
                    <a:pt x="1017" y="400"/>
                  </a:cubicBezTo>
                  <a:lnTo>
                    <a:pt x="1017" y="400"/>
                  </a:lnTo>
                  <a:cubicBezTo>
                    <a:pt x="1041" y="376"/>
                    <a:pt x="1053" y="351"/>
                    <a:pt x="1053" y="326"/>
                  </a:cubicBezTo>
                  <a:close/>
                  <a:moveTo>
                    <a:pt x="126" y="326"/>
                  </a:moveTo>
                  <a:cubicBezTo>
                    <a:pt x="126" y="326"/>
                    <a:pt x="1" y="527"/>
                    <a:pt x="527" y="527"/>
                  </a:cubicBezTo>
                  <a:cubicBezTo>
                    <a:pt x="326" y="527"/>
                    <a:pt x="126" y="426"/>
                    <a:pt x="126" y="326"/>
                  </a:cubicBezTo>
                  <a:close/>
                  <a:moveTo>
                    <a:pt x="1017" y="400"/>
                  </a:moveTo>
                  <a:cubicBezTo>
                    <a:pt x="945" y="470"/>
                    <a:pt x="771" y="527"/>
                    <a:pt x="527" y="527"/>
                  </a:cubicBezTo>
                  <a:cubicBezTo>
                    <a:pt x="837" y="527"/>
                    <a:pt x="965" y="457"/>
                    <a:pt x="1017" y="400"/>
                  </a:cubicBezTo>
                  <a:close/>
                </a:path>
              </a:pathLst>
            </a:custGeom>
            <a:solidFill>
              <a:srgbClr val="E5B3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82"/>
            <p:cNvSpPr/>
            <p:nvPr/>
          </p:nvSpPr>
          <p:spPr>
            <a:xfrm>
              <a:off x="-1383275" y="2896375"/>
              <a:ext cx="23225" cy="10675"/>
            </a:xfrm>
            <a:custGeom>
              <a:rect b="b" l="l" r="r" t="t"/>
              <a:pathLst>
                <a:path extrusionOk="0" h="427" w="929">
                  <a:moveTo>
                    <a:pt x="201" y="1"/>
                  </a:moveTo>
                  <a:cubicBezTo>
                    <a:pt x="101" y="126"/>
                    <a:pt x="1" y="226"/>
                    <a:pt x="1" y="226"/>
                  </a:cubicBezTo>
                  <a:cubicBezTo>
                    <a:pt x="1" y="326"/>
                    <a:pt x="201" y="427"/>
                    <a:pt x="402" y="427"/>
                  </a:cubicBezTo>
                  <a:cubicBezTo>
                    <a:pt x="728" y="427"/>
                    <a:pt x="928" y="326"/>
                    <a:pt x="928" y="226"/>
                  </a:cubicBezTo>
                  <a:cubicBezTo>
                    <a:pt x="928" y="126"/>
                    <a:pt x="728" y="1"/>
                    <a:pt x="402" y="1"/>
                  </a:cubicBezTo>
                  <a:cubicBezTo>
                    <a:pt x="402" y="126"/>
                    <a:pt x="402" y="126"/>
                    <a:pt x="302" y="126"/>
                  </a:cubicBezTo>
                  <a:cubicBezTo>
                    <a:pt x="302" y="126"/>
                    <a:pt x="201" y="126"/>
                    <a:pt x="201" y="1"/>
                  </a:cubicBezTo>
                  <a:close/>
                </a:path>
              </a:pathLst>
            </a:custGeom>
            <a:solidFill>
              <a:srgbClr val="CA9C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82"/>
            <p:cNvSpPr/>
            <p:nvPr/>
          </p:nvSpPr>
          <p:spPr>
            <a:xfrm>
              <a:off x="-1378250" y="2893875"/>
              <a:ext cx="5025" cy="2525"/>
            </a:xfrm>
            <a:custGeom>
              <a:rect b="b" l="l" r="r" t="t"/>
              <a:pathLst>
                <a:path extrusionOk="0" h="101" w="201">
                  <a:moveTo>
                    <a:pt x="101" y="0"/>
                  </a:moveTo>
                  <a:cubicBezTo>
                    <a:pt x="0" y="0"/>
                    <a:pt x="0" y="101"/>
                    <a:pt x="0" y="101"/>
                  </a:cubicBezTo>
                  <a:lnTo>
                    <a:pt x="201" y="101"/>
                  </a:lnTo>
                  <a:cubicBezTo>
                    <a:pt x="201" y="101"/>
                    <a:pt x="201" y="0"/>
                    <a:pt x="101" y="0"/>
                  </a:cubicBezTo>
                  <a:close/>
                </a:path>
              </a:pathLst>
            </a:custGeom>
            <a:solidFill>
              <a:srgbClr val="F0C8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82"/>
            <p:cNvSpPr/>
            <p:nvPr/>
          </p:nvSpPr>
          <p:spPr>
            <a:xfrm>
              <a:off x="-1378250" y="2896375"/>
              <a:ext cx="5025" cy="3150"/>
            </a:xfrm>
            <a:custGeom>
              <a:rect b="b" l="l" r="r" t="t"/>
              <a:pathLst>
                <a:path extrusionOk="0" h="126" w="201">
                  <a:moveTo>
                    <a:pt x="0" y="1"/>
                  </a:moveTo>
                  <a:cubicBezTo>
                    <a:pt x="0" y="126"/>
                    <a:pt x="101" y="126"/>
                    <a:pt x="101" y="126"/>
                  </a:cubicBezTo>
                  <a:cubicBezTo>
                    <a:pt x="201" y="126"/>
                    <a:pt x="201" y="126"/>
                    <a:pt x="201" y="1"/>
                  </a:cubicBezTo>
                  <a:close/>
                </a:path>
              </a:pathLst>
            </a:custGeom>
            <a:solidFill>
              <a:srgbClr val="E1BB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41" name="Google Shape;1441;p82"/>
          <p:cNvCxnSpPr/>
          <p:nvPr/>
        </p:nvCxnSpPr>
        <p:spPr>
          <a:xfrm rot="5400000">
            <a:off x="4298540" y="3434306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82"/>
          <p:cNvCxnSpPr/>
          <p:nvPr/>
        </p:nvCxnSpPr>
        <p:spPr>
          <a:xfrm rot="5400000">
            <a:off x="4313211" y="3226625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82"/>
          <p:cNvCxnSpPr/>
          <p:nvPr/>
        </p:nvCxnSpPr>
        <p:spPr>
          <a:xfrm rot="5400000">
            <a:off x="4298540" y="3088643"/>
            <a:ext cx="326700" cy="99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4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82"/>
          <p:cNvSpPr txBox="1"/>
          <p:nvPr/>
        </p:nvSpPr>
        <p:spPr>
          <a:xfrm>
            <a:off x="5689014" y="2743775"/>
            <a:ext cx="19215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 LESS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EB8B3"/>
      </a:accent1>
      <a:accent2>
        <a:srgbClr val="A6DFDA"/>
      </a:accent2>
      <a:accent3>
        <a:srgbClr val="FED58A"/>
      </a:accent3>
      <a:accent4>
        <a:srgbClr val="FF9991"/>
      </a:accent4>
      <a:accent5>
        <a:srgbClr val="8FE2DB"/>
      </a:accent5>
      <a:accent6>
        <a:srgbClr val="FFBF49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rtual Slides for Education Da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C64D8"/>
      </a:accent1>
      <a:accent2>
        <a:srgbClr val="FFE599"/>
      </a:accent2>
      <a:accent3>
        <a:srgbClr val="FF952B"/>
      </a:accent3>
      <a:accent4>
        <a:srgbClr val="D5E6FC"/>
      </a:accent4>
      <a:accent5>
        <a:srgbClr val="00004D"/>
      </a:accent5>
      <a:accent6>
        <a:srgbClr val="A8CFFF"/>
      </a:accent6>
      <a:hlink>
        <a:srgbClr val="0000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